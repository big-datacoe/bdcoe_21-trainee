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5"/>
  </p:notesMasterIdLst>
  <p:sldIdLst>
    <p:sldId id="256" r:id="rId2"/>
    <p:sldId id="258" r:id="rId3"/>
    <p:sldId id="259" r:id="rId4"/>
    <p:sldId id="312" r:id="rId5"/>
    <p:sldId id="313" r:id="rId6"/>
    <p:sldId id="314" r:id="rId7"/>
    <p:sldId id="304" r:id="rId8"/>
    <p:sldId id="305" r:id="rId9"/>
    <p:sldId id="306" r:id="rId10"/>
    <p:sldId id="261" r:id="rId11"/>
    <p:sldId id="307" r:id="rId12"/>
    <p:sldId id="260" r:id="rId13"/>
    <p:sldId id="308" r:id="rId14"/>
    <p:sldId id="310" r:id="rId15"/>
    <p:sldId id="264" r:id="rId16"/>
    <p:sldId id="309" r:id="rId17"/>
    <p:sldId id="273" r:id="rId18"/>
    <p:sldId id="274" r:id="rId19"/>
    <p:sldId id="257" r:id="rId20"/>
    <p:sldId id="311" r:id="rId21"/>
    <p:sldId id="266" r:id="rId22"/>
    <p:sldId id="283" r:id="rId23"/>
    <p:sldId id="263" r:id="rId24"/>
  </p:sldIdLst>
  <p:sldSz cx="9144000" cy="5143500" type="screen16x9"/>
  <p:notesSz cx="6858000" cy="9144000"/>
  <p:embeddedFontLst>
    <p:embeddedFont>
      <p:font typeface="Bebas Neue" panose="020B0604020202020204" charset="0"/>
      <p:regular r:id="rId26"/>
    </p:embeddedFont>
    <p:embeddedFont>
      <p:font typeface="Roboto"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
          <p15:clr>
            <a:srgbClr val="9AA0A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1440EB-BAFD-47A9-B745-2ADE05FB8691}">
  <a:tblStyle styleId="{471440EB-BAFD-47A9-B745-2ADE05FB86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720" y="52"/>
      </p:cViewPr>
      <p:guideLst>
        <p:guide orient="horz" pos="3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1"/>
        <p:cNvGrpSpPr/>
        <p:nvPr/>
      </p:nvGrpSpPr>
      <p:grpSpPr>
        <a:xfrm>
          <a:off x="0" y="0"/>
          <a:ext cx="0" cy="0"/>
          <a:chOff x="0" y="0"/>
          <a:chExt cx="0" cy="0"/>
        </a:xfrm>
      </p:grpSpPr>
      <p:sp>
        <p:nvSpPr>
          <p:cNvPr id="1852" name="Google Shape;18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3" name="Google Shape;18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9"/>
        <p:cNvGrpSpPr/>
        <p:nvPr/>
      </p:nvGrpSpPr>
      <p:grpSpPr>
        <a:xfrm>
          <a:off x="0" y="0"/>
          <a:ext cx="0" cy="0"/>
          <a:chOff x="0" y="0"/>
          <a:chExt cx="0" cy="0"/>
        </a:xfrm>
      </p:grpSpPr>
      <p:sp>
        <p:nvSpPr>
          <p:cNvPr id="1880" name="Google Shape;1880;g86ca632bb8_0_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1" name="Google Shape;1881;g86ca632bb8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3"/>
        <p:cNvGrpSpPr/>
        <p:nvPr/>
      </p:nvGrpSpPr>
      <p:grpSpPr>
        <a:xfrm>
          <a:off x="0" y="0"/>
          <a:ext cx="0" cy="0"/>
          <a:chOff x="0" y="0"/>
          <a:chExt cx="0" cy="0"/>
        </a:xfrm>
      </p:grpSpPr>
      <p:sp>
        <p:nvSpPr>
          <p:cNvPr id="1894" name="Google Shape;1894;g86ca632bb8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5" name="Google Shape;1895;g86ca632bb8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92b9ca3f2f_0_1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92b9ca3f2f_0_1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7214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92b9ca3f2f_0_1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92b9ca3f2f_0_1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1192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86ca632bb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86ca632bb8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2589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86ca632bb8_0_27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86ca632bb8_0_2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86ca632bb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86ca632bb8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3957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86ca632bb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86ca632bb8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86ca632bb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86ca632bb8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4571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g86ca632bb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86ca632bb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423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6"/>
        <p:cNvGrpSpPr/>
        <p:nvPr/>
      </p:nvGrpSpPr>
      <p:grpSpPr>
        <a:xfrm>
          <a:off x="0" y="0"/>
          <a:ext cx="0" cy="0"/>
          <a:chOff x="0" y="0"/>
          <a:chExt cx="0" cy="0"/>
        </a:xfrm>
      </p:grpSpPr>
      <p:sp>
        <p:nvSpPr>
          <p:cNvPr id="2047" name="Google Shape;2047;g92b987f4ac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8" name="Google Shape;2048;g92b987f4ac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86ca632bb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86ca632bb8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8576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p:cNvGrpSpPr/>
        <p:nvPr/>
      </p:nvGrpSpPr>
      <p:grpSpPr>
        <a:xfrm>
          <a:off x="0" y="0"/>
          <a:ext cx="0" cy="0"/>
          <a:chOff x="0" y="0"/>
          <a:chExt cx="0" cy="0"/>
        </a:xfrm>
      </p:grpSpPr>
      <p:sp>
        <p:nvSpPr>
          <p:cNvPr id="2390" name="Google Shape;2390;g92b9ca3f2f_0_1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1" name="Google Shape;2391;g92b9ca3f2f_0_1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5"/>
        <p:cNvGrpSpPr/>
        <p:nvPr/>
      </p:nvGrpSpPr>
      <p:grpSpPr>
        <a:xfrm>
          <a:off x="0" y="0"/>
          <a:ext cx="0" cy="0"/>
          <a:chOff x="0" y="0"/>
          <a:chExt cx="0" cy="0"/>
        </a:xfrm>
      </p:grpSpPr>
      <p:sp>
        <p:nvSpPr>
          <p:cNvPr id="2396" name="Google Shape;2396;g92b9ca3f2f_0_1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7" name="Google Shape;2397;g92b9ca3f2f_0_1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g86ca632bb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86ca632bb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g86ca632bb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86ca632bb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8607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1"/>
        <p:cNvGrpSpPr/>
        <p:nvPr/>
      </p:nvGrpSpPr>
      <p:grpSpPr>
        <a:xfrm>
          <a:off x="0" y="0"/>
          <a:ext cx="0" cy="0"/>
          <a:chOff x="0" y="0"/>
          <a:chExt cx="0" cy="0"/>
        </a:xfrm>
      </p:grpSpPr>
      <p:sp>
        <p:nvSpPr>
          <p:cNvPr id="2132" name="Google Shape;2132;g92b9ca3f2f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3" name="Google Shape;2133;g92b9ca3f2f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0"/>
        <p:cNvGrpSpPr/>
        <p:nvPr/>
      </p:nvGrpSpPr>
      <p:grpSpPr>
        <a:xfrm>
          <a:off x="0" y="0"/>
          <a:ext cx="0" cy="0"/>
          <a:chOff x="0" y="0"/>
          <a:chExt cx="0" cy="0"/>
        </a:xfrm>
      </p:grpSpPr>
      <p:sp>
        <p:nvSpPr>
          <p:cNvPr id="2681" name="Google Shape;2681;g92b9ca3f2f_0_3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2" name="Google Shape;2682;g92b9ca3f2f_0_3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p:cNvGrpSpPr/>
        <p:nvPr/>
      </p:nvGrpSpPr>
      <p:grpSpPr>
        <a:xfrm>
          <a:off x="0" y="0"/>
          <a:ext cx="0" cy="0"/>
          <a:chOff x="0" y="0"/>
          <a:chExt cx="0" cy="0"/>
        </a:xfrm>
      </p:grpSpPr>
      <p:sp>
        <p:nvSpPr>
          <p:cNvPr id="2041" name="Google Shape;2041;g92b987f4a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92b987f4a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376525" y="-1521150"/>
            <a:ext cx="7767703" cy="3383025"/>
            <a:chOff x="24125" y="294775"/>
            <a:chExt cx="7767703" cy="3383025"/>
          </a:xfrm>
        </p:grpSpPr>
        <p:sp>
          <p:nvSpPr>
            <p:cNvPr id="10" name="Google Shape;10;p2"/>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 name="Google Shape;104;p2"/>
          <p:cNvGrpSpPr/>
          <p:nvPr/>
        </p:nvGrpSpPr>
        <p:grpSpPr>
          <a:xfrm>
            <a:off x="368162" y="1909134"/>
            <a:ext cx="352280" cy="353863"/>
            <a:chOff x="1448125" y="1450525"/>
            <a:chExt cx="133500" cy="134100"/>
          </a:xfrm>
        </p:grpSpPr>
        <p:sp>
          <p:nvSpPr>
            <p:cNvPr id="105" name="Google Shape;105;p2"/>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107;p2"/>
          <p:cNvGrpSpPr/>
          <p:nvPr/>
        </p:nvGrpSpPr>
        <p:grpSpPr>
          <a:xfrm>
            <a:off x="723674" y="1578426"/>
            <a:ext cx="552301" cy="552301"/>
            <a:chOff x="1582850" y="1325200"/>
            <a:chExt cx="209300" cy="209300"/>
          </a:xfrm>
        </p:grpSpPr>
        <p:sp>
          <p:nvSpPr>
            <p:cNvPr id="108" name="Google Shape;108;p2"/>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2"/>
          <p:cNvGrpSpPr/>
          <p:nvPr/>
        </p:nvGrpSpPr>
        <p:grpSpPr>
          <a:xfrm>
            <a:off x="-64791" y="3334954"/>
            <a:ext cx="2438787" cy="1857515"/>
            <a:chOff x="-64791" y="3334954"/>
            <a:chExt cx="2438787" cy="1857515"/>
          </a:xfrm>
        </p:grpSpPr>
        <p:sp>
          <p:nvSpPr>
            <p:cNvPr id="113" name="Google Shape;113;p2"/>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4" name="Google Shape;134;p2"/>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135" name="Google Shape;135;p2"/>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5" name="Google Shape;145;p2"/>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146" name="Google Shape;146;p2"/>
          <p:cNvGrpSpPr/>
          <p:nvPr/>
        </p:nvGrpSpPr>
        <p:grpSpPr>
          <a:xfrm>
            <a:off x="5266248" y="4230494"/>
            <a:ext cx="3157758" cy="296582"/>
            <a:chOff x="5266248" y="4230494"/>
            <a:chExt cx="3157758" cy="296582"/>
          </a:xfrm>
        </p:grpSpPr>
        <p:sp>
          <p:nvSpPr>
            <p:cNvPr id="147" name="Google Shape;147;p2"/>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2"/>
          <p:cNvSpPr txBox="1">
            <a:spLocks noGrp="1"/>
          </p:cNvSpPr>
          <p:nvPr>
            <p:ph type="ctrTitle"/>
          </p:nvPr>
        </p:nvSpPr>
        <p:spPr>
          <a:xfrm>
            <a:off x="1009200" y="1741047"/>
            <a:ext cx="7125600" cy="1147200"/>
          </a:xfrm>
          <a:prstGeom prst="rect">
            <a:avLst/>
          </a:prstGeom>
        </p:spPr>
        <p:txBody>
          <a:bodyPr spcFirstLastPara="1" wrap="square" lIns="0" tIns="0" rIns="0" bIns="0" anchor="ctr" anchorCtr="0">
            <a:noAutofit/>
          </a:bodyPr>
          <a:lstStyle>
            <a:lvl1pPr lvl="0" algn="ctr">
              <a:spcBef>
                <a:spcPts val="0"/>
              </a:spcBef>
              <a:spcAft>
                <a:spcPts val="0"/>
              </a:spcAft>
              <a:buSzPts val="5200"/>
              <a:buNone/>
              <a:defRPr sz="6100">
                <a:solidFill>
                  <a:srgbClr val="FFFFFF"/>
                </a:solidFill>
                <a:latin typeface="Bebas Neue"/>
                <a:ea typeface="Bebas Neue"/>
                <a:cs typeface="Bebas Neue"/>
                <a:sym typeface="Bebas Neu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5" name="Google Shape;165;p2"/>
          <p:cNvSpPr txBox="1">
            <a:spLocks noGrp="1"/>
          </p:cNvSpPr>
          <p:nvPr>
            <p:ph type="subTitle" idx="1"/>
          </p:nvPr>
        </p:nvSpPr>
        <p:spPr>
          <a:xfrm>
            <a:off x="1009200" y="2888246"/>
            <a:ext cx="7125600" cy="5142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2800"/>
              <a:buNone/>
              <a:defRPr sz="2800">
                <a:solidFill>
                  <a:srgbClr val="00F4AD"/>
                </a:solidFill>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66" name="Google Shape;166;p2"/>
          <p:cNvGrpSpPr/>
          <p:nvPr/>
        </p:nvGrpSpPr>
        <p:grpSpPr>
          <a:xfrm>
            <a:off x="207789" y="1295745"/>
            <a:ext cx="552301" cy="552301"/>
            <a:chOff x="1387350" y="1218075"/>
            <a:chExt cx="209300" cy="209300"/>
          </a:xfrm>
        </p:grpSpPr>
        <p:sp>
          <p:nvSpPr>
            <p:cNvPr id="167" name="Google Shape;167;p2"/>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3"/>
        <p:cNvGrpSpPr/>
        <p:nvPr/>
      </p:nvGrpSpPr>
      <p:grpSpPr>
        <a:xfrm>
          <a:off x="0" y="0"/>
          <a:ext cx="0" cy="0"/>
          <a:chOff x="0" y="0"/>
          <a:chExt cx="0" cy="0"/>
        </a:xfrm>
      </p:grpSpPr>
      <p:grpSp>
        <p:nvGrpSpPr>
          <p:cNvPr id="224" name="Google Shape;224;p4"/>
          <p:cNvGrpSpPr/>
          <p:nvPr/>
        </p:nvGrpSpPr>
        <p:grpSpPr>
          <a:xfrm>
            <a:off x="-566246" y="-831315"/>
            <a:ext cx="8377976" cy="1614718"/>
            <a:chOff x="-566246" y="-831315"/>
            <a:chExt cx="8377976" cy="1614718"/>
          </a:xfrm>
        </p:grpSpPr>
        <p:sp>
          <p:nvSpPr>
            <p:cNvPr id="225" name="Google Shape;225;p4"/>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4"/>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4"/>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4"/>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4"/>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4"/>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4"/>
          <p:cNvGrpSpPr/>
          <p:nvPr/>
        </p:nvGrpSpPr>
        <p:grpSpPr>
          <a:xfrm>
            <a:off x="5926468" y="4708190"/>
            <a:ext cx="2668622" cy="250644"/>
            <a:chOff x="5926468" y="4708190"/>
            <a:chExt cx="2668622" cy="250644"/>
          </a:xfrm>
        </p:grpSpPr>
        <p:sp>
          <p:nvSpPr>
            <p:cNvPr id="255" name="Google Shape;255;p4"/>
            <p:cNvSpPr/>
            <p:nvPr/>
          </p:nvSpPr>
          <p:spPr>
            <a:xfrm>
              <a:off x="592646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6089868"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6250552"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641112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6571813"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6732497" y="4708190"/>
              <a:ext cx="89958" cy="250644"/>
            </a:xfrm>
            <a:custGeom>
              <a:avLst/>
              <a:gdLst/>
              <a:ahLst/>
              <a:cxnLst/>
              <a:rect l="l" t="t" r="r" b="b"/>
              <a:pathLst>
                <a:path w="828" h="2307" extrusionOk="0">
                  <a:moveTo>
                    <a:pt x="0" y="0"/>
                  </a:moveTo>
                  <a:lnTo>
                    <a:pt x="0" y="2306"/>
                  </a:lnTo>
                  <a:lnTo>
                    <a:pt x="827" y="2306"/>
                  </a:lnTo>
                  <a:lnTo>
                    <a:pt x="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689578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7056473"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721715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7377842"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7541134"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770181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786250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802307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818647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a:off x="834716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a:off x="850784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4"/>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3" name="Google Shape;273;p4"/>
          <p:cNvSpPr txBox="1">
            <a:spLocks noGrp="1"/>
          </p:cNvSpPr>
          <p:nvPr>
            <p:ph type="body" idx="1"/>
          </p:nvPr>
        </p:nvSpPr>
        <p:spPr>
          <a:xfrm>
            <a:off x="720000" y="1242425"/>
            <a:ext cx="7704000" cy="3326700"/>
          </a:xfrm>
          <a:prstGeom prst="rect">
            <a:avLst/>
          </a:prstGeom>
        </p:spPr>
        <p:txBody>
          <a:bodyPr spcFirstLastPara="1" wrap="square" lIns="0" tIns="0" rIns="0" bIns="0" anchor="t" anchorCtr="0">
            <a:noAutofit/>
          </a:bodyPr>
          <a:lstStyle>
            <a:lvl1pPr marL="457200" lvl="0" indent="-330200">
              <a:lnSpc>
                <a:spcPct val="100000"/>
              </a:lnSpc>
              <a:spcBef>
                <a:spcPts val="0"/>
              </a:spcBef>
              <a:spcAft>
                <a:spcPts val="0"/>
              </a:spcAft>
              <a:buClr>
                <a:schemeClr val="dk2"/>
              </a:buClr>
              <a:buSzPts val="1600"/>
              <a:buChar char="●"/>
              <a:defRPr sz="12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7"/>
        <p:cNvGrpSpPr/>
        <p:nvPr/>
      </p:nvGrpSpPr>
      <p:grpSpPr>
        <a:xfrm>
          <a:off x="0" y="0"/>
          <a:ext cx="0" cy="0"/>
          <a:chOff x="0" y="0"/>
          <a:chExt cx="0" cy="0"/>
        </a:xfrm>
      </p:grpSpPr>
      <p:grpSp>
        <p:nvGrpSpPr>
          <p:cNvPr id="398" name="Google Shape;398;p6"/>
          <p:cNvGrpSpPr/>
          <p:nvPr/>
        </p:nvGrpSpPr>
        <p:grpSpPr>
          <a:xfrm>
            <a:off x="3139285" y="-1283134"/>
            <a:ext cx="7944547" cy="2608119"/>
            <a:chOff x="3748885" y="-758409"/>
            <a:chExt cx="7944547" cy="2608119"/>
          </a:xfrm>
        </p:grpSpPr>
        <p:sp>
          <p:nvSpPr>
            <p:cNvPr id="399" name="Google Shape;399;p6"/>
            <p:cNvSpPr/>
            <p:nvPr/>
          </p:nvSpPr>
          <p:spPr>
            <a:xfrm>
              <a:off x="6227221" y="-646632"/>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6"/>
            <p:cNvSpPr/>
            <p:nvPr/>
          </p:nvSpPr>
          <p:spPr>
            <a:xfrm>
              <a:off x="5068827" y="-47286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6"/>
            <p:cNvSpPr/>
            <p:nvPr/>
          </p:nvSpPr>
          <p:spPr>
            <a:xfrm>
              <a:off x="5440673" y="120784"/>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6"/>
            <p:cNvSpPr/>
            <p:nvPr/>
          </p:nvSpPr>
          <p:spPr>
            <a:xfrm>
              <a:off x="4735806" y="252861"/>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6"/>
            <p:cNvSpPr/>
            <p:nvPr/>
          </p:nvSpPr>
          <p:spPr>
            <a:xfrm>
              <a:off x="3809085" y="-758409"/>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6"/>
            <p:cNvSpPr/>
            <p:nvPr/>
          </p:nvSpPr>
          <p:spPr>
            <a:xfrm>
              <a:off x="3809085" y="-49083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6"/>
            <p:cNvSpPr/>
            <p:nvPr/>
          </p:nvSpPr>
          <p:spPr>
            <a:xfrm>
              <a:off x="9826894" y="1712989"/>
              <a:ext cx="136721" cy="136721"/>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9850645" y="173674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8592628" y="81402"/>
              <a:ext cx="89218"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10934893" y="789187"/>
              <a:ext cx="89218"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6100372" y="-70976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6124123" y="-686014"/>
              <a:ext cx="88635" cy="89219"/>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6720105" y="-69527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10327898" y="42140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10136748" y="146682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6"/>
            <p:cNvSpPr/>
            <p:nvPr/>
          </p:nvSpPr>
          <p:spPr>
            <a:xfrm>
              <a:off x="8601890" y="119287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6"/>
            <p:cNvSpPr/>
            <p:nvPr/>
          </p:nvSpPr>
          <p:spPr>
            <a:xfrm>
              <a:off x="7411092" y="53665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6"/>
            <p:cNvSpPr/>
            <p:nvPr/>
          </p:nvSpPr>
          <p:spPr>
            <a:xfrm>
              <a:off x="9285340" y="115697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6"/>
            <p:cNvSpPr/>
            <p:nvPr/>
          </p:nvSpPr>
          <p:spPr>
            <a:xfrm>
              <a:off x="7145822" y="-6917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6"/>
            <p:cNvSpPr/>
            <p:nvPr/>
          </p:nvSpPr>
          <p:spPr>
            <a:xfrm>
              <a:off x="7338672" y="-34139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
            <p:cNvSpPr/>
            <p:nvPr/>
          </p:nvSpPr>
          <p:spPr>
            <a:xfrm>
              <a:off x="7364174" y="-31533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5743599" y="-296229"/>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5430243" y="-296229"/>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4743317" y="-91199"/>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4288089" y="-539474"/>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7000423" y="-67847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a:off x="5041600" y="-50009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6"/>
            <p:cNvSpPr/>
            <p:nvPr/>
          </p:nvSpPr>
          <p:spPr>
            <a:xfrm>
              <a:off x="8632010" y="12124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6"/>
            <p:cNvSpPr/>
            <p:nvPr/>
          </p:nvSpPr>
          <p:spPr>
            <a:xfrm>
              <a:off x="7355470" y="17059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7469581" y="17059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7583109" y="17059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7697195"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7810723" y="17059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7924251" y="17059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8038337"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8151864" y="17059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6543445" y="95889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6754286" y="95889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6965101" y="95889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7176500" y="95889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7387341" y="95889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7598157" y="95889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3748885" y="-19798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4708100" y="215949"/>
              <a:ext cx="69046" cy="69077"/>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 name="Google Shape;443;p6"/>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444" name="Google Shape;444;p6"/>
          <p:cNvGrpSpPr/>
          <p:nvPr/>
        </p:nvGrpSpPr>
        <p:grpSpPr>
          <a:xfrm flipH="1">
            <a:off x="-1056675" y="3555950"/>
            <a:ext cx="1552150" cy="3475150"/>
            <a:chOff x="327125" y="2375600"/>
            <a:chExt cx="1552150" cy="3475150"/>
          </a:xfrm>
        </p:grpSpPr>
        <p:sp>
          <p:nvSpPr>
            <p:cNvPr id="445" name="Google Shape;445;p6"/>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6"/>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6"/>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6"/>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6"/>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6"/>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6"/>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6"/>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6"/>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6"/>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6"/>
        <p:cNvGrpSpPr/>
        <p:nvPr/>
      </p:nvGrpSpPr>
      <p:grpSpPr>
        <a:xfrm>
          <a:off x="0" y="0"/>
          <a:ext cx="0" cy="0"/>
          <a:chOff x="0" y="0"/>
          <a:chExt cx="0" cy="0"/>
        </a:xfrm>
      </p:grpSpPr>
      <p:grpSp>
        <p:nvGrpSpPr>
          <p:cNvPr id="467" name="Google Shape;467;p7"/>
          <p:cNvGrpSpPr/>
          <p:nvPr/>
        </p:nvGrpSpPr>
        <p:grpSpPr>
          <a:xfrm rot="5400000">
            <a:off x="4458750" y="327550"/>
            <a:ext cx="40525" cy="1103625"/>
            <a:chOff x="4289175" y="3929550"/>
            <a:chExt cx="40525" cy="1103625"/>
          </a:xfrm>
        </p:grpSpPr>
        <p:sp>
          <p:nvSpPr>
            <p:cNvPr id="468" name="Google Shape;468;p7"/>
            <p:cNvSpPr/>
            <p:nvPr/>
          </p:nvSpPr>
          <p:spPr>
            <a:xfrm>
              <a:off x="4309150" y="3948375"/>
              <a:ext cx="25" cy="1084800"/>
            </a:xfrm>
            <a:custGeom>
              <a:avLst/>
              <a:gdLst/>
              <a:ahLst/>
              <a:cxnLst/>
              <a:rect l="l" t="t" r="r" b="b"/>
              <a:pathLst>
                <a:path w="1" h="43392" fill="none" extrusionOk="0">
                  <a:moveTo>
                    <a:pt x="0" y="43391"/>
                  </a:moveTo>
                  <a:lnTo>
                    <a:pt x="0" y="0"/>
                  </a:lnTo>
                </a:path>
              </a:pathLst>
            </a:custGeom>
            <a:solidFill>
              <a:schemeClr val="accent1"/>
            </a:solidFill>
            <a:ln w="19050"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7"/>
            <p:cNvSpPr/>
            <p:nvPr/>
          </p:nvSpPr>
          <p:spPr>
            <a:xfrm>
              <a:off x="4289175" y="3929550"/>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7"/>
          <p:cNvSpPr txBox="1">
            <a:spLocks noGrp="1"/>
          </p:cNvSpPr>
          <p:nvPr>
            <p:ph type="title"/>
          </p:nvPr>
        </p:nvSpPr>
        <p:spPr>
          <a:xfrm>
            <a:off x="4914300" y="1600200"/>
            <a:ext cx="3509700" cy="587100"/>
          </a:xfrm>
          <a:prstGeom prst="rect">
            <a:avLst/>
          </a:prstGeom>
        </p:spPr>
        <p:txBody>
          <a:bodyPr spcFirstLastPara="1" wrap="square" lIns="0" tIns="0" rIns="0" bIns="0" anchor="ctr" anchorCtr="0">
            <a:noAutofit/>
          </a:bodyPr>
          <a:lstStyle>
            <a:lvl1pPr lvl="0" algn="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71" name="Google Shape;471;p7"/>
          <p:cNvSpPr txBox="1">
            <a:spLocks noGrp="1"/>
          </p:cNvSpPr>
          <p:nvPr>
            <p:ph type="subTitle" idx="1"/>
          </p:nvPr>
        </p:nvSpPr>
        <p:spPr>
          <a:xfrm>
            <a:off x="4914175" y="2571750"/>
            <a:ext cx="3509700" cy="14934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472" name="Google Shape;472;p7"/>
          <p:cNvGrpSpPr/>
          <p:nvPr/>
        </p:nvGrpSpPr>
        <p:grpSpPr>
          <a:xfrm>
            <a:off x="1032650" y="1735501"/>
            <a:ext cx="2458221" cy="2138575"/>
            <a:chOff x="1032650" y="1735501"/>
            <a:chExt cx="2458221" cy="2138575"/>
          </a:xfrm>
        </p:grpSpPr>
        <p:sp>
          <p:nvSpPr>
            <p:cNvPr id="473" name="Google Shape;473;p7"/>
            <p:cNvSpPr/>
            <p:nvPr/>
          </p:nvSpPr>
          <p:spPr>
            <a:xfrm>
              <a:off x="1487148" y="1877758"/>
              <a:ext cx="1854040" cy="1854040"/>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7"/>
            <p:cNvSpPr/>
            <p:nvPr/>
          </p:nvSpPr>
          <p:spPr>
            <a:xfrm>
              <a:off x="1344890" y="1735501"/>
              <a:ext cx="2145981" cy="2138575"/>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7"/>
            <p:cNvSpPr/>
            <p:nvPr/>
          </p:nvSpPr>
          <p:spPr>
            <a:xfrm>
              <a:off x="1114412" y="3017876"/>
              <a:ext cx="230477" cy="296"/>
            </a:xfrm>
            <a:custGeom>
              <a:avLst/>
              <a:gdLst/>
              <a:ahLst/>
              <a:cxnLst/>
              <a:rect l="l" t="t" r="r" b="b"/>
              <a:pathLst>
                <a:path w="778" h="1" fill="none" extrusionOk="0">
                  <a:moveTo>
                    <a:pt x="778"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7"/>
            <p:cNvSpPr/>
            <p:nvPr/>
          </p:nvSpPr>
          <p:spPr>
            <a:xfrm>
              <a:off x="1144037" y="2439021"/>
              <a:ext cx="200852" cy="296"/>
            </a:xfrm>
            <a:custGeom>
              <a:avLst/>
              <a:gdLst/>
              <a:ahLst/>
              <a:cxnLst/>
              <a:rect l="l" t="t" r="r" b="b"/>
              <a:pathLst>
                <a:path w="678" h="1" fill="none" extrusionOk="0">
                  <a:moveTo>
                    <a:pt x="678" y="0"/>
                  </a:moveTo>
                  <a:lnTo>
                    <a:pt x="1"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7"/>
            <p:cNvSpPr/>
            <p:nvPr/>
          </p:nvSpPr>
          <p:spPr>
            <a:xfrm>
              <a:off x="1032650" y="2025910"/>
              <a:ext cx="312240" cy="296"/>
            </a:xfrm>
            <a:custGeom>
              <a:avLst/>
              <a:gdLst/>
              <a:ahLst/>
              <a:cxnLst/>
              <a:rect l="l" t="t" r="r" b="b"/>
              <a:pathLst>
                <a:path w="1054" h="1" fill="none" extrusionOk="0">
                  <a:moveTo>
                    <a:pt x="1054"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7"/>
          <p:cNvGrpSpPr/>
          <p:nvPr/>
        </p:nvGrpSpPr>
        <p:grpSpPr>
          <a:xfrm>
            <a:off x="-1358125" y="2786225"/>
            <a:ext cx="2627875" cy="269025"/>
            <a:chOff x="-1358125" y="2589925"/>
            <a:chExt cx="2627875" cy="269025"/>
          </a:xfrm>
        </p:grpSpPr>
        <p:sp>
          <p:nvSpPr>
            <p:cNvPr id="479" name="Google Shape;479;p7"/>
            <p:cNvSpPr/>
            <p:nvPr/>
          </p:nvSpPr>
          <p:spPr>
            <a:xfrm rot="5400000">
              <a:off x="-242262" y="1512438"/>
              <a:ext cx="112450" cy="2344175"/>
            </a:xfrm>
            <a:custGeom>
              <a:avLst/>
              <a:gdLst/>
              <a:ahLst/>
              <a:cxnLst/>
              <a:rect l="l" t="t" r="r" b="b"/>
              <a:pathLst>
                <a:path w="4498" h="93767" fill="none" extrusionOk="0">
                  <a:moveTo>
                    <a:pt x="4497" y="93766"/>
                  </a:moveTo>
                  <a:lnTo>
                    <a:pt x="4497" y="50855"/>
                  </a:lnTo>
                  <a:lnTo>
                    <a:pt x="1" y="46358"/>
                  </a:lnTo>
                  <a:lnTo>
                    <a:pt x="1" y="0"/>
                  </a:lnTo>
                </a:path>
              </a:pathLst>
            </a:custGeom>
            <a:noFill/>
            <a:ln w="13125" cap="flat" cmpd="sng">
              <a:solidFill>
                <a:schemeClr val="dk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7"/>
            <p:cNvSpPr/>
            <p:nvPr/>
          </p:nvSpPr>
          <p:spPr>
            <a:xfrm rot="5400000">
              <a:off x="949513" y="2537563"/>
              <a:ext cx="192900" cy="374375"/>
            </a:xfrm>
            <a:custGeom>
              <a:avLst/>
              <a:gdLst/>
              <a:ahLst/>
              <a:cxnLst/>
              <a:rect l="l" t="t" r="r" b="b"/>
              <a:pathLst>
                <a:path w="7716" h="14975" fill="none" extrusionOk="0">
                  <a:moveTo>
                    <a:pt x="1" y="14974"/>
                  </a:moveTo>
                  <a:lnTo>
                    <a:pt x="7716" y="7259"/>
                  </a:lnTo>
                  <a:lnTo>
                    <a:pt x="7716" y="1"/>
                  </a:lnTo>
                </a:path>
              </a:pathLst>
            </a:custGeom>
            <a:noFill/>
            <a:ln w="19050" cap="flat" cmpd="sng">
              <a:solidFill>
                <a:schemeClr val="dk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7"/>
            <p:cNvSpPr/>
            <p:nvPr/>
          </p:nvSpPr>
          <p:spPr>
            <a:xfrm rot="5400000">
              <a:off x="1194225" y="2783425"/>
              <a:ext cx="75525" cy="7552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7"/>
            <p:cNvSpPr/>
            <p:nvPr/>
          </p:nvSpPr>
          <p:spPr>
            <a:xfrm rot="5400000">
              <a:off x="947950" y="2589925"/>
              <a:ext cx="75525" cy="7552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7"/>
          <p:cNvGrpSpPr/>
          <p:nvPr/>
        </p:nvGrpSpPr>
        <p:grpSpPr>
          <a:xfrm>
            <a:off x="913631" y="-758409"/>
            <a:ext cx="10779673" cy="2852929"/>
            <a:chOff x="913631" y="-758409"/>
            <a:chExt cx="10779673" cy="2852929"/>
          </a:xfrm>
        </p:grpSpPr>
        <p:sp>
          <p:nvSpPr>
            <p:cNvPr id="484" name="Google Shape;484;p7"/>
            <p:cNvSpPr/>
            <p:nvPr/>
          </p:nvSpPr>
          <p:spPr>
            <a:xfrm>
              <a:off x="6227221" y="-646632"/>
              <a:ext cx="5466083"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7"/>
            <p:cNvSpPr/>
            <p:nvPr/>
          </p:nvSpPr>
          <p:spPr>
            <a:xfrm>
              <a:off x="5068827" y="-47286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7"/>
            <p:cNvSpPr/>
            <p:nvPr/>
          </p:nvSpPr>
          <p:spPr>
            <a:xfrm>
              <a:off x="5440673" y="120784"/>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7"/>
            <p:cNvSpPr/>
            <p:nvPr/>
          </p:nvSpPr>
          <p:spPr>
            <a:xfrm>
              <a:off x="4735806" y="252861"/>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7"/>
            <p:cNvSpPr/>
            <p:nvPr/>
          </p:nvSpPr>
          <p:spPr>
            <a:xfrm>
              <a:off x="3886708" y="343196"/>
              <a:ext cx="3461835" cy="538686"/>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7"/>
            <p:cNvSpPr/>
            <p:nvPr/>
          </p:nvSpPr>
          <p:spPr>
            <a:xfrm>
              <a:off x="3809085" y="-758409"/>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7"/>
            <p:cNvSpPr/>
            <p:nvPr/>
          </p:nvSpPr>
          <p:spPr>
            <a:xfrm>
              <a:off x="3809085" y="-49083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7"/>
            <p:cNvSpPr/>
            <p:nvPr/>
          </p:nvSpPr>
          <p:spPr>
            <a:xfrm>
              <a:off x="9826894" y="1712989"/>
              <a:ext cx="136721" cy="13672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7"/>
            <p:cNvSpPr/>
            <p:nvPr/>
          </p:nvSpPr>
          <p:spPr>
            <a:xfrm>
              <a:off x="9850645" y="173674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7"/>
            <p:cNvSpPr/>
            <p:nvPr/>
          </p:nvSpPr>
          <p:spPr>
            <a:xfrm>
              <a:off x="8592628" y="81402"/>
              <a:ext cx="89218"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7"/>
            <p:cNvSpPr/>
            <p:nvPr/>
          </p:nvSpPr>
          <p:spPr>
            <a:xfrm>
              <a:off x="10934893" y="789187"/>
              <a:ext cx="89218"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7"/>
            <p:cNvSpPr/>
            <p:nvPr/>
          </p:nvSpPr>
          <p:spPr>
            <a:xfrm>
              <a:off x="7339839" y="740517"/>
              <a:ext cx="136721" cy="136721"/>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7"/>
            <p:cNvSpPr/>
            <p:nvPr/>
          </p:nvSpPr>
          <p:spPr>
            <a:xfrm>
              <a:off x="7363590" y="764268"/>
              <a:ext cx="89218" cy="89218"/>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7"/>
            <p:cNvSpPr/>
            <p:nvPr/>
          </p:nvSpPr>
          <p:spPr>
            <a:xfrm>
              <a:off x="6100372" y="-70976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7"/>
            <p:cNvSpPr/>
            <p:nvPr/>
          </p:nvSpPr>
          <p:spPr>
            <a:xfrm>
              <a:off x="6124123" y="-686014"/>
              <a:ext cx="88635" cy="89218"/>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7"/>
            <p:cNvSpPr/>
            <p:nvPr/>
          </p:nvSpPr>
          <p:spPr>
            <a:xfrm>
              <a:off x="6720105" y="-69527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7"/>
            <p:cNvSpPr/>
            <p:nvPr/>
          </p:nvSpPr>
          <p:spPr>
            <a:xfrm>
              <a:off x="10327898" y="42140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7"/>
            <p:cNvSpPr/>
            <p:nvPr/>
          </p:nvSpPr>
          <p:spPr>
            <a:xfrm>
              <a:off x="10136748" y="146682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7"/>
            <p:cNvSpPr/>
            <p:nvPr/>
          </p:nvSpPr>
          <p:spPr>
            <a:xfrm>
              <a:off x="8601890" y="119287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7"/>
            <p:cNvSpPr/>
            <p:nvPr/>
          </p:nvSpPr>
          <p:spPr>
            <a:xfrm>
              <a:off x="7411092" y="53665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7"/>
            <p:cNvSpPr/>
            <p:nvPr/>
          </p:nvSpPr>
          <p:spPr>
            <a:xfrm>
              <a:off x="9285340" y="115697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7"/>
            <p:cNvSpPr/>
            <p:nvPr/>
          </p:nvSpPr>
          <p:spPr>
            <a:xfrm>
              <a:off x="7145822" y="-6917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7"/>
            <p:cNvSpPr/>
            <p:nvPr/>
          </p:nvSpPr>
          <p:spPr>
            <a:xfrm>
              <a:off x="7338672" y="-34139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7"/>
            <p:cNvSpPr/>
            <p:nvPr/>
          </p:nvSpPr>
          <p:spPr>
            <a:xfrm>
              <a:off x="7364174" y="-31533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7"/>
            <p:cNvSpPr/>
            <p:nvPr/>
          </p:nvSpPr>
          <p:spPr>
            <a:xfrm>
              <a:off x="5743599" y="-296229"/>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7"/>
            <p:cNvSpPr/>
            <p:nvPr/>
          </p:nvSpPr>
          <p:spPr>
            <a:xfrm>
              <a:off x="5430243" y="-296229"/>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7"/>
            <p:cNvSpPr/>
            <p:nvPr/>
          </p:nvSpPr>
          <p:spPr>
            <a:xfrm>
              <a:off x="4743317" y="-91199"/>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7"/>
            <p:cNvSpPr/>
            <p:nvPr/>
          </p:nvSpPr>
          <p:spPr>
            <a:xfrm>
              <a:off x="4288089" y="-539474"/>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7"/>
            <p:cNvSpPr/>
            <p:nvPr/>
          </p:nvSpPr>
          <p:spPr>
            <a:xfrm>
              <a:off x="7000423" y="-67847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7"/>
            <p:cNvSpPr/>
            <p:nvPr/>
          </p:nvSpPr>
          <p:spPr>
            <a:xfrm>
              <a:off x="5041600" y="-50009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7"/>
            <p:cNvSpPr/>
            <p:nvPr/>
          </p:nvSpPr>
          <p:spPr>
            <a:xfrm>
              <a:off x="8632010" y="12124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7"/>
            <p:cNvSpPr/>
            <p:nvPr/>
          </p:nvSpPr>
          <p:spPr>
            <a:xfrm>
              <a:off x="7355470" y="17059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7"/>
            <p:cNvSpPr/>
            <p:nvPr/>
          </p:nvSpPr>
          <p:spPr>
            <a:xfrm>
              <a:off x="7469581" y="17059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7"/>
            <p:cNvSpPr/>
            <p:nvPr/>
          </p:nvSpPr>
          <p:spPr>
            <a:xfrm>
              <a:off x="7583109" y="17059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7"/>
            <p:cNvSpPr/>
            <p:nvPr/>
          </p:nvSpPr>
          <p:spPr>
            <a:xfrm>
              <a:off x="7697195"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7"/>
            <p:cNvSpPr/>
            <p:nvPr/>
          </p:nvSpPr>
          <p:spPr>
            <a:xfrm>
              <a:off x="7810723" y="17059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7"/>
            <p:cNvSpPr/>
            <p:nvPr/>
          </p:nvSpPr>
          <p:spPr>
            <a:xfrm>
              <a:off x="7924251" y="17059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7"/>
            <p:cNvSpPr/>
            <p:nvPr/>
          </p:nvSpPr>
          <p:spPr>
            <a:xfrm>
              <a:off x="8038337"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7"/>
            <p:cNvSpPr/>
            <p:nvPr/>
          </p:nvSpPr>
          <p:spPr>
            <a:xfrm>
              <a:off x="8151864" y="17059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7"/>
            <p:cNvSpPr/>
            <p:nvPr/>
          </p:nvSpPr>
          <p:spPr>
            <a:xfrm>
              <a:off x="6543445" y="95889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7"/>
            <p:cNvSpPr/>
            <p:nvPr/>
          </p:nvSpPr>
          <p:spPr>
            <a:xfrm>
              <a:off x="6754286" y="95889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7"/>
            <p:cNvSpPr/>
            <p:nvPr/>
          </p:nvSpPr>
          <p:spPr>
            <a:xfrm>
              <a:off x="6965101" y="95889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7"/>
            <p:cNvSpPr/>
            <p:nvPr/>
          </p:nvSpPr>
          <p:spPr>
            <a:xfrm>
              <a:off x="7176500" y="95889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7"/>
            <p:cNvSpPr/>
            <p:nvPr/>
          </p:nvSpPr>
          <p:spPr>
            <a:xfrm>
              <a:off x="7387341" y="95889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7"/>
            <p:cNvSpPr/>
            <p:nvPr/>
          </p:nvSpPr>
          <p:spPr>
            <a:xfrm>
              <a:off x="7598157" y="95889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9" name="Google Shape;529;p7"/>
            <p:cNvCxnSpPr/>
            <p:nvPr/>
          </p:nvCxnSpPr>
          <p:spPr>
            <a:xfrm rot="10800000">
              <a:off x="1697950" y="877825"/>
              <a:ext cx="2233200" cy="0"/>
            </a:xfrm>
            <a:prstGeom prst="straightConnector1">
              <a:avLst/>
            </a:prstGeom>
            <a:noFill/>
            <a:ln w="19050" cap="flat" cmpd="sng">
              <a:solidFill>
                <a:schemeClr val="accent2"/>
              </a:solidFill>
              <a:prstDash val="solid"/>
              <a:round/>
              <a:headEnd type="oval" w="med" len="med"/>
              <a:tailEnd type="none" w="med" len="med"/>
            </a:ln>
          </p:spPr>
        </p:cxnSp>
        <p:sp>
          <p:nvSpPr>
            <p:cNvPr id="530" name="Google Shape;530;p7"/>
            <p:cNvSpPr/>
            <p:nvPr/>
          </p:nvSpPr>
          <p:spPr>
            <a:xfrm>
              <a:off x="3748885" y="-19798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7"/>
            <p:cNvSpPr/>
            <p:nvPr/>
          </p:nvSpPr>
          <p:spPr>
            <a:xfrm>
              <a:off x="4708100" y="215949"/>
              <a:ext cx="69046" cy="69077"/>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2" name="Google Shape;532;p7"/>
            <p:cNvGrpSpPr/>
            <p:nvPr/>
          </p:nvGrpSpPr>
          <p:grpSpPr>
            <a:xfrm rot="-5400000" flipH="1">
              <a:off x="266770" y="647027"/>
              <a:ext cx="2094354" cy="800631"/>
              <a:chOff x="5593937" y="1366150"/>
              <a:chExt cx="1612903" cy="622575"/>
            </a:xfrm>
          </p:grpSpPr>
          <p:sp>
            <p:nvSpPr>
              <p:cNvPr id="533" name="Google Shape;533;p7"/>
              <p:cNvSpPr/>
              <p:nvPr/>
            </p:nvSpPr>
            <p:spPr>
              <a:xfrm>
                <a:off x="5593937"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7"/>
              <p:cNvSpPr/>
              <p:nvPr/>
            </p:nvSpPr>
            <p:spPr>
              <a:xfrm>
                <a:off x="7100690"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35" name="Google Shape;535;p7"/>
          <p:cNvSpPr/>
          <p:nvPr/>
        </p:nvSpPr>
        <p:spPr>
          <a:xfrm rot="10800000" flipH="1">
            <a:off x="-3890200" y="6349394"/>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6" name="Google Shape;536;p7"/>
          <p:cNvGrpSpPr/>
          <p:nvPr/>
        </p:nvGrpSpPr>
        <p:grpSpPr>
          <a:xfrm>
            <a:off x="3690957" y="4568872"/>
            <a:ext cx="881035" cy="290677"/>
            <a:chOff x="3690957" y="4568872"/>
            <a:chExt cx="881035" cy="290677"/>
          </a:xfrm>
        </p:grpSpPr>
        <p:sp>
          <p:nvSpPr>
            <p:cNvPr id="537" name="Google Shape;537;p7"/>
            <p:cNvSpPr/>
            <p:nvPr/>
          </p:nvSpPr>
          <p:spPr>
            <a:xfrm>
              <a:off x="3690957"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7"/>
            <p:cNvSpPr/>
            <p:nvPr/>
          </p:nvSpPr>
          <p:spPr>
            <a:xfrm>
              <a:off x="3839318"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7"/>
            <p:cNvSpPr/>
            <p:nvPr/>
          </p:nvSpPr>
          <p:spPr>
            <a:xfrm>
              <a:off x="3984595"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7"/>
            <p:cNvSpPr/>
            <p:nvPr/>
          </p:nvSpPr>
          <p:spPr>
            <a:xfrm>
              <a:off x="4132955"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7"/>
            <p:cNvSpPr/>
            <p:nvPr/>
          </p:nvSpPr>
          <p:spPr>
            <a:xfrm>
              <a:off x="4278232"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7"/>
            <p:cNvSpPr/>
            <p:nvPr/>
          </p:nvSpPr>
          <p:spPr>
            <a:xfrm>
              <a:off x="4426592"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6"/>
        <p:cNvGrpSpPr/>
        <p:nvPr/>
      </p:nvGrpSpPr>
      <p:grpSpPr>
        <a:xfrm>
          <a:off x="0" y="0"/>
          <a:ext cx="0" cy="0"/>
          <a:chOff x="0" y="0"/>
          <a:chExt cx="0" cy="0"/>
        </a:xfrm>
      </p:grpSpPr>
      <p:grpSp>
        <p:nvGrpSpPr>
          <p:cNvPr id="547" name="Google Shape;547;p9"/>
          <p:cNvGrpSpPr/>
          <p:nvPr/>
        </p:nvGrpSpPr>
        <p:grpSpPr>
          <a:xfrm flipH="1">
            <a:off x="-271725" y="-1955550"/>
            <a:ext cx="7767703" cy="3383025"/>
            <a:chOff x="24125" y="294775"/>
            <a:chExt cx="7767703" cy="3383025"/>
          </a:xfrm>
        </p:grpSpPr>
        <p:sp>
          <p:nvSpPr>
            <p:cNvPr id="548" name="Google Shape;548;p9"/>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9"/>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9"/>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9"/>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9"/>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9"/>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9"/>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9"/>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9"/>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9"/>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9"/>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9"/>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9"/>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9"/>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9"/>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9"/>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9"/>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9"/>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9"/>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9"/>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9"/>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9"/>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9"/>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9"/>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9"/>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9"/>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9"/>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9"/>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9"/>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9"/>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9"/>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9"/>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9"/>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9"/>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9"/>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9"/>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9"/>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9"/>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9"/>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9"/>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9"/>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9"/>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9"/>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9"/>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9"/>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9"/>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9"/>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9"/>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9"/>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9"/>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9"/>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9"/>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9"/>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9"/>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9"/>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9"/>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9"/>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9"/>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9"/>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9"/>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9"/>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9"/>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9"/>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9"/>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9"/>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9"/>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9"/>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9"/>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9"/>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9"/>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9"/>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9"/>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9"/>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9"/>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9"/>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9"/>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9"/>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9"/>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9"/>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9"/>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9"/>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9"/>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9"/>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9"/>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9"/>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9"/>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9"/>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9"/>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 name="Google Shape;642;p9"/>
          <p:cNvGrpSpPr/>
          <p:nvPr/>
        </p:nvGrpSpPr>
        <p:grpSpPr>
          <a:xfrm>
            <a:off x="-64791" y="3334954"/>
            <a:ext cx="2438787" cy="1857515"/>
            <a:chOff x="-64791" y="3334954"/>
            <a:chExt cx="2438787" cy="1857515"/>
          </a:xfrm>
        </p:grpSpPr>
        <p:sp>
          <p:nvSpPr>
            <p:cNvPr id="643" name="Google Shape;643;p9"/>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9"/>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9"/>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9"/>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9"/>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9"/>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9"/>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9"/>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9"/>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9"/>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9"/>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9"/>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9"/>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9"/>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9"/>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9"/>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9"/>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9"/>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9"/>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4" name="Google Shape;664;p9"/>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665" name="Google Shape;665;p9"/>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9"/>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9"/>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9"/>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9"/>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9"/>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9"/>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9"/>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9"/>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9"/>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5" name="Google Shape;675;p9"/>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676" name="Google Shape;676;p9"/>
          <p:cNvGrpSpPr/>
          <p:nvPr/>
        </p:nvGrpSpPr>
        <p:grpSpPr>
          <a:xfrm>
            <a:off x="5266248" y="4568869"/>
            <a:ext cx="3157758" cy="296582"/>
            <a:chOff x="5266248" y="4230494"/>
            <a:chExt cx="3157758" cy="296582"/>
          </a:xfrm>
        </p:grpSpPr>
        <p:sp>
          <p:nvSpPr>
            <p:cNvPr id="677" name="Google Shape;677;p9"/>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9"/>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9"/>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9"/>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9"/>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9"/>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9"/>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9"/>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9"/>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9"/>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9"/>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9"/>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9"/>
          <p:cNvGrpSpPr/>
          <p:nvPr/>
        </p:nvGrpSpPr>
        <p:grpSpPr>
          <a:xfrm>
            <a:off x="7723214" y="1254245"/>
            <a:ext cx="1068186" cy="967252"/>
            <a:chOff x="7723214" y="1254245"/>
            <a:chExt cx="1068186" cy="967252"/>
          </a:xfrm>
        </p:grpSpPr>
        <p:grpSp>
          <p:nvGrpSpPr>
            <p:cNvPr id="695" name="Google Shape;695;p9"/>
            <p:cNvGrpSpPr/>
            <p:nvPr/>
          </p:nvGrpSpPr>
          <p:grpSpPr>
            <a:xfrm>
              <a:off x="7883587" y="1867634"/>
              <a:ext cx="352280" cy="353863"/>
              <a:chOff x="1448125" y="1450525"/>
              <a:chExt cx="133500" cy="134100"/>
            </a:xfrm>
          </p:grpSpPr>
          <p:sp>
            <p:nvSpPr>
              <p:cNvPr id="696" name="Google Shape;696;p9"/>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 name="Google Shape;698;p9"/>
            <p:cNvGrpSpPr/>
            <p:nvPr/>
          </p:nvGrpSpPr>
          <p:grpSpPr>
            <a:xfrm>
              <a:off x="8239099" y="1536926"/>
              <a:ext cx="552301" cy="552301"/>
              <a:chOff x="1582850" y="1325200"/>
              <a:chExt cx="209300" cy="209300"/>
            </a:xfrm>
          </p:grpSpPr>
          <p:sp>
            <p:nvSpPr>
              <p:cNvPr id="699" name="Google Shape;699;p9"/>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9"/>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9"/>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 name="Google Shape;703;p9"/>
            <p:cNvGrpSpPr/>
            <p:nvPr/>
          </p:nvGrpSpPr>
          <p:grpSpPr>
            <a:xfrm>
              <a:off x="7723214" y="1254245"/>
              <a:ext cx="552301" cy="552301"/>
              <a:chOff x="1387350" y="1218075"/>
              <a:chExt cx="209300" cy="209300"/>
            </a:xfrm>
          </p:grpSpPr>
          <p:sp>
            <p:nvSpPr>
              <p:cNvPr id="704" name="Google Shape;704;p9"/>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9"/>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9"/>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9"/>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8" name="Google Shape;708;p9"/>
          <p:cNvSpPr txBox="1">
            <a:spLocks noGrp="1"/>
          </p:cNvSpPr>
          <p:nvPr>
            <p:ph type="title"/>
          </p:nvPr>
        </p:nvSpPr>
        <p:spPr>
          <a:xfrm>
            <a:off x="2549400" y="2221500"/>
            <a:ext cx="4045200" cy="754800"/>
          </a:xfrm>
          <a:prstGeom prst="rect">
            <a:avLst/>
          </a:prstGeom>
        </p:spPr>
        <p:txBody>
          <a:bodyPr spcFirstLastPara="1" wrap="square" lIns="0" tIns="0" rIns="0" bIns="0" anchor="ctr" anchorCtr="0">
            <a:noAutofit/>
          </a:bodyPr>
          <a:lstStyle>
            <a:lvl1pPr lvl="0" algn="ctr">
              <a:spcBef>
                <a:spcPts val="0"/>
              </a:spcBef>
              <a:spcAft>
                <a:spcPts val="0"/>
              </a:spcAft>
              <a:buSzPts val="4200"/>
              <a:buNone/>
              <a:defRPr sz="47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09" name="Google Shape;709;p9"/>
          <p:cNvSpPr txBox="1">
            <a:spLocks noGrp="1"/>
          </p:cNvSpPr>
          <p:nvPr>
            <p:ph type="subTitle" idx="1"/>
          </p:nvPr>
        </p:nvSpPr>
        <p:spPr>
          <a:xfrm>
            <a:off x="2549400" y="3230175"/>
            <a:ext cx="4045200" cy="700500"/>
          </a:xfrm>
          <a:prstGeom prst="rect">
            <a:avLst/>
          </a:prstGeom>
        </p:spPr>
        <p:txBody>
          <a:bodyPr spcFirstLastPara="1" wrap="square" lIns="0" tIns="0" rIns="0" bIns="0"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10" name="Google Shape;710;p9"/>
          <p:cNvSpPr txBox="1">
            <a:spLocks noGrp="1"/>
          </p:cNvSpPr>
          <p:nvPr>
            <p:ph type="title" idx="2" hasCustomPrompt="1"/>
          </p:nvPr>
        </p:nvSpPr>
        <p:spPr>
          <a:xfrm>
            <a:off x="3647325" y="1212825"/>
            <a:ext cx="1926600" cy="7548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sz="7200">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11"/>
        <p:cNvGrpSpPr/>
        <p:nvPr/>
      </p:nvGrpSpPr>
      <p:grpSpPr>
        <a:xfrm>
          <a:off x="0" y="0"/>
          <a:ext cx="0" cy="0"/>
          <a:chOff x="0" y="0"/>
          <a:chExt cx="0" cy="0"/>
        </a:xfrm>
      </p:grpSpPr>
      <p:grpSp>
        <p:nvGrpSpPr>
          <p:cNvPr id="712" name="Google Shape;712;p10"/>
          <p:cNvGrpSpPr/>
          <p:nvPr/>
        </p:nvGrpSpPr>
        <p:grpSpPr>
          <a:xfrm flipH="1">
            <a:off x="1510279" y="-831315"/>
            <a:ext cx="8377976" cy="1614718"/>
            <a:chOff x="-566246" y="-831315"/>
            <a:chExt cx="8377976" cy="1614718"/>
          </a:xfrm>
        </p:grpSpPr>
        <p:sp>
          <p:nvSpPr>
            <p:cNvPr id="713" name="Google Shape;713;p10"/>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0"/>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0"/>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0"/>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0"/>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0"/>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0"/>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0"/>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0"/>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0"/>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0"/>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0"/>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0"/>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0"/>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0"/>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0"/>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0"/>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0"/>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0"/>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0"/>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0"/>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0"/>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0"/>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0"/>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0"/>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0"/>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0"/>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0"/>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0"/>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2" name="Google Shape;742;p10"/>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743" name="Google Shape;743;p10"/>
          <p:cNvGrpSpPr/>
          <p:nvPr/>
        </p:nvGrpSpPr>
        <p:grpSpPr>
          <a:xfrm rot="5400000" flipH="1">
            <a:off x="-113625" y="3210625"/>
            <a:ext cx="536425" cy="3475150"/>
            <a:chOff x="327125" y="2375600"/>
            <a:chExt cx="536425" cy="3475150"/>
          </a:xfrm>
        </p:grpSpPr>
        <p:sp>
          <p:nvSpPr>
            <p:cNvPr id="744" name="Google Shape;744;p10"/>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0"/>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0"/>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0"/>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0"/>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0"/>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0"/>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0"/>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0"/>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0"/>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0"/>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0"/>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0"/>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57"/>
        <p:cNvGrpSpPr/>
        <p:nvPr/>
      </p:nvGrpSpPr>
      <p:grpSpPr>
        <a:xfrm>
          <a:off x="0" y="0"/>
          <a:ext cx="0" cy="0"/>
          <a:chOff x="0" y="0"/>
          <a:chExt cx="0" cy="0"/>
        </a:xfrm>
      </p:grpSpPr>
      <p:grpSp>
        <p:nvGrpSpPr>
          <p:cNvPr id="758" name="Google Shape;758;p11"/>
          <p:cNvGrpSpPr/>
          <p:nvPr/>
        </p:nvGrpSpPr>
        <p:grpSpPr>
          <a:xfrm>
            <a:off x="5266248" y="4568869"/>
            <a:ext cx="3157758" cy="296582"/>
            <a:chOff x="5266248" y="4230494"/>
            <a:chExt cx="3157758" cy="296582"/>
          </a:xfrm>
        </p:grpSpPr>
        <p:sp>
          <p:nvSpPr>
            <p:cNvPr id="759" name="Google Shape;759;p11"/>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1"/>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1"/>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1"/>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1"/>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1"/>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1"/>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1"/>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1"/>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1"/>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1"/>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1"/>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1"/>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1"/>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1"/>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1"/>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1"/>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 name="Google Shape;776;p11"/>
          <p:cNvGrpSpPr/>
          <p:nvPr/>
        </p:nvGrpSpPr>
        <p:grpSpPr>
          <a:xfrm>
            <a:off x="-364925" y="-1720950"/>
            <a:ext cx="9644000" cy="3383025"/>
            <a:chOff x="-364925" y="-1720950"/>
            <a:chExt cx="9644000" cy="3383025"/>
          </a:xfrm>
        </p:grpSpPr>
        <p:grpSp>
          <p:nvGrpSpPr>
            <p:cNvPr id="777" name="Google Shape;777;p11"/>
            <p:cNvGrpSpPr/>
            <p:nvPr/>
          </p:nvGrpSpPr>
          <p:grpSpPr>
            <a:xfrm flipH="1">
              <a:off x="-364925" y="-1720950"/>
              <a:ext cx="7767703" cy="3383025"/>
              <a:chOff x="24125" y="294775"/>
              <a:chExt cx="7767703" cy="3383025"/>
            </a:xfrm>
          </p:grpSpPr>
          <p:sp>
            <p:nvSpPr>
              <p:cNvPr id="778" name="Google Shape;778;p11"/>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1"/>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1"/>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1"/>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1"/>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1"/>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1"/>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1"/>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1"/>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1"/>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1"/>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1"/>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1"/>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1"/>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1"/>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1"/>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1"/>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1"/>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1"/>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1"/>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1"/>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1"/>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1"/>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1"/>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1"/>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1"/>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1"/>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1"/>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1"/>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1"/>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1"/>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1"/>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1"/>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1"/>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1"/>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1"/>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1"/>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1"/>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1"/>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1"/>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1"/>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1"/>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1"/>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1"/>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1"/>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1"/>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1"/>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1"/>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1"/>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1"/>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1"/>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1"/>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1"/>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1"/>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1"/>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1"/>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1"/>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1"/>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1"/>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1"/>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1"/>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1"/>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1"/>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1"/>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1"/>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1"/>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1"/>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1"/>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1"/>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1"/>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1"/>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1"/>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1"/>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1"/>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1"/>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1"/>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1"/>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1"/>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1"/>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1"/>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1"/>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1"/>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1"/>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1"/>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1"/>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1"/>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1"/>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1"/>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1"/>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1"/>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1"/>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1"/>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1"/>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1"/>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2" name="Google Shape;872;p11"/>
            <p:cNvCxnSpPr/>
            <p:nvPr/>
          </p:nvCxnSpPr>
          <p:spPr>
            <a:xfrm>
              <a:off x="7315575" y="705500"/>
              <a:ext cx="1963500" cy="0"/>
            </a:xfrm>
            <a:prstGeom prst="straightConnector1">
              <a:avLst/>
            </a:prstGeom>
            <a:noFill/>
            <a:ln w="19050" cap="flat" cmpd="sng">
              <a:solidFill>
                <a:schemeClr val="accent1"/>
              </a:solidFill>
              <a:prstDash val="solid"/>
              <a:round/>
              <a:headEnd type="none" w="med" len="med"/>
              <a:tailEnd type="none" w="med" len="med"/>
            </a:ln>
          </p:spPr>
        </p:cxnSp>
      </p:grpSp>
      <p:sp>
        <p:nvSpPr>
          <p:cNvPr id="873" name="Google Shape;873;p11"/>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74" name="Google Shape;874;p11"/>
          <p:cNvSpPr txBox="1">
            <a:spLocks noGrp="1"/>
          </p:cNvSpPr>
          <p:nvPr>
            <p:ph type="subTitle" idx="1"/>
          </p:nvPr>
        </p:nvSpPr>
        <p:spPr>
          <a:xfrm>
            <a:off x="2549400" y="2893950"/>
            <a:ext cx="4045200" cy="12351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87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1" name="Shape 876"/>
        <p:cNvGrpSpPr/>
        <p:nvPr/>
      </p:nvGrpSpPr>
      <p:grpSpPr>
        <a:xfrm>
          <a:off x="0" y="0"/>
          <a:ext cx="0" cy="0"/>
          <a:chOff x="0" y="0"/>
          <a:chExt cx="0" cy="0"/>
        </a:xfrm>
      </p:grpSpPr>
      <p:grpSp>
        <p:nvGrpSpPr>
          <p:cNvPr id="877" name="Google Shape;877;p13"/>
          <p:cNvGrpSpPr/>
          <p:nvPr/>
        </p:nvGrpSpPr>
        <p:grpSpPr>
          <a:xfrm>
            <a:off x="392675" y="1621008"/>
            <a:ext cx="3009700" cy="1564192"/>
            <a:chOff x="392675" y="1513033"/>
            <a:chExt cx="3009700" cy="1564192"/>
          </a:xfrm>
        </p:grpSpPr>
        <p:sp>
          <p:nvSpPr>
            <p:cNvPr id="878" name="Google Shape;878;p13"/>
            <p:cNvSpPr/>
            <p:nvPr/>
          </p:nvSpPr>
          <p:spPr>
            <a:xfrm>
              <a:off x="878255" y="1659206"/>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3"/>
            <p:cNvSpPr/>
            <p:nvPr/>
          </p:nvSpPr>
          <p:spPr>
            <a:xfrm>
              <a:off x="820418"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3"/>
            <p:cNvSpPr/>
            <p:nvPr/>
          </p:nvSpPr>
          <p:spPr>
            <a:xfrm>
              <a:off x="820418" y="1622632"/>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3"/>
            <p:cNvSpPr/>
            <p:nvPr/>
          </p:nvSpPr>
          <p:spPr>
            <a:xfrm>
              <a:off x="820418"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3"/>
            <p:cNvSpPr/>
            <p:nvPr/>
          </p:nvSpPr>
          <p:spPr>
            <a:xfrm>
              <a:off x="865983" y="1601247"/>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3"/>
            <p:cNvSpPr/>
            <p:nvPr/>
          </p:nvSpPr>
          <p:spPr>
            <a:xfrm>
              <a:off x="1520782"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3"/>
            <p:cNvSpPr/>
            <p:nvPr/>
          </p:nvSpPr>
          <p:spPr>
            <a:xfrm>
              <a:off x="1520782" y="1643896"/>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3"/>
            <p:cNvSpPr/>
            <p:nvPr/>
          </p:nvSpPr>
          <p:spPr>
            <a:xfrm>
              <a:off x="1520782"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3"/>
            <p:cNvSpPr/>
            <p:nvPr/>
          </p:nvSpPr>
          <p:spPr>
            <a:xfrm>
              <a:off x="844719" y="2301733"/>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3"/>
            <p:cNvSpPr/>
            <p:nvPr/>
          </p:nvSpPr>
          <p:spPr>
            <a:xfrm>
              <a:off x="732082" y="1513033"/>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8" name="Google Shape;888;p13"/>
            <p:cNvCxnSpPr/>
            <p:nvPr/>
          </p:nvCxnSpPr>
          <p:spPr>
            <a:xfrm>
              <a:off x="1612275" y="1922650"/>
              <a:ext cx="1790100" cy="0"/>
            </a:xfrm>
            <a:prstGeom prst="straightConnector1">
              <a:avLst/>
            </a:prstGeom>
            <a:noFill/>
            <a:ln w="9525" cap="flat" cmpd="sng">
              <a:solidFill>
                <a:schemeClr val="dk2"/>
              </a:solidFill>
              <a:prstDash val="solid"/>
              <a:round/>
              <a:headEnd type="none" w="med" len="med"/>
              <a:tailEnd type="oval" w="med" len="med"/>
            </a:ln>
          </p:spPr>
        </p:cxnSp>
        <p:sp>
          <p:nvSpPr>
            <p:cNvPr id="889" name="Google Shape;889;p13"/>
            <p:cNvSpPr/>
            <p:nvPr/>
          </p:nvSpPr>
          <p:spPr>
            <a:xfrm>
              <a:off x="636097" y="2039765"/>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3"/>
            <p:cNvSpPr/>
            <p:nvPr/>
          </p:nvSpPr>
          <p:spPr>
            <a:xfrm>
              <a:off x="642173" y="1802341"/>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3"/>
            <p:cNvSpPr/>
            <p:nvPr/>
          </p:nvSpPr>
          <p:spPr>
            <a:xfrm>
              <a:off x="596487" y="1689583"/>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2" name="Google Shape;892;p13"/>
            <p:cNvGrpSpPr/>
            <p:nvPr/>
          </p:nvGrpSpPr>
          <p:grpSpPr>
            <a:xfrm>
              <a:off x="392675" y="1922525"/>
              <a:ext cx="336300" cy="1154701"/>
              <a:chOff x="392675" y="1955343"/>
              <a:chExt cx="336300" cy="1116300"/>
            </a:xfrm>
          </p:grpSpPr>
          <p:cxnSp>
            <p:nvCxnSpPr>
              <p:cNvPr id="893" name="Google Shape;893;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894" name="Google Shape;894;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cxnSp>
            <p:nvCxnSpPr>
              <p:cNvPr id="895" name="Google Shape;895;p13"/>
              <p:cNvCxnSpPr/>
              <p:nvPr/>
            </p:nvCxnSpPr>
            <p:spPr>
              <a:xfrm>
                <a:off x="392675" y="1955464"/>
                <a:ext cx="336300" cy="0"/>
              </a:xfrm>
              <a:prstGeom prst="straightConnector1">
                <a:avLst/>
              </a:prstGeom>
              <a:noFill/>
              <a:ln w="9525" cap="flat" cmpd="sng">
                <a:solidFill>
                  <a:schemeClr val="dk2"/>
                </a:solidFill>
                <a:prstDash val="solid"/>
                <a:round/>
                <a:headEnd type="oval" w="med" len="med"/>
                <a:tailEnd type="none" w="med" len="med"/>
              </a:ln>
            </p:spPr>
          </p:cxnSp>
        </p:grpSp>
        <p:sp>
          <p:nvSpPr>
            <p:cNvPr id="896" name="Google Shape;896;p13"/>
            <p:cNvSpPr/>
            <p:nvPr/>
          </p:nvSpPr>
          <p:spPr>
            <a:xfrm>
              <a:off x="1615281" y="2064188"/>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3"/>
            <p:cNvSpPr/>
            <p:nvPr/>
          </p:nvSpPr>
          <p:spPr>
            <a:xfrm>
              <a:off x="1612256" y="2173787"/>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3"/>
            <p:cNvSpPr/>
            <p:nvPr/>
          </p:nvSpPr>
          <p:spPr>
            <a:xfrm>
              <a:off x="1612144" y="1732231"/>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3"/>
            <p:cNvSpPr/>
            <p:nvPr/>
          </p:nvSpPr>
          <p:spPr>
            <a:xfrm>
              <a:off x="1612156" y="1823604"/>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3"/>
          <p:cNvGrpSpPr/>
          <p:nvPr/>
        </p:nvGrpSpPr>
        <p:grpSpPr>
          <a:xfrm>
            <a:off x="3363525" y="1622521"/>
            <a:ext cx="3042600" cy="1562680"/>
            <a:chOff x="3363525" y="1622521"/>
            <a:chExt cx="3042600" cy="1562680"/>
          </a:xfrm>
        </p:grpSpPr>
        <p:grpSp>
          <p:nvGrpSpPr>
            <p:cNvPr id="901" name="Google Shape;901;p13"/>
            <p:cNvGrpSpPr/>
            <p:nvPr/>
          </p:nvGrpSpPr>
          <p:grpSpPr>
            <a:xfrm>
              <a:off x="3363525" y="1622521"/>
              <a:ext cx="3042600" cy="877163"/>
              <a:chOff x="3363525" y="1503696"/>
              <a:chExt cx="3042600" cy="877163"/>
            </a:xfrm>
          </p:grpSpPr>
          <p:sp>
            <p:nvSpPr>
              <p:cNvPr id="902" name="Google Shape;902;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5" name="Google Shape;915;p13"/>
              <p:cNvCxnSpPr/>
              <p:nvPr/>
            </p:nvCxnSpPr>
            <p:spPr>
              <a:xfrm>
                <a:off x="3363525" y="1913003"/>
                <a:ext cx="315600" cy="0"/>
              </a:xfrm>
              <a:prstGeom prst="straightConnector1">
                <a:avLst/>
              </a:prstGeom>
              <a:noFill/>
              <a:ln w="9525" cap="flat" cmpd="sng">
                <a:solidFill>
                  <a:schemeClr val="dk2"/>
                </a:solidFill>
                <a:prstDash val="solid"/>
                <a:round/>
                <a:headEnd type="none" w="med" len="med"/>
                <a:tailEnd type="none" w="med" len="med"/>
              </a:ln>
            </p:spPr>
          </p:cxnSp>
          <p:sp>
            <p:nvSpPr>
              <p:cNvPr id="916" name="Google Shape;916;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0" name="Google Shape;920;p13"/>
              <p:cNvCxnSpPr/>
              <p:nvPr/>
            </p:nvCxnSpPr>
            <p:spPr>
              <a:xfrm>
                <a:off x="4565325" y="1922925"/>
                <a:ext cx="1840800" cy="0"/>
              </a:xfrm>
              <a:prstGeom prst="straightConnector1">
                <a:avLst/>
              </a:prstGeom>
              <a:noFill/>
              <a:ln w="9525" cap="flat" cmpd="sng">
                <a:solidFill>
                  <a:schemeClr val="dk2"/>
                </a:solidFill>
                <a:prstDash val="solid"/>
                <a:round/>
                <a:headEnd type="none" w="med" len="med"/>
                <a:tailEnd type="oval" w="med" len="med"/>
              </a:ln>
            </p:spPr>
          </p:cxnSp>
        </p:grpSp>
        <p:grpSp>
          <p:nvGrpSpPr>
            <p:cNvPr id="921" name="Google Shape;921;p13"/>
            <p:cNvGrpSpPr/>
            <p:nvPr/>
          </p:nvGrpSpPr>
          <p:grpSpPr>
            <a:xfrm>
              <a:off x="3369450" y="2030500"/>
              <a:ext cx="227100" cy="1154701"/>
              <a:chOff x="418775" y="1955343"/>
              <a:chExt cx="227100" cy="1116300"/>
            </a:xfrm>
          </p:grpSpPr>
          <p:cxnSp>
            <p:nvCxnSpPr>
              <p:cNvPr id="922" name="Google Shape;922;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24" name="Google Shape;924;p13"/>
          <p:cNvGrpSpPr/>
          <p:nvPr/>
        </p:nvGrpSpPr>
        <p:grpSpPr>
          <a:xfrm>
            <a:off x="6368275" y="1619796"/>
            <a:ext cx="3003300" cy="1565405"/>
            <a:chOff x="6368275" y="1619796"/>
            <a:chExt cx="3003300" cy="1565405"/>
          </a:xfrm>
        </p:grpSpPr>
        <p:grpSp>
          <p:nvGrpSpPr>
            <p:cNvPr id="925" name="Google Shape;925;p13"/>
            <p:cNvGrpSpPr/>
            <p:nvPr/>
          </p:nvGrpSpPr>
          <p:grpSpPr>
            <a:xfrm>
              <a:off x="6368275" y="1619796"/>
              <a:ext cx="3003300" cy="877163"/>
              <a:chOff x="3363525" y="1503696"/>
              <a:chExt cx="3003300" cy="877163"/>
            </a:xfrm>
          </p:grpSpPr>
          <p:cxnSp>
            <p:nvCxnSpPr>
              <p:cNvPr id="926" name="Google Shape;926;p13"/>
              <p:cNvCxnSpPr/>
              <p:nvPr/>
            </p:nvCxnSpPr>
            <p:spPr>
              <a:xfrm>
                <a:off x="4565325" y="1925200"/>
                <a:ext cx="1801500" cy="0"/>
              </a:xfrm>
              <a:prstGeom prst="straightConnector1">
                <a:avLst/>
              </a:prstGeom>
              <a:noFill/>
              <a:ln w="9525" cap="flat" cmpd="sng">
                <a:solidFill>
                  <a:schemeClr val="dk2"/>
                </a:solidFill>
                <a:prstDash val="solid"/>
                <a:round/>
                <a:headEnd type="none" w="med" len="med"/>
                <a:tailEnd type="oval" w="med" len="med"/>
              </a:ln>
            </p:spPr>
          </p:cxnSp>
          <p:sp>
            <p:nvSpPr>
              <p:cNvPr id="927" name="Google Shape;927;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0" name="Google Shape;940;p13"/>
              <p:cNvCxnSpPr/>
              <p:nvPr/>
            </p:nvCxnSpPr>
            <p:spPr>
              <a:xfrm>
                <a:off x="3363525" y="1925203"/>
                <a:ext cx="315600" cy="0"/>
              </a:xfrm>
              <a:prstGeom prst="straightConnector1">
                <a:avLst/>
              </a:prstGeom>
              <a:noFill/>
              <a:ln w="9525" cap="flat" cmpd="sng">
                <a:solidFill>
                  <a:schemeClr val="dk2"/>
                </a:solidFill>
                <a:prstDash val="solid"/>
                <a:round/>
                <a:headEnd type="none" w="med" len="med"/>
                <a:tailEnd type="none" w="med" len="med"/>
              </a:ln>
            </p:spPr>
          </p:cxnSp>
          <p:sp>
            <p:nvSpPr>
              <p:cNvPr id="941" name="Google Shape;941;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 name="Google Shape;945;p13"/>
            <p:cNvGrpSpPr/>
            <p:nvPr/>
          </p:nvGrpSpPr>
          <p:grpSpPr>
            <a:xfrm>
              <a:off x="6374325" y="2030500"/>
              <a:ext cx="227100" cy="1154701"/>
              <a:chOff x="418775" y="1955343"/>
              <a:chExt cx="227100" cy="1116300"/>
            </a:xfrm>
          </p:grpSpPr>
          <p:cxnSp>
            <p:nvCxnSpPr>
              <p:cNvPr id="946" name="Google Shape;946;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47" name="Google Shape;947;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48" name="Google Shape;948;p13"/>
          <p:cNvGrpSpPr/>
          <p:nvPr/>
        </p:nvGrpSpPr>
        <p:grpSpPr>
          <a:xfrm>
            <a:off x="1463060" y="-2483486"/>
            <a:ext cx="7884219" cy="3433770"/>
            <a:chOff x="24125" y="294775"/>
            <a:chExt cx="7767703" cy="3383025"/>
          </a:xfrm>
        </p:grpSpPr>
        <p:sp>
          <p:nvSpPr>
            <p:cNvPr id="949" name="Google Shape;949;p13"/>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3"/>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3"/>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3"/>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3"/>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3"/>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3"/>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3"/>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3"/>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3"/>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3"/>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3"/>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3"/>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3"/>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3"/>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3"/>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3"/>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3"/>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3"/>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3"/>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3"/>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3"/>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3"/>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3"/>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3"/>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3"/>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3"/>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3"/>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3"/>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3"/>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3"/>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3"/>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3"/>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3"/>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3"/>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3"/>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3"/>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3"/>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3"/>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3"/>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3"/>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3"/>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3"/>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3"/>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3"/>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3"/>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3"/>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3"/>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3"/>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3"/>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3"/>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3"/>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3"/>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3"/>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3"/>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3"/>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3"/>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3"/>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3"/>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3"/>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3"/>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3"/>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3"/>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3"/>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3"/>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3"/>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3"/>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3"/>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3"/>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3"/>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3"/>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3"/>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3"/>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3"/>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3"/>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3"/>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3"/>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3"/>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3"/>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3"/>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3"/>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3"/>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3"/>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3"/>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3"/>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3"/>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3"/>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3"/>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3"/>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3"/>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3"/>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3"/>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3"/>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3"/>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13"/>
          <p:cNvGrpSpPr/>
          <p:nvPr/>
        </p:nvGrpSpPr>
        <p:grpSpPr>
          <a:xfrm>
            <a:off x="8757750" y="2728975"/>
            <a:ext cx="1552150" cy="3475150"/>
            <a:chOff x="327125" y="2375600"/>
            <a:chExt cx="1552150" cy="3475150"/>
          </a:xfrm>
        </p:grpSpPr>
        <p:sp>
          <p:nvSpPr>
            <p:cNvPr id="1044" name="Google Shape;1044;p13"/>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3"/>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3"/>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3"/>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3"/>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3"/>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3"/>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3"/>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3"/>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3"/>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3"/>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3"/>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3"/>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3"/>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3"/>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3"/>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3"/>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3"/>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3"/>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3"/>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3"/>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5" name="Google Shape;1065;p13"/>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66" name="Google Shape;1066;p13"/>
          <p:cNvSpPr txBox="1">
            <a:spLocks noGrp="1"/>
          </p:cNvSpPr>
          <p:nvPr>
            <p:ph type="subTitle" idx="1"/>
          </p:nvPr>
        </p:nvSpPr>
        <p:spPr>
          <a:xfrm>
            <a:off x="719988" y="37285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67" name="Google Shape;1067;p13"/>
          <p:cNvSpPr txBox="1">
            <a:spLocks noGrp="1"/>
          </p:cNvSpPr>
          <p:nvPr>
            <p:ph type="title" idx="2"/>
          </p:nvPr>
        </p:nvSpPr>
        <p:spPr>
          <a:xfrm>
            <a:off x="720000" y="2868050"/>
            <a:ext cx="14667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8" name="Google Shape;1068;p13"/>
          <p:cNvSpPr txBox="1">
            <a:spLocks noGrp="1"/>
          </p:cNvSpPr>
          <p:nvPr>
            <p:ph type="title" idx="3" hasCustomPrompt="1"/>
          </p:nvPr>
        </p:nvSpPr>
        <p:spPr>
          <a:xfrm>
            <a:off x="878350" y="1766925"/>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69" name="Google Shape;1069;p13"/>
          <p:cNvSpPr txBox="1">
            <a:spLocks noGrp="1"/>
          </p:cNvSpPr>
          <p:nvPr>
            <p:ph type="subTitle" idx="4"/>
          </p:nvPr>
        </p:nvSpPr>
        <p:spPr>
          <a:xfrm>
            <a:off x="3666713"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70" name="Google Shape;1070;p13"/>
          <p:cNvSpPr txBox="1">
            <a:spLocks noGrp="1"/>
          </p:cNvSpPr>
          <p:nvPr>
            <p:ph type="title" idx="5"/>
          </p:nvPr>
        </p:nvSpPr>
        <p:spPr>
          <a:xfrm>
            <a:off x="3666725" y="2868050"/>
            <a:ext cx="14220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71" name="Google Shape;1071;p13"/>
          <p:cNvSpPr txBox="1">
            <a:spLocks noGrp="1"/>
          </p:cNvSpPr>
          <p:nvPr>
            <p:ph type="title" idx="6" hasCustomPrompt="1"/>
          </p:nvPr>
        </p:nvSpPr>
        <p:spPr>
          <a:xfrm>
            <a:off x="382835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2" name="Google Shape;1072;p13"/>
          <p:cNvSpPr txBox="1">
            <a:spLocks noGrp="1"/>
          </p:cNvSpPr>
          <p:nvPr>
            <p:ph type="subTitle" idx="7"/>
          </p:nvPr>
        </p:nvSpPr>
        <p:spPr>
          <a:xfrm>
            <a:off x="6672288"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73" name="Google Shape;1073;p13"/>
          <p:cNvSpPr txBox="1">
            <a:spLocks noGrp="1"/>
          </p:cNvSpPr>
          <p:nvPr>
            <p:ph type="title" idx="8"/>
          </p:nvPr>
        </p:nvSpPr>
        <p:spPr>
          <a:xfrm>
            <a:off x="6672300" y="2868050"/>
            <a:ext cx="13683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74" name="Google Shape;1074;p13"/>
          <p:cNvSpPr txBox="1">
            <a:spLocks noGrp="1"/>
          </p:cNvSpPr>
          <p:nvPr>
            <p:ph type="title" idx="9" hasCustomPrompt="1"/>
          </p:nvPr>
        </p:nvSpPr>
        <p:spPr>
          <a:xfrm>
            <a:off x="683250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5" name="Google Shape;1075;p13"/>
          <p:cNvSpPr/>
          <p:nvPr/>
        </p:nvSpPr>
        <p:spPr>
          <a:xfrm rot="5400000">
            <a:off x="500408" y="-71091"/>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rot="5400000">
            <a:off x="501950" y="75727"/>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rot="5400000">
            <a:off x="500408" y="222546"/>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rot="5400000">
            <a:off x="501950" y="369365"/>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rot="5400000">
            <a:off x="500408" y="516183"/>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rot="5400000">
            <a:off x="501950" y="66300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1">
    <p:spTree>
      <p:nvGrpSpPr>
        <p:cNvPr id="1" name="Shape 1081"/>
        <p:cNvGrpSpPr/>
        <p:nvPr/>
      </p:nvGrpSpPr>
      <p:grpSpPr>
        <a:xfrm>
          <a:off x="0" y="0"/>
          <a:ext cx="0" cy="0"/>
          <a:chOff x="0" y="0"/>
          <a:chExt cx="0" cy="0"/>
        </a:xfrm>
      </p:grpSpPr>
      <p:cxnSp>
        <p:nvCxnSpPr>
          <p:cNvPr id="1082" name="Google Shape;1082;p14"/>
          <p:cNvCxnSpPr/>
          <p:nvPr/>
        </p:nvCxnSpPr>
        <p:spPr>
          <a:xfrm>
            <a:off x="-13375" y="2030650"/>
            <a:ext cx="473400" cy="0"/>
          </a:xfrm>
          <a:prstGeom prst="straightConnector1">
            <a:avLst/>
          </a:prstGeom>
          <a:noFill/>
          <a:ln w="9525" cap="flat" cmpd="sng">
            <a:solidFill>
              <a:schemeClr val="dk2"/>
            </a:solidFill>
            <a:prstDash val="solid"/>
            <a:round/>
            <a:headEnd type="none" w="med" len="med"/>
            <a:tailEnd type="none" w="med" len="med"/>
          </a:ln>
        </p:spPr>
      </p:cxnSp>
      <p:grpSp>
        <p:nvGrpSpPr>
          <p:cNvPr id="1083" name="Google Shape;1083;p14"/>
          <p:cNvGrpSpPr/>
          <p:nvPr/>
        </p:nvGrpSpPr>
        <p:grpSpPr>
          <a:xfrm>
            <a:off x="392675" y="1621008"/>
            <a:ext cx="3009700" cy="1564192"/>
            <a:chOff x="392675" y="1513033"/>
            <a:chExt cx="3009700" cy="1564192"/>
          </a:xfrm>
        </p:grpSpPr>
        <p:sp>
          <p:nvSpPr>
            <p:cNvPr id="1084" name="Google Shape;1084;p14"/>
            <p:cNvSpPr/>
            <p:nvPr/>
          </p:nvSpPr>
          <p:spPr>
            <a:xfrm>
              <a:off x="878255" y="1659206"/>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4"/>
            <p:cNvSpPr/>
            <p:nvPr/>
          </p:nvSpPr>
          <p:spPr>
            <a:xfrm>
              <a:off x="820418"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4"/>
            <p:cNvSpPr/>
            <p:nvPr/>
          </p:nvSpPr>
          <p:spPr>
            <a:xfrm>
              <a:off x="820418" y="1622632"/>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4"/>
            <p:cNvSpPr/>
            <p:nvPr/>
          </p:nvSpPr>
          <p:spPr>
            <a:xfrm>
              <a:off x="820418"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4"/>
            <p:cNvSpPr/>
            <p:nvPr/>
          </p:nvSpPr>
          <p:spPr>
            <a:xfrm>
              <a:off x="865983" y="1601247"/>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4"/>
            <p:cNvSpPr/>
            <p:nvPr/>
          </p:nvSpPr>
          <p:spPr>
            <a:xfrm>
              <a:off x="1520782"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4"/>
            <p:cNvSpPr/>
            <p:nvPr/>
          </p:nvSpPr>
          <p:spPr>
            <a:xfrm>
              <a:off x="1520782" y="1643896"/>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4"/>
            <p:cNvSpPr/>
            <p:nvPr/>
          </p:nvSpPr>
          <p:spPr>
            <a:xfrm>
              <a:off x="1520782"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4"/>
            <p:cNvSpPr/>
            <p:nvPr/>
          </p:nvSpPr>
          <p:spPr>
            <a:xfrm>
              <a:off x="844719" y="2301733"/>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4"/>
            <p:cNvSpPr/>
            <p:nvPr/>
          </p:nvSpPr>
          <p:spPr>
            <a:xfrm>
              <a:off x="732082" y="1513033"/>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94" name="Google Shape;1094;p14"/>
            <p:cNvCxnSpPr/>
            <p:nvPr/>
          </p:nvCxnSpPr>
          <p:spPr>
            <a:xfrm>
              <a:off x="1612275" y="1922650"/>
              <a:ext cx="1790100" cy="0"/>
            </a:xfrm>
            <a:prstGeom prst="straightConnector1">
              <a:avLst/>
            </a:prstGeom>
            <a:noFill/>
            <a:ln w="9525" cap="flat" cmpd="sng">
              <a:solidFill>
                <a:schemeClr val="dk2"/>
              </a:solidFill>
              <a:prstDash val="solid"/>
              <a:round/>
              <a:headEnd type="none" w="med" len="med"/>
              <a:tailEnd type="oval" w="med" len="med"/>
            </a:ln>
          </p:spPr>
        </p:cxnSp>
        <p:sp>
          <p:nvSpPr>
            <p:cNvPr id="1095" name="Google Shape;1095;p14"/>
            <p:cNvSpPr/>
            <p:nvPr/>
          </p:nvSpPr>
          <p:spPr>
            <a:xfrm>
              <a:off x="636097" y="2039765"/>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4"/>
            <p:cNvSpPr/>
            <p:nvPr/>
          </p:nvSpPr>
          <p:spPr>
            <a:xfrm>
              <a:off x="642173" y="1802341"/>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4"/>
            <p:cNvSpPr/>
            <p:nvPr/>
          </p:nvSpPr>
          <p:spPr>
            <a:xfrm>
              <a:off x="596487" y="1689583"/>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14"/>
            <p:cNvGrpSpPr/>
            <p:nvPr/>
          </p:nvGrpSpPr>
          <p:grpSpPr>
            <a:xfrm>
              <a:off x="392675" y="1922525"/>
              <a:ext cx="336300" cy="1154701"/>
              <a:chOff x="392675" y="1955343"/>
              <a:chExt cx="336300" cy="1116300"/>
            </a:xfrm>
          </p:grpSpPr>
          <p:cxnSp>
            <p:nvCxnSpPr>
              <p:cNvPr id="1099" name="Google Shape;1099;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00" name="Google Shape;1100;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cxnSp>
            <p:nvCxnSpPr>
              <p:cNvPr id="1101" name="Google Shape;1101;p14"/>
              <p:cNvCxnSpPr/>
              <p:nvPr/>
            </p:nvCxnSpPr>
            <p:spPr>
              <a:xfrm>
                <a:off x="392675" y="1955464"/>
                <a:ext cx="336300" cy="0"/>
              </a:xfrm>
              <a:prstGeom prst="straightConnector1">
                <a:avLst/>
              </a:prstGeom>
              <a:noFill/>
              <a:ln w="9525" cap="flat" cmpd="sng">
                <a:solidFill>
                  <a:schemeClr val="dk2"/>
                </a:solidFill>
                <a:prstDash val="solid"/>
                <a:round/>
                <a:headEnd type="oval" w="med" len="med"/>
                <a:tailEnd type="none" w="med" len="med"/>
              </a:ln>
            </p:spPr>
          </p:cxnSp>
        </p:grpSp>
        <p:sp>
          <p:nvSpPr>
            <p:cNvPr id="1102" name="Google Shape;1102;p14"/>
            <p:cNvSpPr/>
            <p:nvPr/>
          </p:nvSpPr>
          <p:spPr>
            <a:xfrm>
              <a:off x="1615281" y="2064188"/>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4"/>
            <p:cNvSpPr/>
            <p:nvPr/>
          </p:nvSpPr>
          <p:spPr>
            <a:xfrm>
              <a:off x="1612256" y="2173787"/>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4"/>
            <p:cNvSpPr/>
            <p:nvPr/>
          </p:nvSpPr>
          <p:spPr>
            <a:xfrm>
              <a:off x="1612144" y="1732231"/>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4"/>
            <p:cNvSpPr/>
            <p:nvPr/>
          </p:nvSpPr>
          <p:spPr>
            <a:xfrm>
              <a:off x="1612156" y="1823604"/>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6" name="Google Shape;1106;p14"/>
          <p:cNvGrpSpPr/>
          <p:nvPr/>
        </p:nvGrpSpPr>
        <p:grpSpPr>
          <a:xfrm>
            <a:off x="3363525" y="1622521"/>
            <a:ext cx="3042600" cy="1562680"/>
            <a:chOff x="3363525" y="1622521"/>
            <a:chExt cx="3042600" cy="1562680"/>
          </a:xfrm>
        </p:grpSpPr>
        <p:grpSp>
          <p:nvGrpSpPr>
            <p:cNvPr id="1107" name="Google Shape;1107;p14"/>
            <p:cNvGrpSpPr/>
            <p:nvPr/>
          </p:nvGrpSpPr>
          <p:grpSpPr>
            <a:xfrm>
              <a:off x="3363525" y="1622521"/>
              <a:ext cx="3042600" cy="877163"/>
              <a:chOff x="3363525" y="1503696"/>
              <a:chExt cx="3042600" cy="877163"/>
            </a:xfrm>
          </p:grpSpPr>
          <p:sp>
            <p:nvSpPr>
              <p:cNvPr id="1108" name="Google Shape;1108;p14"/>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4"/>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4"/>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4"/>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4"/>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4"/>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4"/>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4"/>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4"/>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4"/>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4"/>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4"/>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4"/>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21" name="Google Shape;1121;p14"/>
              <p:cNvCxnSpPr/>
              <p:nvPr/>
            </p:nvCxnSpPr>
            <p:spPr>
              <a:xfrm>
                <a:off x="3363525" y="1913003"/>
                <a:ext cx="315600" cy="0"/>
              </a:xfrm>
              <a:prstGeom prst="straightConnector1">
                <a:avLst/>
              </a:prstGeom>
              <a:noFill/>
              <a:ln w="9525" cap="flat" cmpd="sng">
                <a:solidFill>
                  <a:schemeClr val="dk2"/>
                </a:solidFill>
                <a:prstDash val="solid"/>
                <a:round/>
                <a:headEnd type="none" w="med" len="med"/>
                <a:tailEnd type="none" w="med" len="med"/>
              </a:ln>
            </p:spPr>
          </p:cxnSp>
          <p:sp>
            <p:nvSpPr>
              <p:cNvPr id="1122" name="Google Shape;1122;p14"/>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4"/>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4"/>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4"/>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26" name="Google Shape;1126;p14"/>
              <p:cNvCxnSpPr/>
              <p:nvPr/>
            </p:nvCxnSpPr>
            <p:spPr>
              <a:xfrm>
                <a:off x="4565325" y="1922925"/>
                <a:ext cx="1840800" cy="0"/>
              </a:xfrm>
              <a:prstGeom prst="straightConnector1">
                <a:avLst/>
              </a:prstGeom>
              <a:noFill/>
              <a:ln w="9525" cap="flat" cmpd="sng">
                <a:solidFill>
                  <a:schemeClr val="dk2"/>
                </a:solidFill>
                <a:prstDash val="solid"/>
                <a:round/>
                <a:headEnd type="none" w="med" len="med"/>
                <a:tailEnd type="oval" w="med" len="med"/>
              </a:ln>
            </p:spPr>
          </p:cxnSp>
        </p:grpSp>
        <p:grpSp>
          <p:nvGrpSpPr>
            <p:cNvPr id="1127" name="Google Shape;1127;p14"/>
            <p:cNvGrpSpPr/>
            <p:nvPr/>
          </p:nvGrpSpPr>
          <p:grpSpPr>
            <a:xfrm>
              <a:off x="3369450" y="2030500"/>
              <a:ext cx="227100" cy="1154701"/>
              <a:chOff x="418775" y="1955343"/>
              <a:chExt cx="227100" cy="1116300"/>
            </a:xfrm>
          </p:grpSpPr>
          <p:cxnSp>
            <p:nvCxnSpPr>
              <p:cNvPr id="1128" name="Google Shape;1128;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29" name="Google Shape;1129;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1130" name="Google Shape;1130;p14"/>
          <p:cNvGrpSpPr/>
          <p:nvPr/>
        </p:nvGrpSpPr>
        <p:grpSpPr>
          <a:xfrm>
            <a:off x="6368275" y="1619796"/>
            <a:ext cx="1299390" cy="1565405"/>
            <a:chOff x="6368275" y="1619796"/>
            <a:chExt cx="1299390" cy="1565405"/>
          </a:xfrm>
        </p:grpSpPr>
        <p:grpSp>
          <p:nvGrpSpPr>
            <p:cNvPr id="1131" name="Google Shape;1131;p14"/>
            <p:cNvGrpSpPr/>
            <p:nvPr/>
          </p:nvGrpSpPr>
          <p:grpSpPr>
            <a:xfrm>
              <a:off x="6368275" y="1619796"/>
              <a:ext cx="1299390" cy="877163"/>
              <a:chOff x="3363525" y="1503696"/>
              <a:chExt cx="1299390" cy="877163"/>
            </a:xfrm>
          </p:grpSpPr>
          <p:sp>
            <p:nvSpPr>
              <p:cNvPr id="1132" name="Google Shape;1132;p14"/>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4"/>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4"/>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4"/>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4"/>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4"/>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4"/>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4"/>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4"/>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4"/>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4"/>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4"/>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4"/>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45" name="Google Shape;1145;p14"/>
              <p:cNvCxnSpPr/>
              <p:nvPr/>
            </p:nvCxnSpPr>
            <p:spPr>
              <a:xfrm>
                <a:off x="3363525" y="1925203"/>
                <a:ext cx="315600" cy="0"/>
              </a:xfrm>
              <a:prstGeom prst="straightConnector1">
                <a:avLst/>
              </a:prstGeom>
              <a:noFill/>
              <a:ln w="9525" cap="flat" cmpd="sng">
                <a:solidFill>
                  <a:schemeClr val="dk2"/>
                </a:solidFill>
                <a:prstDash val="solid"/>
                <a:round/>
                <a:headEnd type="none" w="med" len="med"/>
                <a:tailEnd type="none" w="med" len="med"/>
              </a:ln>
            </p:spPr>
          </p:cxnSp>
          <p:sp>
            <p:nvSpPr>
              <p:cNvPr id="1146" name="Google Shape;1146;p14"/>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4"/>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4"/>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4"/>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14"/>
            <p:cNvGrpSpPr/>
            <p:nvPr/>
          </p:nvGrpSpPr>
          <p:grpSpPr>
            <a:xfrm>
              <a:off x="6374325" y="2030500"/>
              <a:ext cx="227100" cy="1154701"/>
              <a:chOff x="418775" y="1955343"/>
              <a:chExt cx="227100" cy="1116300"/>
            </a:xfrm>
          </p:grpSpPr>
          <p:cxnSp>
            <p:nvCxnSpPr>
              <p:cNvPr id="1151" name="Google Shape;1151;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52" name="Google Shape;1152;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1153" name="Google Shape;1153;p14"/>
          <p:cNvGrpSpPr/>
          <p:nvPr/>
        </p:nvGrpSpPr>
        <p:grpSpPr>
          <a:xfrm flipH="1">
            <a:off x="-274340" y="-2483486"/>
            <a:ext cx="7884219" cy="3433770"/>
            <a:chOff x="24125" y="294775"/>
            <a:chExt cx="7767703" cy="3383025"/>
          </a:xfrm>
        </p:grpSpPr>
        <p:sp>
          <p:nvSpPr>
            <p:cNvPr id="1154" name="Google Shape;1154;p14"/>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4"/>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4"/>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4"/>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4"/>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4"/>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4"/>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4"/>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4"/>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4"/>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4"/>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4"/>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4"/>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4"/>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4"/>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4"/>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4"/>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4"/>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4"/>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4"/>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4"/>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4"/>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4"/>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4"/>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4"/>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4"/>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4"/>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4"/>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4"/>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4"/>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4"/>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4"/>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4"/>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4"/>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4"/>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4"/>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4"/>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4"/>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4"/>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4"/>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4"/>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4"/>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4"/>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4"/>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4"/>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4"/>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4"/>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4"/>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4"/>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4"/>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4"/>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4"/>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4"/>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4"/>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4"/>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14"/>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4"/>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4"/>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4"/>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4"/>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4"/>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4"/>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4"/>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4"/>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4"/>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4"/>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4"/>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4"/>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4"/>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4"/>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4"/>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4"/>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4"/>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4"/>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4"/>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4"/>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4"/>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4"/>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4"/>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4"/>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14"/>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14"/>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4"/>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4"/>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14"/>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14"/>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14"/>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14"/>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14"/>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14"/>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4"/>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4"/>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4"/>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4"/>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8" name="Google Shape;1248;p14"/>
          <p:cNvGrpSpPr/>
          <p:nvPr/>
        </p:nvGrpSpPr>
        <p:grpSpPr>
          <a:xfrm>
            <a:off x="8757750" y="2728975"/>
            <a:ext cx="1552150" cy="3475150"/>
            <a:chOff x="327125" y="2375600"/>
            <a:chExt cx="1552150" cy="3475150"/>
          </a:xfrm>
        </p:grpSpPr>
        <p:sp>
          <p:nvSpPr>
            <p:cNvPr id="1249" name="Google Shape;1249;p14"/>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4"/>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4"/>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4"/>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4"/>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4"/>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4"/>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4"/>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4"/>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4"/>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4"/>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4"/>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4"/>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4"/>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4"/>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4"/>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4"/>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4"/>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4"/>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4"/>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14"/>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0" name="Google Shape;1270;p14"/>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71" name="Google Shape;1271;p14"/>
          <p:cNvSpPr txBox="1">
            <a:spLocks noGrp="1"/>
          </p:cNvSpPr>
          <p:nvPr>
            <p:ph type="subTitle" idx="1"/>
          </p:nvPr>
        </p:nvSpPr>
        <p:spPr>
          <a:xfrm>
            <a:off x="719988" y="37285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72" name="Google Shape;1272;p14"/>
          <p:cNvSpPr txBox="1">
            <a:spLocks noGrp="1"/>
          </p:cNvSpPr>
          <p:nvPr>
            <p:ph type="title" idx="2"/>
          </p:nvPr>
        </p:nvSpPr>
        <p:spPr>
          <a:xfrm>
            <a:off x="720000"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73" name="Google Shape;1273;p14"/>
          <p:cNvSpPr txBox="1">
            <a:spLocks noGrp="1"/>
          </p:cNvSpPr>
          <p:nvPr>
            <p:ph type="title" idx="3" hasCustomPrompt="1"/>
          </p:nvPr>
        </p:nvSpPr>
        <p:spPr>
          <a:xfrm>
            <a:off x="87835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4" name="Google Shape;1274;p14"/>
          <p:cNvSpPr txBox="1">
            <a:spLocks noGrp="1"/>
          </p:cNvSpPr>
          <p:nvPr>
            <p:ph type="subTitle" idx="4"/>
          </p:nvPr>
        </p:nvSpPr>
        <p:spPr>
          <a:xfrm>
            <a:off x="3666713"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75" name="Google Shape;1275;p14"/>
          <p:cNvSpPr txBox="1">
            <a:spLocks noGrp="1"/>
          </p:cNvSpPr>
          <p:nvPr>
            <p:ph type="title" idx="5"/>
          </p:nvPr>
        </p:nvSpPr>
        <p:spPr>
          <a:xfrm>
            <a:off x="3666725"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76" name="Google Shape;1276;p14"/>
          <p:cNvSpPr txBox="1">
            <a:spLocks noGrp="1"/>
          </p:cNvSpPr>
          <p:nvPr>
            <p:ph type="title" idx="6" hasCustomPrompt="1"/>
          </p:nvPr>
        </p:nvSpPr>
        <p:spPr>
          <a:xfrm>
            <a:off x="382835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7" name="Google Shape;1277;p14"/>
          <p:cNvSpPr txBox="1">
            <a:spLocks noGrp="1"/>
          </p:cNvSpPr>
          <p:nvPr>
            <p:ph type="subTitle" idx="7"/>
          </p:nvPr>
        </p:nvSpPr>
        <p:spPr>
          <a:xfrm>
            <a:off x="6672288"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78" name="Google Shape;1278;p14"/>
          <p:cNvSpPr txBox="1">
            <a:spLocks noGrp="1"/>
          </p:cNvSpPr>
          <p:nvPr>
            <p:ph type="title" idx="8"/>
          </p:nvPr>
        </p:nvSpPr>
        <p:spPr>
          <a:xfrm>
            <a:off x="6672300"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79" name="Google Shape;1279;p14"/>
          <p:cNvSpPr txBox="1">
            <a:spLocks noGrp="1"/>
          </p:cNvSpPr>
          <p:nvPr>
            <p:ph type="title" idx="9" hasCustomPrompt="1"/>
          </p:nvPr>
        </p:nvSpPr>
        <p:spPr>
          <a:xfrm>
            <a:off x="683250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80" name="Google Shape;1280;p14"/>
          <p:cNvSpPr/>
          <p:nvPr/>
        </p:nvSpPr>
        <p:spPr>
          <a:xfrm rot="5400000">
            <a:off x="8495108" y="-71091"/>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4"/>
          <p:cNvSpPr/>
          <p:nvPr/>
        </p:nvSpPr>
        <p:spPr>
          <a:xfrm rot="5400000">
            <a:off x="8496650" y="75727"/>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4"/>
          <p:cNvSpPr/>
          <p:nvPr/>
        </p:nvSpPr>
        <p:spPr>
          <a:xfrm rot="5400000">
            <a:off x="8495108" y="222546"/>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4"/>
          <p:cNvSpPr/>
          <p:nvPr/>
        </p:nvSpPr>
        <p:spPr>
          <a:xfrm rot="5400000">
            <a:off x="8496650" y="369365"/>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4"/>
          <p:cNvSpPr/>
          <p:nvPr/>
        </p:nvSpPr>
        <p:spPr>
          <a:xfrm rot="5400000">
            <a:off x="8495108" y="516183"/>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4"/>
          <p:cNvSpPr/>
          <p:nvPr/>
        </p:nvSpPr>
        <p:spPr>
          <a:xfrm rot="5400000">
            <a:off x="8496650" y="66300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1286"/>
        <p:cNvGrpSpPr/>
        <p:nvPr/>
      </p:nvGrpSpPr>
      <p:grpSpPr>
        <a:xfrm>
          <a:off x="0" y="0"/>
          <a:ext cx="0" cy="0"/>
          <a:chOff x="0" y="0"/>
          <a:chExt cx="0" cy="0"/>
        </a:xfrm>
      </p:grpSpPr>
      <p:grpSp>
        <p:nvGrpSpPr>
          <p:cNvPr id="1287" name="Google Shape;1287;p15"/>
          <p:cNvGrpSpPr/>
          <p:nvPr/>
        </p:nvGrpSpPr>
        <p:grpSpPr>
          <a:xfrm>
            <a:off x="2019110" y="-2483486"/>
            <a:ext cx="7884219" cy="3433770"/>
            <a:chOff x="24125" y="294775"/>
            <a:chExt cx="7767703" cy="3383025"/>
          </a:xfrm>
        </p:grpSpPr>
        <p:sp>
          <p:nvSpPr>
            <p:cNvPr id="1288" name="Google Shape;1288;p15"/>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5"/>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5"/>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5"/>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5"/>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5"/>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5"/>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5"/>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5"/>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5"/>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5"/>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5"/>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15"/>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15"/>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5"/>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5"/>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5"/>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5"/>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5"/>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5"/>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5"/>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5"/>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5"/>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5"/>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5"/>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5"/>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5"/>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5"/>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5"/>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5"/>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5"/>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5"/>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5"/>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5"/>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5"/>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5"/>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5"/>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5"/>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5"/>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5"/>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5"/>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5"/>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5"/>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5"/>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5"/>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5"/>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5"/>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5"/>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5"/>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5"/>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5"/>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5"/>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5"/>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5"/>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5"/>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5"/>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5"/>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5"/>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5"/>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5"/>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5"/>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5"/>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5"/>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5"/>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5"/>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5"/>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5"/>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5"/>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5"/>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5"/>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5"/>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5"/>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5"/>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5"/>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5"/>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5"/>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5"/>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5"/>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5"/>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5"/>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5"/>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5"/>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5"/>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5"/>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5"/>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5"/>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5"/>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5"/>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5"/>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5"/>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5"/>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5"/>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5"/>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5"/>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2" name="Google Shape;1382;p15"/>
          <p:cNvGrpSpPr/>
          <p:nvPr/>
        </p:nvGrpSpPr>
        <p:grpSpPr>
          <a:xfrm rot="5400000">
            <a:off x="674625" y="3321200"/>
            <a:ext cx="979800" cy="3475150"/>
            <a:chOff x="327125" y="2375600"/>
            <a:chExt cx="979800" cy="3475150"/>
          </a:xfrm>
        </p:grpSpPr>
        <p:sp>
          <p:nvSpPr>
            <p:cNvPr id="1383" name="Google Shape;1383;p15"/>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5"/>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5"/>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5"/>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5"/>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5"/>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5"/>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5"/>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5"/>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5"/>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5"/>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5"/>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5"/>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5"/>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5"/>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8" name="Google Shape;1398;p15"/>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99" name="Google Shape;1399;p15"/>
          <p:cNvSpPr txBox="1">
            <a:spLocks noGrp="1"/>
          </p:cNvSpPr>
          <p:nvPr>
            <p:ph type="subTitle" idx="1"/>
          </p:nvPr>
        </p:nvSpPr>
        <p:spPr>
          <a:xfrm>
            <a:off x="719994" y="2088317"/>
            <a:ext cx="1751700" cy="645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0" name="Google Shape;1400;p15"/>
          <p:cNvSpPr txBox="1">
            <a:spLocks noGrp="1"/>
          </p:cNvSpPr>
          <p:nvPr>
            <p:ph type="title" idx="2"/>
          </p:nvPr>
        </p:nvSpPr>
        <p:spPr>
          <a:xfrm>
            <a:off x="720000" y="1607275"/>
            <a:ext cx="17517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401" name="Google Shape;1401;p15"/>
          <p:cNvSpPr txBox="1">
            <a:spLocks noGrp="1"/>
          </p:cNvSpPr>
          <p:nvPr>
            <p:ph type="subTitle" idx="3"/>
          </p:nvPr>
        </p:nvSpPr>
        <p:spPr>
          <a:xfrm>
            <a:off x="719994" y="3626192"/>
            <a:ext cx="1751700" cy="645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2" name="Google Shape;1402;p15"/>
          <p:cNvSpPr txBox="1">
            <a:spLocks noGrp="1"/>
          </p:cNvSpPr>
          <p:nvPr>
            <p:ph type="title" idx="4"/>
          </p:nvPr>
        </p:nvSpPr>
        <p:spPr>
          <a:xfrm>
            <a:off x="720000" y="3145150"/>
            <a:ext cx="17517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403" name="Google Shape;1403;p15"/>
          <p:cNvSpPr txBox="1">
            <a:spLocks noGrp="1"/>
          </p:cNvSpPr>
          <p:nvPr>
            <p:ph type="subTitle" idx="5"/>
          </p:nvPr>
        </p:nvSpPr>
        <p:spPr>
          <a:xfrm>
            <a:off x="6672294" y="2088317"/>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4" name="Google Shape;1404;p15"/>
          <p:cNvSpPr txBox="1">
            <a:spLocks noGrp="1"/>
          </p:cNvSpPr>
          <p:nvPr>
            <p:ph type="title" idx="6"/>
          </p:nvPr>
        </p:nvSpPr>
        <p:spPr>
          <a:xfrm>
            <a:off x="6672300" y="1607275"/>
            <a:ext cx="1751700" cy="316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405" name="Google Shape;1405;p15"/>
          <p:cNvSpPr txBox="1">
            <a:spLocks noGrp="1"/>
          </p:cNvSpPr>
          <p:nvPr>
            <p:ph type="subTitle" idx="7"/>
          </p:nvPr>
        </p:nvSpPr>
        <p:spPr>
          <a:xfrm>
            <a:off x="6672294" y="36261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6" name="Google Shape;1406;p15"/>
          <p:cNvSpPr txBox="1">
            <a:spLocks noGrp="1"/>
          </p:cNvSpPr>
          <p:nvPr>
            <p:ph type="title" idx="8"/>
          </p:nvPr>
        </p:nvSpPr>
        <p:spPr>
          <a:xfrm>
            <a:off x="6672300" y="3145150"/>
            <a:ext cx="1751700" cy="316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CUSTOM_3">
    <p:spTree>
      <p:nvGrpSpPr>
        <p:cNvPr id="1" name="Shape 1407"/>
        <p:cNvGrpSpPr/>
        <p:nvPr/>
      </p:nvGrpSpPr>
      <p:grpSpPr>
        <a:xfrm>
          <a:off x="0" y="0"/>
          <a:ext cx="0" cy="0"/>
          <a:chOff x="0" y="0"/>
          <a:chExt cx="0" cy="0"/>
        </a:xfrm>
      </p:grpSpPr>
      <p:sp>
        <p:nvSpPr>
          <p:cNvPr id="1408" name="Google Shape;1408;p16"/>
          <p:cNvSpPr txBox="1">
            <a:spLocks noGrp="1"/>
          </p:cNvSpPr>
          <p:nvPr>
            <p:ph type="subTitle" idx="1"/>
          </p:nvPr>
        </p:nvSpPr>
        <p:spPr>
          <a:xfrm>
            <a:off x="2400600" y="2067413"/>
            <a:ext cx="4342800" cy="11352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sz="20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9" name="Google Shape;1409;p16"/>
          <p:cNvSpPr txBox="1">
            <a:spLocks noGrp="1"/>
          </p:cNvSpPr>
          <p:nvPr>
            <p:ph type="title"/>
          </p:nvPr>
        </p:nvSpPr>
        <p:spPr>
          <a:xfrm>
            <a:off x="2400450" y="3332738"/>
            <a:ext cx="43428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grpSp>
        <p:nvGrpSpPr>
          <p:cNvPr id="1410" name="Google Shape;1410;p16"/>
          <p:cNvGrpSpPr/>
          <p:nvPr/>
        </p:nvGrpSpPr>
        <p:grpSpPr>
          <a:xfrm>
            <a:off x="730516" y="4568877"/>
            <a:ext cx="1032712" cy="157579"/>
            <a:chOff x="1675453" y="-1233273"/>
            <a:chExt cx="1032712" cy="157579"/>
          </a:xfrm>
        </p:grpSpPr>
        <p:sp>
          <p:nvSpPr>
            <p:cNvPr id="1411" name="Google Shape;1411;p16"/>
            <p:cNvSpPr/>
            <p:nvPr/>
          </p:nvSpPr>
          <p:spPr>
            <a:xfrm flipH="1">
              <a:off x="256276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6"/>
            <p:cNvSpPr/>
            <p:nvPr/>
          </p:nvSpPr>
          <p:spPr>
            <a:xfrm flipH="1">
              <a:off x="247357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6"/>
            <p:cNvSpPr/>
            <p:nvPr/>
          </p:nvSpPr>
          <p:spPr>
            <a:xfrm flipH="1">
              <a:off x="2384964"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6"/>
            <p:cNvSpPr/>
            <p:nvPr/>
          </p:nvSpPr>
          <p:spPr>
            <a:xfrm flipH="1">
              <a:off x="2296354" y="-1233273"/>
              <a:ext cx="145982" cy="157579"/>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6"/>
            <p:cNvSpPr/>
            <p:nvPr/>
          </p:nvSpPr>
          <p:spPr>
            <a:xfrm flipH="1">
              <a:off x="2207719" y="-1233273"/>
              <a:ext cx="145982" cy="157579"/>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6"/>
            <p:cNvSpPr/>
            <p:nvPr/>
          </p:nvSpPr>
          <p:spPr>
            <a:xfrm flipH="1">
              <a:off x="2119110" y="-1233273"/>
              <a:ext cx="145982" cy="157579"/>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6"/>
            <p:cNvSpPr/>
            <p:nvPr/>
          </p:nvSpPr>
          <p:spPr>
            <a:xfrm flipH="1">
              <a:off x="2030500" y="-1233273"/>
              <a:ext cx="145982" cy="157579"/>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6"/>
            <p:cNvSpPr/>
            <p:nvPr/>
          </p:nvSpPr>
          <p:spPr>
            <a:xfrm flipH="1">
              <a:off x="1941891" y="-1233273"/>
              <a:ext cx="145399" cy="157579"/>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6"/>
            <p:cNvSpPr/>
            <p:nvPr/>
          </p:nvSpPr>
          <p:spPr>
            <a:xfrm flipH="1">
              <a:off x="185325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6"/>
            <p:cNvSpPr/>
            <p:nvPr/>
          </p:nvSpPr>
          <p:spPr>
            <a:xfrm flipH="1">
              <a:off x="176406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6"/>
            <p:cNvSpPr/>
            <p:nvPr/>
          </p:nvSpPr>
          <p:spPr>
            <a:xfrm flipH="1">
              <a:off x="1675453"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2" name="Google Shape;1422;p16"/>
          <p:cNvGrpSpPr/>
          <p:nvPr/>
        </p:nvGrpSpPr>
        <p:grpSpPr>
          <a:xfrm>
            <a:off x="8757750" y="2728975"/>
            <a:ext cx="1552150" cy="3475150"/>
            <a:chOff x="327125" y="2375600"/>
            <a:chExt cx="1552150" cy="3475150"/>
          </a:xfrm>
        </p:grpSpPr>
        <p:sp>
          <p:nvSpPr>
            <p:cNvPr id="1423" name="Google Shape;1423;p16"/>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6"/>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6"/>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6"/>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6"/>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6"/>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6"/>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6"/>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6"/>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6"/>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16"/>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6"/>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6"/>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6"/>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6"/>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6"/>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6"/>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6"/>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6"/>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6"/>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6"/>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4" name="Google Shape;1444;p16"/>
          <p:cNvGrpSpPr/>
          <p:nvPr/>
        </p:nvGrpSpPr>
        <p:grpSpPr>
          <a:xfrm>
            <a:off x="-274468" y="-1001015"/>
            <a:ext cx="10129998" cy="2559475"/>
            <a:chOff x="-274468" y="-1001015"/>
            <a:chExt cx="10129998" cy="2559475"/>
          </a:xfrm>
        </p:grpSpPr>
        <p:grpSp>
          <p:nvGrpSpPr>
            <p:cNvPr id="1445" name="Google Shape;1445;p16"/>
            <p:cNvGrpSpPr/>
            <p:nvPr/>
          </p:nvGrpSpPr>
          <p:grpSpPr>
            <a:xfrm>
              <a:off x="-274468" y="-1001015"/>
              <a:ext cx="7806725" cy="2559475"/>
              <a:chOff x="-274468" y="-1001015"/>
              <a:chExt cx="7806725" cy="2559475"/>
            </a:xfrm>
          </p:grpSpPr>
          <p:sp>
            <p:nvSpPr>
              <p:cNvPr id="1446" name="Google Shape;1446;p16"/>
              <p:cNvSpPr/>
              <p:nvPr/>
            </p:nvSpPr>
            <p:spPr>
              <a:xfrm flipH="1">
                <a:off x="774235" y="1064966"/>
                <a:ext cx="151184" cy="94420"/>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6"/>
              <p:cNvSpPr/>
              <p:nvPr/>
            </p:nvSpPr>
            <p:spPr>
              <a:xfrm flipH="1">
                <a:off x="660123" y="1064966"/>
                <a:ext cx="151768" cy="94420"/>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6"/>
              <p:cNvSpPr/>
              <p:nvPr/>
            </p:nvSpPr>
            <p:spPr>
              <a:xfrm flipH="1">
                <a:off x="546596" y="1064966"/>
                <a:ext cx="151210" cy="94420"/>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6"/>
              <p:cNvSpPr/>
              <p:nvPr/>
            </p:nvSpPr>
            <p:spPr>
              <a:xfrm flipH="1">
                <a:off x="433093" y="1064966"/>
                <a:ext cx="151184" cy="94420"/>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6"/>
              <p:cNvSpPr/>
              <p:nvPr/>
            </p:nvSpPr>
            <p:spPr>
              <a:xfrm flipH="1">
                <a:off x="318982" y="1064966"/>
                <a:ext cx="151768" cy="94420"/>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6"/>
              <p:cNvSpPr/>
              <p:nvPr/>
            </p:nvSpPr>
            <p:spPr>
              <a:xfrm flipH="1">
                <a:off x="205454" y="1064966"/>
                <a:ext cx="151210" cy="94420"/>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6"/>
              <p:cNvSpPr/>
              <p:nvPr/>
            </p:nvSpPr>
            <p:spPr>
              <a:xfrm flipH="1">
                <a:off x="91368" y="1064966"/>
                <a:ext cx="151768" cy="94420"/>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6"/>
              <p:cNvSpPr/>
              <p:nvPr/>
            </p:nvSpPr>
            <p:spPr>
              <a:xfrm flipH="1">
                <a:off x="-274468" y="-937882"/>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6"/>
              <p:cNvSpPr/>
              <p:nvPr/>
            </p:nvSpPr>
            <p:spPr>
              <a:xfrm flipH="1">
                <a:off x="-43602" y="-76411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6"/>
              <p:cNvSpPr/>
              <p:nvPr/>
            </p:nvSpPr>
            <p:spPr>
              <a:xfrm flipH="1">
                <a:off x="-274108" y="-170466"/>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6"/>
              <p:cNvSpPr/>
              <p:nvPr/>
            </p:nvSpPr>
            <p:spPr>
              <a:xfrm flipH="1">
                <a:off x="-38958" y="-38389"/>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6"/>
              <p:cNvSpPr/>
              <p:nvPr/>
            </p:nvSpPr>
            <p:spPr>
              <a:xfrm flipH="1">
                <a:off x="4070422" y="51946"/>
                <a:ext cx="3461835" cy="538686"/>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6"/>
              <p:cNvSpPr/>
              <p:nvPr/>
            </p:nvSpPr>
            <p:spPr>
              <a:xfrm flipH="1">
                <a:off x="1455350" y="1421739"/>
                <a:ext cx="136721" cy="136721"/>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6"/>
              <p:cNvSpPr/>
              <p:nvPr/>
            </p:nvSpPr>
            <p:spPr>
              <a:xfrm flipH="1">
                <a:off x="1479101" y="144549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6"/>
              <p:cNvSpPr/>
              <p:nvPr/>
            </p:nvSpPr>
            <p:spPr>
              <a:xfrm flipH="1">
                <a:off x="1995153" y="115662"/>
                <a:ext cx="136720" cy="136721"/>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6"/>
              <p:cNvSpPr/>
              <p:nvPr/>
            </p:nvSpPr>
            <p:spPr>
              <a:xfrm flipH="1">
                <a:off x="2018904" y="139413"/>
                <a:ext cx="89219" cy="89218"/>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6"/>
              <p:cNvSpPr/>
              <p:nvPr/>
            </p:nvSpPr>
            <p:spPr>
              <a:xfrm flipH="1">
                <a:off x="2737118" y="-209848"/>
                <a:ext cx="89219"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6"/>
              <p:cNvSpPr/>
              <p:nvPr/>
            </p:nvSpPr>
            <p:spPr>
              <a:xfrm flipH="1">
                <a:off x="394853" y="497937"/>
                <a:ext cx="89219"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6"/>
              <p:cNvSpPr/>
              <p:nvPr/>
            </p:nvSpPr>
            <p:spPr>
              <a:xfrm flipH="1">
                <a:off x="3942405" y="449267"/>
                <a:ext cx="136721" cy="136721"/>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6"/>
              <p:cNvSpPr/>
              <p:nvPr/>
            </p:nvSpPr>
            <p:spPr>
              <a:xfrm flipH="1">
                <a:off x="3966156" y="473018"/>
                <a:ext cx="89218" cy="89219"/>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16"/>
              <p:cNvSpPr/>
              <p:nvPr/>
            </p:nvSpPr>
            <p:spPr>
              <a:xfrm flipH="1">
                <a:off x="5181872" y="-100101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6"/>
              <p:cNvSpPr/>
              <p:nvPr/>
            </p:nvSpPr>
            <p:spPr>
              <a:xfrm flipH="1">
                <a:off x="5206207" y="-977264"/>
                <a:ext cx="88635" cy="89218"/>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6"/>
              <p:cNvSpPr/>
              <p:nvPr/>
            </p:nvSpPr>
            <p:spPr>
              <a:xfrm flipH="1">
                <a:off x="4591117" y="-98652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6"/>
              <p:cNvSpPr/>
              <p:nvPr/>
            </p:nvSpPr>
            <p:spPr>
              <a:xfrm flipH="1">
                <a:off x="983325" y="13015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6"/>
              <p:cNvSpPr/>
              <p:nvPr/>
            </p:nvSpPr>
            <p:spPr>
              <a:xfrm flipH="1">
                <a:off x="1211522" y="117557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6"/>
              <p:cNvSpPr/>
              <p:nvPr/>
            </p:nvSpPr>
            <p:spPr>
              <a:xfrm flipH="1">
                <a:off x="2746380" y="90162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6"/>
              <p:cNvSpPr/>
              <p:nvPr/>
            </p:nvSpPr>
            <p:spPr>
              <a:xfrm flipH="1">
                <a:off x="3865950" y="24540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6"/>
              <p:cNvSpPr/>
              <p:nvPr/>
            </p:nvSpPr>
            <p:spPr>
              <a:xfrm flipH="1">
                <a:off x="1991702" y="86572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6"/>
              <p:cNvSpPr/>
              <p:nvPr/>
            </p:nvSpPr>
            <p:spPr>
              <a:xfrm flipH="1">
                <a:off x="4207092" y="-36042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6"/>
              <p:cNvSpPr/>
              <p:nvPr/>
            </p:nvSpPr>
            <p:spPr>
              <a:xfrm flipH="1">
                <a:off x="3934310" y="-63264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6"/>
              <p:cNvSpPr/>
              <p:nvPr/>
            </p:nvSpPr>
            <p:spPr>
              <a:xfrm flipH="1">
                <a:off x="3959787" y="-60658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6"/>
              <p:cNvSpPr/>
              <p:nvPr/>
            </p:nvSpPr>
            <p:spPr>
              <a:xfrm flipH="1">
                <a:off x="4344954" y="-96972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6"/>
              <p:cNvSpPr/>
              <p:nvPr/>
            </p:nvSpPr>
            <p:spPr>
              <a:xfrm flipH="1">
                <a:off x="6303193" y="-79134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6"/>
              <p:cNvSpPr/>
              <p:nvPr/>
            </p:nvSpPr>
            <p:spPr>
              <a:xfrm flipH="1">
                <a:off x="451617" y="-17001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16"/>
              <p:cNvSpPr/>
              <p:nvPr/>
            </p:nvSpPr>
            <p:spPr>
              <a:xfrm flipH="1">
                <a:off x="3911701" y="-12065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6"/>
              <p:cNvSpPr/>
              <p:nvPr/>
            </p:nvSpPr>
            <p:spPr>
              <a:xfrm flipH="1">
                <a:off x="3798199" y="-12065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6"/>
              <p:cNvSpPr/>
              <p:nvPr/>
            </p:nvSpPr>
            <p:spPr>
              <a:xfrm flipH="1">
                <a:off x="3684087" y="-12065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6"/>
              <p:cNvSpPr/>
              <p:nvPr/>
            </p:nvSpPr>
            <p:spPr>
              <a:xfrm flipH="1">
                <a:off x="3570560" y="-12065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6"/>
              <p:cNvSpPr/>
              <p:nvPr/>
            </p:nvSpPr>
            <p:spPr>
              <a:xfrm flipH="1">
                <a:off x="3457057" y="-12065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6"/>
              <p:cNvSpPr/>
              <p:nvPr/>
            </p:nvSpPr>
            <p:spPr>
              <a:xfrm flipH="1">
                <a:off x="3342946" y="-12065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6"/>
              <p:cNvSpPr/>
              <p:nvPr/>
            </p:nvSpPr>
            <p:spPr>
              <a:xfrm flipH="1">
                <a:off x="3229418" y="-12065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6"/>
              <p:cNvSpPr/>
              <p:nvPr/>
            </p:nvSpPr>
            <p:spPr>
              <a:xfrm flipH="1">
                <a:off x="3115332" y="-12065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6"/>
              <p:cNvSpPr/>
              <p:nvPr/>
            </p:nvSpPr>
            <p:spPr>
              <a:xfrm flipH="1">
                <a:off x="4594568" y="66764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6"/>
              <p:cNvSpPr/>
              <p:nvPr/>
            </p:nvSpPr>
            <p:spPr>
              <a:xfrm flipH="1">
                <a:off x="4383752" y="66764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6"/>
              <p:cNvSpPr/>
              <p:nvPr/>
            </p:nvSpPr>
            <p:spPr>
              <a:xfrm flipH="1">
                <a:off x="4172937" y="66764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6"/>
              <p:cNvSpPr/>
              <p:nvPr/>
            </p:nvSpPr>
            <p:spPr>
              <a:xfrm flipH="1">
                <a:off x="3961512" y="66764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6"/>
              <p:cNvSpPr/>
              <p:nvPr/>
            </p:nvSpPr>
            <p:spPr>
              <a:xfrm flipH="1">
                <a:off x="3750697" y="66764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6"/>
              <p:cNvSpPr/>
              <p:nvPr/>
            </p:nvSpPr>
            <p:spPr>
              <a:xfrm flipH="1">
                <a:off x="3539881" y="66764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4" name="Google Shape;1494;p16"/>
            <p:cNvSpPr/>
            <p:nvPr/>
          </p:nvSpPr>
          <p:spPr>
            <a:xfrm flipH="1">
              <a:off x="7520192" y="-12721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One Columns">
  <p:cSld name="CUSTOM_4">
    <p:spTree>
      <p:nvGrpSpPr>
        <p:cNvPr id="1" name="Shape 1495"/>
        <p:cNvGrpSpPr/>
        <p:nvPr/>
      </p:nvGrpSpPr>
      <p:grpSpPr>
        <a:xfrm>
          <a:off x="0" y="0"/>
          <a:ext cx="0" cy="0"/>
          <a:chOff x="0" y="0"/>
          <a:chExt cx="0" cy="0"/>
        </a:xfrm>
      </p:grpSpPr>
      <p:grpSp>
        <p:nvGrpSpPr>
          <p:cNvPr id="1496" name="Google Shape;1496;p17"/>
          <p:cNvGrpSpPr/>
          <p:nvPr/>
        </p:nvGrpSpPr>
        <p:grpSpPr>
          <a:xfrm>
            <a:off x="-566246" y="-536790"/>
            <a:ext cx="8377976" cy="1614718"/>
            <a:chOff x="-566246" y="-831315"/>
            <a:chExt cx="8377976" cy="1614718"/>
          </a:xfrm>
        </p:grpSpPr>
        <p:sp>
          <p:nvSpPr>
            <p:cNvPr id="1497" name="Google Shape;1497;p17"/>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7"/>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17"/>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17"/>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7"/>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7"/>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7"/>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7"/>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7"/>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7"/>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7"/>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7"/>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7"/>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7"/>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7"/>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7"/>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17"/>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7"/>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7"/>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7"/>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7"/>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7"/>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7"/>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7"/>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17"/>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7"/>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7"/>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7"/>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7"/>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6" name="Google Shape;1526;p17"/>
          <p:cNvGrpSpPr/>
          <p:nvPr/>
        </p:nvGrpSpPr>
        <p:grpSpPr>
          <a:xfrm rot="5400000">
            <a:off x="617425" y="3321200"/>
            <a:ext cx="979800" cy="3475150"/>
            <a:chOff x="327125" y="2375600"/>
            <a:chExt cx="979800" cy="3475150"/>
          </a:xfrm>
        </p:grpSpPr>
        <p:sp>
          <p:nvSpPr>
            <p:cNvPr id="1527" name="Google Shape;1527;p17"/>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7"/>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7"/>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7"/>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17"/>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7"/>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17"/>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7"/>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7"/>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7"/>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7"/>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7"/>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17"/>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17"/>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7"/>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2" name="Google Shape;1542;p17"/>
          <p:cNvSpPr txBox="1">
            <a:spLocks noGrp="1"/>
          </p:cNvSpPr>
          <p:nvPr>
            <p:ph type="title"/>
          </p:nvPr>
        </p:nvSpPr>
        <p:spPr>
          <a:xfrm>
            <a:off x="720125" y="1639950"/>
            <a:ext cx="3250500" cy="508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543" name="Google Shape;1543;p17"/>
          <p:cNvSpPr txBox="1">
            <a:spLocks noGrp="1"/>
          </p:cNvSpPr>
          <p:nvPr>
            <p:ph type="subTitle" idx="1"/>
          </p:nvPr>
        </p:nvSpPr>
        <p:spPr>
          <a:xfrm>
            <a:off x="886200" y="2735875"/>
            <a:ext cx="3084300" cy="14172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1593"/>
        <p:cNvGrpSpPr/>
        <p:nvPr/>
      </p:nvGrpSpPr>
      <p:grpSpPr>
        <a:xfrm>
          <a:off x="0" y="0"/>
          <a:ext cx="0" cy="0"/>
          <a:chOff x="0" y="0"/>
          <a:chExt cx="0" cy="0"/>
        </a:xfrm>
      </p:grpSpPr>
      <p:grpSp>
        <p:nvGrpSpPr>
          <p:cNvPr id="1594" name="Google Shape;1594;p19"/>
          <p:cNvGrpSpPr/>
          <p:nvPr/>
        </p:nvGrpSpPr>
        <p:grpSpPr>
          <a:xfrm flipH="1">
            <a:off x="-370165" y="-2483486"/>
            <a:ext cx="7884219" cy="3433770"/>
            <a:chOff x="24125" y="294775"/>
            <a:chExt cx="7767703" cy="3383025"/>
          </a:xfrm>
        </p:grpSpPr>
        <p:sp>
          <p:nvSpPr>
            <p:cNvPr id="1595" name="Google Shape;1595;p19"/>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19"/>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19"/>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19"/>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19"/>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9"/>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9"/>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19"/>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9"/>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19"/>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9"/>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9"/>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9"/>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9"/>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9"/>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19"/>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19"/>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19"/>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19"/>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9"/>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19"/>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19"/>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19"/>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19"/>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19"/>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9"/>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9"/>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9"/>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9"/>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9"/>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9"/>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19"/>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19"/>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19"/>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19"/>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19"/>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19"/>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9"/>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9"/>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19"/>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9"/>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19"/>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9"/>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9"/>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19"/>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19"/>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9"/>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19"/>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19"/>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9"/>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9"/>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9"/>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19"/>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19"/>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9"/>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9"/>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9"/>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9"/>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19"/>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19"/>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9"/>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9"/>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19"/>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9"/>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19"/>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19"/>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19"/>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9"/>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19"/>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19"/>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19"/>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9"/>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9"/>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19"/>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19"/>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19"/>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9"/>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19"/>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19"/>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19"/>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9"/>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9"/>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9"/>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19"/>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19"/>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19"/>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19"/>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9"/>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19"/>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19"/>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19"/>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9"/>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19"/>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19"/>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9" name="Google Shape;1689;p19"/>
          <p:cNvGrpSpPr/>
          <p:nvPr/>
        </p:nvGrpSpPr>
        <p:grpSpPr>
          <a:xfrm>
            <a:off x="7222182" y="4568872"/>
            <a:ext cx="881035" cy="290677"/>
            <a:chOff x="7222182" y="4568872"/>
            <a:chExt cx="881035" cy="290677"/>
          </a:xfrm>
        </p:grpSpPr>
        <p:sp>
          <p:nvSpPr>
            <p:cNvPr id="1690" name="Google Shape;1690;p19"/>
            <p:cNvSpPr/>
            <p:nvPr/>
          </p:nvSpPr>
          <p:spPr>
            <a:xfrm>
              <a:off x="7222182"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9"/>
            <p:cNvSpPr/>
            <p:nvPr/>
          </p:nvSpPr>
          <p:spPr>
            <a:xfrm>
              <a:off x="7370543"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9"/>
            <p:cNvSpPr/>
            <p:nvPr/>
          </p:nvSpPr>
          <p:spPr>
            <a:xfrm>
              <a:off x="7515820"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9"/>
            <p:cNvSpPr/>
            <p:nvPr/>
          </p:nvSpPr>
          <p:spPr>
            <a:xfrm>
              <a:off x="7664180"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19"/>
            <p:cNvSpPr/>
            <p:nvPr/>
          </p:nvSpPr>
          <p:spPr>
            <a:xfrm>
              <a:off x="7809457"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19"/>
            <p:cNvSpPr/>
            <p:nvPr/>
          </p:nvSpPr>
          <p:spPr>
            <a:xfrm>
              <a:off x="7957817"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6" name="Google Shape;1696;p19"/>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97" name="Google Shape;1697;p19"/>
          <p:cNvSpPr txBox="1">
            <a:spLocks noGrp="1"/>
          </p:cNvSpPr>
          <p:nvPr>
            <p:ph type="subTitle" idx="1"/>
          </p:nvPr>
        </p:nvSpPr>
        <p:spPr>
          <a:xfrm>
            <a:off x="72000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98" name="Google Shape;1698;p19"/>
          <p:cNvSpPr txBox="1">
            <a:spLocks noGrp="1"/>
          </p:cNvSpPr>
          <p:nvPr>
            <p:ph type="title" idx="2"/>
          </p:nvPr>
        </p:nvSpPr>
        <p:spPr>
          <a:xfrm>
            <a:off x="72000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699" name="Google Shape;1699;p19"/>
          <p:cNvSpPr txBox="1">
            <a:spLocks noGrp="1"/>
          </p:cNvSpPr>
          <p:nvPr>
            <p:ph type="subTitle" idx="3"/>
          </p:nvPr>
        </p:nvSpPr>
        <p:spPr>
          <a:xfrm>
            <a:off x="72000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0" name="Google Shape;1700;p19"/>
          <p:cNvSpPr txBox="1">
            <a:spLocks noGrp="1"/>
          </p:cNvSpPr>
          <p:nvPr>
            <p:ph type="title" idx="4"/>
          </p:nvPr>
        </p:nvSpPr>
        <p:spPr>
          <a:xfrm>
            <a:off x="72000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1" name="Google Shape;1701;p19"/>
          <p:cNvSpPr txBox="1">
            <a:spLocks noGrp="1"/>
          </p:cNvSpPr>
          <p:nvPr>
            <p:ph type="subTitle" idx="5"/>
          </p:nvPr>
        </p:nvSpPr>
        <p:spPr>
          <a:xfrm>
            <a:off x="348885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2" name="Google Shape;1702;p19"/>
          <p:cNvSpPr txBox="1">
            <a:spLocks noGrp="1"/>
          </p:cNvSpPr>
          <p:nvPr>
            <p:ph type="title" idx="6"/>
          </p:nvPr>
        </p:nvSpPr>
        <p:spPr>
          <a:xfrm>
            <a:off x="348885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3" name="Google Shape;1703;p19"/>
          <p:cNvSpPr txBox="1">
            <a:spLocks noGrp="1"/>
          </p:cNvSpPr>
          <p:nvPr>
            <p:ph type="subTitle" idx="7"/>
          </p:nvPr>
        </p:nvSpPr>
        <p:spPr>
          <a:xfrm>
            <a:off x="348885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4" name="Google Shape;1704;p19"/>
          <p:cNvSpPr txBox="1">
            <a:spLocks noGrp="1"/>
          </p:cNvSpPr>
          <p:nvPr>
            <p:ph type="title" idx="8"/>
          </p:nvPr>
        </p:nvSpPr>
        <p:spPr>
          <a:xfrm>
            <a:off x="348885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5" name="Google Shape;1705;p19"/>
          <p:cNvSpPr txBox="1">
            <a:spLocks noGrp="1"/>
          </p:cNvSpPr>
          <p:nvPr>
            <p:ph type="subTitle" idx="9"/>
          </p:nvPr>
        </p:nvSpPr>
        <p:spPr>
          <a:xfrm>
            <a:off x="625770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6" name="Google Shape;1706;p19"/>
          <p:cNvSpPr txBox="1">
            <a:spLocks noGrp="1"/>
          </p:cNvSpPr>
          <p:nvPr>
            <p:ph type="title" idx="13"/>
          </p:nvPr>
        </p:nvSpPr>
        <p:spPr>
          <a:xfrm>
            <a:off x="625770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7" name="Google Shape;1707;p19"/>
          <p:cNvSpPr txBox="1">
            <a:spLocks noGrp="1"/>
          </p:cNvSpPr>
          <p:nvPr>
            <p:ph type="subTitle" idx="14"/>
          </p:nvPr>
        </p:nvSpPr>
        <p:spPr>
          <a:xfrm>
            <a:off x="625770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8" name="Google Shape;1708;p19"/>
          <p:cNvSpPr txBox="1">
            <a:spLocks noGrp="1"/>
          </p:cNvSpPr>
          <p:nvPr>
            <p:ph type="title" idx="15"/>
          </p:nvPr>
        </p:nvSpPr>
        <p:spPr>
          <a:xfrm>
            <a:off x="625770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8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61875"/>
            <a:ext cx="7704000" cy="488400"/>
          </a:xfrm>
          <a:prstGeom prst="rect">
            <a:avLst/>
          </a:prstGeom>
          <a:noFill/>
          <a:ln>
            <a:noFill/>
          </a:ln>
        </p:spPr>
        <p:txBody>
          <a:bodyPr spcFirstLastPara="1" wrap="square" lIns="0" tIns="0" rIns="0" bIns="0" anchor="t" anchorCtr="0">
            <a:noAutofit/>
          </a:bodyPr>
          <a:lstStyle>
            <a:lvl1pPr lvl="0" algn="ctr">
              <a:spcBef>
                <a:spcPts val="0"/>
              </a:spcBef>
              <a:spcAft>
                <a:spcPts val="0"/>
              </a:spcAft>
              <a:buClr>
                <a:schemeClr val="dk2"/>
              </a:buClr>
              <a:buSzPts val="3600"/>
              <a:buFont typeface="Bebas Neue"/>
              <a:buNone/>
              <a:defRPr sz="3600">
                <a:solidFill>
                  <a:schemeClr val="dk2"/>
                </a:solidFill>
                <a:latin typeface="Bebas Neue"/>
                <a:ea typeface="Bebas Neue"/>
                <a:cs typeface="Bebas Neue"/>
                <a:sym typeface="Bebas Neue"/>
              </a:defRPr>
            </a:lvl1pPr>
            <a:lvl2pPr lvl="1">
              <a:spcBef>
                <a:spcPts val="0"/>
              </a:spcBef>
              <a:spcAft>
                <a:spcPts val="0"/>
              </a:spcAft>
              <a:buClr>
                <a:schemeClr val="dk2"/>
              </a:buClr>
              <a:buSzPts val="2800"/>
              <a:buNone/>
              <a:defRPr sz="2800">
                <a:solidFill>
                  <a:schemeClr val="dk2"/>
                </a:solidFill>
              </a:defRPr>
            </a:lvl2pPr>
            <a:lvl3pPr lvl="2">
              <a:spcBef>
                <a:spcPts val="0"/>
              </a:spcBef>
              <a:spcAft>
                <a:spcPts val="0"/>
              </a:spcAft>
              <a:buClr>
                <a:schemeClr val="dk2"/>
              </a:buClr>
              <a:buSzPts val="2800"/>
              <a:buNone/>
              <a:defRPr sz="2800">
                <a:solidFill>
                  <a:schemeClr val="dk2"/>
                </a:solidFill>
              </a:defRPr>
            </a:lvl3pPr>
            <a:lvl4pPr lvl="3">
              <a:spcBef>
                <a:spcPts val="0"/>
              </a:spcBef>
              <a:spcAft>
                <a:spcPts val="0"/>
              </a:spcAft>
              <a:buClr>
                <a:schemeClr val="dk2"/>
              </a:buClr>
              <a:buSzPts val="2800"/>
              <a:buNone/>
              <a:defRPr sz="2800">
                <a:solidFill>
                  <a:schemeClr val="dk2"/>
                </a:solidFill>
              </a:defRPr>
            </a:lvl4pPr>
            <a:lvl5pPr lvl="4">
              <a:spcBef>
                <a:spcPts val="0"/>
              </a:spcBef>
              <a:spcAft>
                <a:spcPts val="0"/>
              </a:spcAft>
              <a:buClr>
                <a:schemeClr val="dk2"/>
              </a:buClr>
              <a:buSzPts val="2800"/>
              <a:buNone/>
              <a:defRPr sz="2800">
                <a:solidFill>
                  <a:schemeClr val="dk2"/>
                </a:solidFill>
              </a:defRPr>
            </a:lvl5pPr>
            <a:lvl6pPr lvl="5">
              <a:spcBef>
                <a:spcPts val="0"/>
              </a:spcBef>
              <a:spcAft>
                <a:spcPts val="0"/>
              </a:spcAft>
              <a:buClr>
                <a:schemeClr val="dk2"/>
              </a:buClr>
              <a:buSzPts val="2800"/>
              <a:buNone/>
              <a:defRPr sz="2800">
                <a:solidFill>
                  <a:schemeClr val="dk2"/>
                </a:solidFill>
              </a:defRPr>
            </a:lvl6pPr>
            <a:lvl7pPr lvl="6">
              <a:spcBef>
                <a:spcPts val="0"/>
              </a:spcBef>
              <a:spcAft>
                <a:spcPts val="0"/>
              </a:spcAft>
              <a:buClr>
                <a:schemeClr val="dk2"/>
              </a:buClr>
              <a:buSzPts val="2800"/>
              <a:buNone/>
              <a:defRPr sz="2800">
                <a:solidFill>
                  <a:schemeClr val="dk2"/>
                </a:solidFill>
              </a:defRPr>
            </a:lvl7pPr>
            <a:lvl8pPr lvl="7">
              <a:spcBef>
                <a:spcPts val="0"/>
              </a:spcBef>
              <a:spcAft>
                <a:spcPts val="0"/>
              </a:spcAft>
              <a:buClr>
                <a:schemeClr val="dk2"/>
              </a:buClr>
              <a:buSzPts val="2800"/>
              <a:buNone/>
              <a:defRPr sz="2800">
                <a:solidFill>
                  <a:schemeClr val="dk2"/>
                </a:solidFill>
              </a:defRPr>
            </a:lvl8pPr>
            <a:lvl9pPr lvl="8">
              <a:spcBef>
                <a:spcPts val="0"/>
              </a:spcBef>
              <a:spcAft>
                <a:spcPts val="0"/>
              </a:spcAft>
              <a:buClr>
                <a:schemeClr val="dk2"/>
              </a:buClr>
              <a:buSzPts val="2800"/>
              <a:buNone/>
              <a:defRPr sz="2800">
                <a:solidFill>
                  <a:schemeClr val="dk2"/>
                </a:solidFill>
              </a:defRPr>
            </a:lvl9pPr>
          </a:lstStyle>
          <a:p>
            <a:endParaRPr/>
          </a:p>
        </p:txBody>
      </p:sp>
      <p:sp>
        <p:nvSpPr>
          <p:cNvPr id="7" name="Google Shape;7;p1"/>
          <p:cNvSpPr txBox="1">
            <a:spLocks noGrp="1"/>
          </p:cNvSpPr>
          <p:nvPr>
            <p:ph type="body" idx="1"/>
          </p:nvPr>
        </p:nvSpPr>
        <p:spPr>
          <a:xfrm>
            <a:off x="720000" y="1617575"/>
            <a:ext cx="7704000" cy="2951400"/>
          </a:xfrm>
          <a:prstGeom prst="rect">
            <a:avLst/>
          </a:prstGeom>
          <a:noFill/>
          <a:ln>
            <a:noFill/>
          </a:ln>
        </p:spPr>
        <p:txBody>
          <a:bodyPr spcFirstLastPara="1" wrap="square" lIns="0" tIns="0" rIns="0" bIns="0" anchor="t" anchorCtr="0">
            <a:noAutofit/>
          </a:bodyPr>
          <a:lstStyle>
            <a:lvl1pPr marL="457200" lvl="0" indent="-330200">
              <a:lnSpc>
                <a:spcPct val="115000"/>
              </a:lnSpc>
              <a:spcBef>
                <a:spcPts val="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marL="914400" lvl="1"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marL="1371600" lvl="2"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marL="1828800" lvl="3"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marL="2286000" lvl="4"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marL="2743200" lvl="5"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marL="3200400" lvl="6"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marL="3657600" lvl="7"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marL="4114800" lvl="8" indent="-330200">
              <a:lnSpc>
                <a:spcPct val="115000"/>
              </a:lnSpc>
              <a:spcBef>
                <a:spcPts val="1600"/>
              </a:spcBef>
              <a:spcAft>
                <a:spcPts val="1600"/>
              </a:spcAft>
              <a:buClr>
                <a:schemeClr val="dk1"/>
              </a:buClr>
              <a:buSzPts val="1600"/>
              <a:buFont typeface="Roboto"/>
              <a:buChar char="■"/>
              <a:defRPr sz="16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 id="2147483667"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13.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hyperlink" Target="https://www.imperva.com/learn/application-security/social-engineering-attack/"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hyperlink" Target="https://www.imperva.com/learn/data-security/sensitive-data/" TargetMode="External"/><Relationship Id="rId5" Type="http://schemas.openxmlformats.org/officeDocument/2006/relationships/hyperlink" Target="https://www.imperva.com/learn/application-security/ransomware/" TargetMode="External"/><Relationship Id="rId4" Type="http://schemas.openxmlformats.org/officeDocument/2006/relationships/hyperlink" Target="https://www.imperva.com/learn/application-security/malware-detection-and-remova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4"/>
        <p:cNvGrpSpPr/>
        <p:nvPr/>
      </p:nvGrpSpPr>
      <p:grpSpPr>
        <a:xfrm>
          <a:off x="0" y="0"/>
          <a:ext cx="0" cy="0"/>
          <a:chOff x="0" y="0"/>
          <a:chExt cx="0" cy="0"/>
        </a:xfrm>
      </p:grpSpPr>
      <p:sp>
        <p:nvSpPr>
          <p:cNvPr id="1855" name="Google Shape;1855;p24"/>
          <p:cNvSpPr txBox="1">
            <a:spLocks noGrp="1"/>
          </p:cNvSpPr>
          <p:nvPr>
            <p:ph type="ctrTitle"/>
          </p:nvPr>
        </p:nvSpPr>
        <p:spPr>
          <a:xfrm>
            <a:off x="1009200" y="1893447"/>
            <a:ext cx="7125600" cy="1147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dirty="0" smtClean="0">
                <a:solidFill>
                  <a:schemeClr val="dk2"/>
                </a:solidFill>
              </a:rPr>
              <a:t>Cyber Security</a:t>
            </a:r>
            <a:endParaRPr dirty="0">
              <a:solidFill>
                <a:schemeClr val="dk2"/>
              </a:solidFill>
            </a:endParaRPr>
          </a:p>
        </p:txBody>
      </p:sp>
      <p:sp>
        <p:nvSpPr>
          <p:cNvPr id="1856" name="Google Shape;1856;p24"/>
          <p:cNvSpPr txBox="1">
            <a:spLocks noGrp="1"/>
          </p:cNvSpPr>
          <p:nvPr>
            <p:ph type="subTitle" idx="1"/>
          </p:nvPr>
        </p:nvSpPr>
        <p:spPr>
          <a:xfrm>
            <a:off x="1105844" y="3600329"/>
            <a:ext cx="2455112" cy="514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2400" dirty="0">
                <a:solidFill>
                  <a:schemeClr val="dk2"/>
                </a:solidFill>
                <a:latin typeface="Bebas Neue"/>
                <a:ea typeface="Bebas Neue"/>
                <a:cs typeface="Bebas Neue"/>
                <a:sym typeface="Bebas Neue"/>
              </a:rPr>
              <a:t>Team Members:</a:t>
            </a:r>
          </a:p>
          <a:p>
            <a:pPr marL="0" lvl="0" indent="0" algn="l" rtl="0">
              <a:spcBef>
                <a:spcPts val="0"/>
              </a:spcBef>
              <a:spcAft>
                <a:spcPts val="0"/>
              </a:spcAft>
              <a:buNone/>
            </a:pPr>
            <a:r>
              <a:rPr lang="en-US" sz="1600" dirty="0">
                <a:solidFill>
                  <a:schemeClr val="dk1"/>
                </a:solidFill>
              </a:rPr>
              <a:t>Sankalp</a:t>
            </a:r>
          </a:p>
          <a:p>
            <a:pPr marL="0" lvl="0" indent="0" algn="l" rtl="0">
              <a:spcBef>
                <a:spcPts val="0"/>
              </a:spcBef>
              <a:spcAft>
                <a:spcPts val="0"/>
              </a:spcAft>
              <a:buNone/>
            </a:pPr>
            <a:r>
              <a:rPr lang="en-US" sz="1600" dirty="0">
                <a:solidFill>
                  <a:schemeClr val="dk1"/>
                </a:solidFill>
              </a:rPr>
              <a:t>Prateek</a:t>
            </a:r>
          </a:p>
          <a:p>
            <a:pPr marL="0" lvl="0" indent="0" algn="l" rtl="0">
              <a:spcBef>
                <a:spcPts val="0"/>
              </a:spcBef>
              <a:spcAft>
                <a:spcPts val="0"/>
              </a:spcAft>
              <a:buNone/>
            </a:pPr>
            <a:r>
              <a:rPr lang="en-US" sz="1600" dirty="0">
                <a:solidFill>
                  <a:schemeClr val="dk1"/>
                </a:solidFill>
              </a:rPr>
              <a:t>Manshi</a:t>
            </a:r>
            <a:endParaRPr sz="1600" dirty="0">
              <a:solidFill>
                <a:schemeClr val="dk1"/>
              </a:solidFill>
            </a:endParaRPr>
          </a:p>
        </p:txBody>
      </p:sp>
      <p:grpSp>
        <p:nvGrpSpPr>
          <p:cNvPr id="1857" name="Google Shape;1857;p24"/>
          <p:cNvGrpSpPr/>
          <p:nvPr/>
        </p:nvGrpSpPr>
        <p:grpSpPr>
          <a:xfrm>
            <a:off x="-223784" y="-6"/>
            <a:ext cx="2284525" cy="985488"/>
            <a:chOff x="-223784" y="-6"/>
            <a:chExt cx="2284525" cy="985488"/>
          </a:xfrm>
        </p:grpSpPr>
        <p:sp>
          <p:nvSpPr>
            <p:cNvPr id="1858" name="Google Shape;1858;p24"/>
            <p:cNvSpPr/>
            <p:nvPr/>
          </p:nvSpPr>
          <p:spPr>
            <a:xfrm rot="5400000">
              <a:off x="751670" y="-653904"/>
              <a:ext cx="291159" cy="1770887"/>
            </a:xfrm>
            <a:custGeom>
              <a:avLst/>
              <a:gdLst/>
              <a:ahLst/>
              <a:cxnLst/>
              <a:rect l="l" t="t" r="r" b="b"/>
              <a:pathLst>
                <a:path w="3309" h="20126" fill="none" extrusionOk="0">
                  <a:moveTo>
                    <a:pt x="3309" y="20126"/>
                  </a:moveTo>
                  <a:lnTo>
                    <a:pt x="3309" y="10627"/>
                  </a:lnTo>
                  <a:lnTo>
                    <a:pt x="1" y="7293"/>
                  </a:ln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4"/>
            <p:cNvSpPr/>
            <p:nvPr/>
          </p:nvSpPr>
          <p:spPr>
            <a:xfrm rot="5400000">
              <a:off x="294064" y="-86060"/>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4"/>
            <p:cNvSpPr/>
            <p:nvPr/>
          </p:nvSpPr>
          <p:spPr>
            <a:xfrm rot="5400000">
              <a:off x="575332" y="113545"/>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4"/>
            <p:cNvSpPr/>
            <p:nvPr/>
          </p:nvSpPr>
          <p:spPr>
            <a:xfrm rot="5400000">
              <a:off x="873382" y="-351369"/>
              <a:ext cx="147899" cy="1895787"/>
            </a:xfrm>
            <a:custGeom>
              <a:avLst/>
              <a:gdLst/>
              <a:ahLst/>
              <a:cxnLst/>
              <a:rect l="l" t="t" r="r" b="b"/>
              <a:pathLst>
                <a:path w="1681" h="21405" fill="none" extrusionOk="0">
                  <a:moveTo>
                    <a:pt x="1" y="21405"/>
                  </a:moveTo>
                  <a:lnTo>
                    <a:pt x="1" y="5114"/>
                  </a:lnTo>
                  <a:lnTo>
                    <a:pt x="1680" y="3434"/>
                  </a:lnTo>
                  <a:lnTo>
                    <a:pt x="1680" y="1"/>
                  </a:lnTo>
                </a:path>
              </a:pathLst>
            </a:custGeom>
            <a:noFill/>
            <a:ln w="9525" cap="rnd"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4"/>
            <p:cNvSpPr/>
            <p:nvPr/>
          </p:nvSpPr>
          <p:spPr>
            <a:xfrm rot="5400000">
              <a:off x="551408" y="-235203"/>
              <a:ext cx="361727" cy="1912111"/>
            </a:xfrm>
            <a:custGeom>
              <a:avLst/>
              <a:gdLst/>
              <a:ahLst/>
              <a:cxnLst/>
              <a:rect l="l" t="t" r="r" b="b"/>
              <a:pathLst>
                <a:path w="4111" h="21731" fill="none" extrusionOk="0">
                  <a:moveTo>
                    <a:pt x="0" y="21730"/>
                  </a:moveTo>
                  <a:lnTo>
                    <a:pt x="0" y="14562"/>
                  </a:lnTo>
                  <a:lnTo>
                    <a:pt x="4110" y="10427"/>
                  </a:lnTo>
                  <a:lnTo>
                    <a:pt x="4110" y="1"/>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4"/>
            <p:cNvSpPr/>
            <p:nvPr/>
          </p:nvSpPr>
          <p:spPr>
            <a:xfrm rot="5400000">
              <a:off x="1689436" y="818961"/>
              <a:ext cx="165421" cy="167621"/>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4"/>
            <p:cNvSpPr/>
            <p:nvPr/>
          </p:nvSpPr>
          <p:spPr>
            <a:xfrm rot="5400000">
              <a:off x="1894132" y="585435"/>
              <a:ext cx="167709" cy="165509"/>
            </a:xfrm>
            <a:custGeom>
              <a:avLst/>
              <a:gdLst/>
              <a:ahLst/>
              <a:cxnLst/>
              <a:rect l="l" t="t" r="r" b="b"/>
              <a:pathLst>
                <a:path w="1906" h="1881" extrusionOk="0">
                  <a:moveTo>
                    <a:pt x="953" y="0"/>
                  </a:moveTo>
                  <a:cubicBezTo>
                    <a:pt x="427" y="0"/>
                    <a:pt x="1" y="426"/>
                    <a:pt x="1" y="928"/>
                  </a:cubicBezTo>
                  <a:cubicBezTo>
                    <a:pt x="1" y="1454"/>
                    <a:pt x="427" y="1880"/>
                    <a:pt x="953" y="1880"/>
                  </a:cubicBezTo>
                  <a:cubicBezTo>
                    <a:pt x="1479" y="1880"/>
                    <a:pt x="1905" y="1454"/>
                    <a:pt x="1905" y="928"/>
                  </a:cubicBezTo>
                  <a:cubicBezTo>
                    <a:pt x="1905" y="426"/>
                    <a:pt x="1479" y="0"/>
                    <a:pt x="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4"/>
            <p:cNvSpPr/>
            <p:nvPr/>
          </p:nvSpPr>
          <p:spPr>
            <a:xfrm rot="5400000">
              <a:off x="1782751" y="-50"/>
              <a:ext cx="167621" cy="167709"/>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6" name="Google Shape;1866;p24"/>
          <p:cNvGrpSpPr/>
          <p:nvPr/>
        </p:nvGrpSpPr>
        <p:grpSpPr>
          <a:xfrm>
            <a:off x="5876365" y="118125"/>
            <a:ext cx="3316597" cy="2830576"/>
            <a:chOff x="5876365" y="118125"/>
            <a:chExt cx="3316597" cy="2830576"/>
          </a:xfrm>
        </p:grpSpPr>
        <p:sp>
          <p:nvSpPr>
            <p:cNvPr id="1867" name="Google Shape;1867;p24"/>
            <p:cNvSpPr/>
            <p:nvPr/>
          </p:nvSpPr>
          <p:spPr>
            <a:xfrm rot="10800000">
              <a:off x="9025253" y="996438"/>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4"/>
            <p:cNvSpPr/>
            <p:nvPr/>
          </p:nvSpPr>
          <p:spPr>
            <a:xfrm>
              <a:off x="6008817" y="118125"/>
              <a:ext cx="3134824" cy="182018"/>
            </a:xfrm>
            <a:custGeom>
              <a:avLst/>
              <a:gdLst/>
              <a:ahLst/>
              <a:cxnLst/>
              <a:rect l="l" t="t" r="r" b="b"/>
              <a:pathLst>
                <a:path w="25490" h="1480" fill="none" extrusionOk="0">
                  <a:moveTo>
                    <a:pt x="1" y="1479"/>
                  </a:moveTo>
                  <a:lnTo>
                    <a:pt x="13710" y="1479"/>
                  </a:lnTo>
                  <a:lnTo>
                    <a:pt x="15164" y="0"/>
                  </a:lnTo>
                  <a:lnTo>
                    <a:pt x="25490" y="0"/>
                  </a:lnTo>
                </a:path>
              </a:pathLst>
            </a:custGeom>
            <a:noFill/>
            <a:ln w="9525" cap="rnd" cmpd="sng">
              <a:solidFill>
                <a:srgbClr val="00F4A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4"/>
            <p:cNvSpPr/>
            <p:nvPr/>
          </p:nvSpPr>
          <p:spPr>
            <a:xfrm>
              <a:off x="5876365" y="182815"/>
              <a:ext cx="234282" cy="234409"/>
            </a:xfrm>
            <a:custGeom>
              <a:avLst/>
              <a:gdLst/>
              <a:ahLst/>
              <a:cxnLst/>
              <a:rect l="l" t="t" r="r" b="b"/>
              <a:pathLst>
                <a:path w="1905" h="1906" extrusionOk="0">
                  <a:moveTo>
                    <a:pt x="953" y="1"/>
                  </a:moveTo>
                  <a:cubicBezTo>
                    <a:pt x="426" y="1"/>
                    <a:pt x="0" y="427"/>
                    <a:pt x="0" y="953"/>
                  </a:cubicBezTo>
                  <a:cubicBezTo>
                    <a:pt x="0" y="1479"/>
                    <a:pt x="426" y="1905"/>
                    <a:pt x="953" y="1905"/>
                  </a:cubicBezTo>
                  <a:cubicBezTo>
                    <a:pt x="1479" y="1905"/>
                    <a:pt x="1905" y="1479"/>
                    <a:pt x="1905" y="953"/>
                  </a:cubicBezTo>
                  <a:cubicBezTo>
                    <a:pt x="1905" y="427"/>
                    <a:pt x="1479" y="1"/>
                    <a:pt x="953" y="1"/>
                  </a:cubicBezTo>
                  <a:close/>
                </a:path>
              </a:pathLst>
            </a:custGeom>
            <a:solidFill>
              <a:srgbClr val="00F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4"/>
            <p:cNvSpPr/>
            <p:nvPr/>
          </p:nvSpPr>
          <p:spPr>
            <a:xfrm rot="10800000">
              <a:off x="9109108" y="515661"/>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4"/>
            <p:cNvSpPr/>
            <p:nvPr/>
          </p:nvSpPr>
          <p:spPr>
            <a:xfrm rot="10800000">
              <a:off x="8441048" y="515657"/>
              <a:ext cx="361727" cy="2369168"/>
            </a:xfrm>
            <a:custGeom>
              <a:avLst/>
              <a:gdLst/>
              <a:ahLst/>
              <a:cxnLst/>
              <a:rect l="l" t="t" r="r" b="b"/>
              <a:pathLst>
                <a:path w="4111" h="21731" fill="none" extrusionOk="0">
                  <a:moveTo>
                    <a:pt x="0" y="21730"/>
                  </a:moveTo>
                  <a:lnTo>
                    <a:pt x="0" y="14562"/>
                  </a:lnTo>
                  <a:lnTo>
                    <a:pt x="4110" y="10427"/>
                  </a:lnTo>
                  <a:lnTo>
                    <a:pt x="4110" y="1"/>
                  </a:lnTo>
                </a:path>
              </a:pathLst>
            </a:custGeom>
            <a:noFill/>
            <a:ln w="9525" cap="rnd"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4"/>
            <p:cNvSpPr/>
            <p:nvPr/>
          </p:nvSpPr>
          <p:spPr>
            <a:xfrm rot="10800000">
              <a:off x="8357275" y="2781081"/>
              <a:ext cx="165421" cy="167621"/>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sp>
        <p:nvSpPr>
          <p:cNvPr id="1883" name="Google Shape;1883;p26"/>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smtClean="0"/>
              <a:t>CONTENTS</a:t>
            </a:r>
            <a:endParaRPr dirty="0"/>
          </a:p>
        </p:txBody>
      </p:sp>
      <p:sp>
        <p:nvSpPr>
          <p:cNvPr id="1884" name="Google Shape;1884;p26"/>
          <p:cNvSpPr txBox="1">
            <a:spLocks noGrp="1"/>
          </p:cNvSpPr>
          <p:nvPr>
            <p:ph type="title" idx="8"/>
          </p:nvPr>
        </p:nvSpPr>
        <p:spPr>
          <a:xfrm>
            <a:off x="6672300" y="2868050"/>
            <a:ext cx="1676246"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Cyber Security Attacks</a:t>
            </a:r>
            <a:endParaRPr dirty="0"/>
          </a:p>
        </p:txBody>
      </p:sp>
      <p:sp>
        <p:nvSpPr>
          <p:cNvPr id="1885" name="Google Shape;1885;p26"/>
          <p:cNvSpPr txBox="1">
            <a:spLocks noGrp="1"/>
          </p:cNvSpPr>
          <p:nvPr>
            <p:ph type="title" idx="9"/>
          </p:nvPr>
        </p:nvSpPr>
        <p:spPr>
          <a:xfrm>
            <a:off x="6832500" y="1766950"/>
            <a:ext cx="584700" cy="58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03</a:t>
            </a:r>
            <a:endParaRPr/>
          </a:p>
        </p:txBody>
      </p:sp>
      <p:sp>
        <p:nvSpPr>
          <p:cNvPr id="1886" name="Google Shape;1886;p26"/>
          <p:cNvSpPr txBox="1">
            <a:spLocks noGrp="1"/>
          </p:cNvSpPr>
          <p:nvPr>
            <p:ph type="title" idx="5"/>
          </p:nvPr>
        </p:nvSpPr>
        <p:spPr>
          <a:xfrm>
            <a:off x="3666725" y="2868050"/>
            <a:ext cx="1751688"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Types of cyber attacks</a:t>
            </a:r>
            <a:endParaRPr dirty="0"/>
          </a:p>
        </p:txBody>
      </p:sp>
      <p:sp>
        <p:nvSpPr>
          <p:cNvPr id="1887" name="Google Shape;1887;p26"/>
          <p:cNvSpPr txBox="1">
            <a:spLocks noGrp="1"/>
          </p:cNvSpPr>
          <p:nvPr>
            <p:ph type="title" idx="6"/>
          </p:nvPr>
        </p:nvSpPr>
        <p:spPr>
          <a:xfrm>
            <a:off x="3828350" y="1766950"/>
            <a:ext cx="584700" cy="58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02</a:t>
            </a:r>
            <a:endParaRPr/>
          </a:p>
        </p:txBody>
      </p:sp>
      <p:sp>
        <p:nvSpPr>
          <p:cNvPr id="1888" name="Google Shape;1888;p26"/>
          <p:cNvSpPr txBox="1">
            <a:spLocks noGrp="1"/>
          </p:cNvSpPr>
          <p:nvPr>
            <p:ph type="subTitle" idx="1"/>
          </p:nvPr>
        </p:nvSpPr>
        <p:spPr>
          <a:xfrm>
            <a:off x="719988" y="3728592"/>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Introduction to Cybersecurity</a:t>
            </a:r>
            <a:endParaRPr dirty="0"/>
          </a:p>
        </p:txBody>
      </p:sp>
      <p:sp>
        <p:nvSpPr>
          <p:cNvPr id="1889" name="Google Shape;1889;p26"/>
          <p:cNvSpPr txBox="1">
            <a:spLocks noGrp="1"/>
          </p:cNvSpPr>
          <p:nvPr>
            <p:ph type="title" idx="2"/>
          </p:nvPr>
        </p:nvSpPr>
        <p:spPr>
          <a:xfrm>
            <a:off x="720000" y="2868050"/>
            <a:ext cx="1621756"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What is Cybersecurity</a:t>
            </a:r>
            <a:endParaRPr dirty="0"/>
          </a:p>
        </p:txBody>
      </p:sp>
      <p:sp>
        <p:nvSpPr>
          <p:cNvPr id="1890" name="Google Shape;1890;p26"/>
          <p:cNvSpPr txBox="1">
            <a:spLocks noGrp="1"/>
          </p:cNvSpPr>
          <p:nvPr>
            <p:ph type="title" idx="3"/>
          </p:nvPr>
        </p:nvSpPr>
        <p:spPr>
          <a:xfrm>
            <a:off x="878350" y="1766925"/>
            <a:ext cx="584700" cy="58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01</a:t>
            </a:r>
            <a:endParaRPr dirty="0"/>
          </a:p>
        </p:txBody>
      </p:sp>
      <p:sp>
        <p:nvSpPr>
          <p:cNvPr id="1891" name="Google Shape;1891;p26"/>
          <p:cNvSpPr txBox="1">
            <a:spLocks noGrp="1"/>
          </p:cNvSpPr>
          <p:nvPr>
            <p:ph type="subTitle" idx="4"/>
          </p:nvPr>
        </p:nvSpPr>
        <p:spPr>
          <a:xfrm>
            <a:off x="3666713" y="3728575"/>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Malware</a:t>
            </a:r>
          </a:p>
          <a:p>
            <a:pPr marL="0" lvl="0" indent="0" algn="l" rtl="0">
              <a:spcBef>
                <a:spcPts val="0"/>
              </a:spcBef>
              <a:spcAft>
                <a:spcPts val="0"/>
              </a:spcAft>
              <a:buNone/>
            </a:pPr>
            <a:r>
              <a:rPr lang="en" dirty="0" smtClean="0"/>
              <a:t>Phishing</a:t>
            </a:r>
          </a:p>
          <a:p>
            <a:pPr marL="0" lvl="0" indent="0" algn="l" rtl="0">
              <a:spcBef>
                <a:spcPts val="0"/>
              </a:spcBef>
              <a:spcAft>
                <a:spcPts val="0"/>
              </a:spcAft>
              <a:buNone/>
            </a:pPr>
            <a:r>
              <a:rPr lang="en" dirty="0" smtClean="0"/>
              <a:t>Man in the Middle</a:t>
            </a:r>
          </a:p>
          <a:p>
            <a:pPr marL="0" lvl="0" indent="0" algn="l" rtl="0">
              <a:spcBef>
                <a:spcPts val="0"/>
              </a:spcBef>
              <a:spcAft>
                <a:spcPts val="0"/>
              </a:spcAft>
              <a:buNone/>
            </a:pPr>
            <a:r>
              <a:rPr lang="en" dirty="0" smtClean="0"/>
              <a:t>Password Attack</a:t>
            </a:r>
            <a:endParaRPr dirty="0"/>
          </a:p>
        </p:txBody>
      </p:sp>
      <p:sp>
        <p:nvSpPr>
          <p:cNvPr id="1892" name="Google Shape;1892;p26"/>
          <p:cNvSpPr txBox="1">
            <a:spLocks noGrp="1"/>
          </p:cNvSpPr>
          <p:nvPr>
            <p:ph type="subTitle" idx="7"/>
          </p:nvPr>
        </p:nvSpPr>
        <p:spPr>
          <a:xfrm>
            <a:off x="6672288" y="3728575"/>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APT</a:t>
            </a:r>
          </a:p>
          <a:p>
            <a:pPr marL="0" lvl="0" indent="0" algn="l" rtl="0">
              <a:spcBef>
                <a:spcPts val="0"/>
              </a:spcBef>
              <a:spcAft>
                <a:spcPts val="0"/>
              </a:spcAft>
              <a:buNone/>
            </a:pPr>
            <a:r>
              <a:rPr lang="en" dirty="0" smtClean="0"/>
              <a:t>DDoS</a:t>
            </a:r>
          </a:p>
          <a:p>
            <a:pPr marL="0" lvl="0" indent="0" algn="l" rtl="0">
              <a:spcBef>
                <a:spcPts val="0"/>
              </a:spcBef>
              <a:spcAft>
                <a:spcPts val="0"/>
              </a:spcAft>
              <a:buNone/>
            </a:pPr>
            <a:r>
              <a:rPr lang="en" dirty="0" smtClean="0"/>
              <a:t>SQL Injection</a:t>
            </a: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6"/>
        <p:cNvGrpSpPr/>
        <p:nvPr/>
      </p:nvGrpSpPr>
      <p:grpSpPr>
        <a:xfrm>
          <a:off x="0" y="0"/>
          <a:ext cx="0" cy="0"/>
          <a:chOff x="0" y="0"/>
          <a:chExt cx="0" cy="0"/>
        </a:xfrm>
      </p:grpSpPr>
      <p:sp>
        <p:nvSpPr>
          <p:cNvPr id="1897" name="Google Shape;1897;p27"/>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smtClean="0"/>
              <a:t>CONTENTS</a:t>
            </a:r>
            <a:endParaRPr dirty="0"/>
          </a:p>
        </p:txBody>
      </p:sp>
      <p:sp>
        <p:nvSpPr>
          <p:cNvPr id="1898" name="Google Shape;1898;p27"/>
          <p:cNvSpPr txBox="1">
            <a:spLocks noGrp="1"/>
          </p:cNvSpPr>
          <p:nvPr>
            <p:ph type="subTitle" idx="1"/>
          </p:nvPr>
        </p:nvSpPr>
        <p:spPr>
          <a:xfrm>
            <a:off x="720000" y="3677374"/>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Effects and Damages</a:t>
            </a:r>
            <a:endParaRPr dirty="0"/>
          </a:p>
        </p:txBody>
      </p:sp>
      <p:sp>
        <p:nvSpPr>
          <p:cNvPr id="1899" name="Google Shape;1899;p27"/>
          <p:cNvSpPr txBox="1">
            <a:spLocks noGrp="1"/>
          </p:cNvSpPr>
          <p:nvPr>
            <p:ph type="title" idx="2"/>
          </p:nvPr>
        </p:nvSpPr>
        <p:spPr>
          <a:xfrm>
            <a:off x="720000" y="2868050"/>
            <a:ext cx="150281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Impact of cyber Attack</a:t>
            </a:r>
            <a:endParaRPr dirty="0"/>
          </a:p>
        </p:txBody>
      </p:sp>
      <p:sp>
        <p:nvSpPr>
          <p:cNvPr id="1900" name="Google Shape;1900;p27"/>
          <p:cNvSpPr txBox="1">
            <a:spLocks noGrp="1"/>
          </p:cNvSpPr>
          <p:nvPr>
            <p:ph type="title" idx="3"/>
          </p:nvPr>
        </p:nvSpPr>
        <p:spPr>
          <a:xfrm>
            <a:off x="878350" y="1768675"/>
            <a:ext cx="584700" cy="58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04</a:t>
            </a:r>
            <a:endParaRPr/>
          </a:p>
        </p:txBody>
      </p:sp>
      <p:sp>
        <p:nvSpPr>
          <p:cNvPr id="1901" name="Google Shape;1901;p27"/>
          <p:cNvSpPr txBox="1">
            <a:spLocks noGrp="1"/>
          </p:cNvSpPr>
          <p:nvPr>
            <p:ph type="title" idx="5"/>
          </p:nvPr>
        </p:nvSpPr>
        <p:spPr>
          <a:xfrm>
            <a:off x="3666725" y="2868050"/>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Career in Cyber security</a:t>
            </a:r>
            <a:endParaRPr dirty="0"/>
          </a:p>
        </p:txBody>
      </p:sp>
      <p:sp>
        <p:nvSpPr>
          <p:cNvPr id="1902" name="Google Shape;1902;p27"/>
          <p:cNvSpPr txBox="1">
            <a:spLocks noGrp="1"/>
          </p:cNvSpPr>
          <p:nvPr>
            <p:ph type="title" idx="6"/>
          </p:nvPr>
        </p:nvSpPr>
        <p:spPr>
          <a:xfrm>
            <a:off x="3828350" y="1768675"/>
            <a:ext cx="584700" cy="58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05</a:t>
            </a:r>
            <a:endParaRPr/>
          </a:p>
        </p:txBody>
      </p:sp>
      <p:sp>
        <p:nvSpPr>
          <p:cNvPr id="1903" name="Google Shape;1903;p27"/>
          <p:cNvSpPr txBox="1">
            <a:spLocks noGrp="1"/>
          </p:cNvSpPr>
          <p:nvPr>
            <p:ph type="subTitle" idx="4"/>
          </p:nvPr>
        </p:nvSpPr>
        <p:spPr>
          <a:xfrm>
            <a:off x="3666725" y="3708375"/>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Job Profiles</a:t>
            </a:r>
          </a:p>
          <a:p>
            <a:pPr marL="0" lvl="0" indent="0" algn="l" rtl="0">
              <a:spcBef>
                <a:spcPts val="0"/>
              </a:spcBef>
              <a:spcAft>
                <a:spcPts val="0"/>
              </a:spcAft>
              <a:buNone/>
            </a:pPr>
            <a:r>
              <a:rPr lang="en" dirty="0" smtClean="0"/>
              <a:t>Career Options</a:t>
            </a:r>
            <a:endParaRPr dirty="0"/>
          </a:p>
        </p:txBody>
      </p:sp>
      <p:sp>
        <p:nvSpPr>
          <p:cNvPr id="1904" name="Google Shape;1904;p27"/>
          <p:cNvSpPr txBox="1">
            <a:spLocks noGrp="1"/>
          </p:cNvSpPr>
          <p:nvPr>
            <p:ph type="title" idx="8"/>
          </p:nvPr>
        </p:nvSpPr>
        <p:spPr>
          <a:xfrm>
            <a:off x="6672299" y="2868050"/>
            <a:ext cx="1178159"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Conclusion</a:t>
            </a:r>
            <a:endParaRPr dirty="0"/>
          </a:p>
        </p:txBody>
      </p:sp>
      <p:sp>
        <p:nvSpPr>
          <p:cNvPr id="1905" name="Google Shape;1905;p27"/>
          <p:cNvSpPr txBox="1">
            <a:spLocks noGrp="1"/>
          </p:cNvSpPr>
          <p:nvPr>
            <p:ph type="title" idx="9"/>
          </p:nvPr>
        </p:nvSpPr>
        <p:spPr>
          <a:xfrm>
            <a:off x="6832500" y="1768675"/>
            <a:ext cx="584700" cy="58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06</a:t>
            </a: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2DA14F-3425-4A58-A254-89FA48D24DFE}"/>
              </a:ext>
            </a:extLst>
          </p:cNvPr>
          <p:cNvPicPr>
            <a:picLocks noChangeAspect="1"/>
          </p:cNvPicPr>
          <p:nvPr/>
        </p:nvPicPr>
        <p:blipFill>
          <a:blip r:embed="rId2"/>
          <a:stretch>
            <a:fillRect/>
          </a:stretch>
        </p:blipFill>
        <p:spPr>
          <a:xfrm>
            <a:off x="3411723" y="2315226"/>
            <a:ext cx="1796863" cy="1796863"/>
          </a:xfrm>
          <a:prstGeom prst="rect">
            <a:avLst/>
          </a:prstGeom>
        </p:spPr>
      </p:pic>
      <p:pic>
        <p:nvPicPr>
          <p:cNvPr id="3" name="Picture 2">
            <a:extLst>
              <a:ext uri="{FF2B5EF4-FFF2-40B4-BE49-F238E27FC236}">
                <a16:creationId xmlns:a16="http://schemas.microsoft.com/office/drawing/2014/main" id="{133C0FD5-EDB5-42D7-AB42-451EAC25B40B}"/>
              </a:ext>
            </a:extLst>
          </p:cNvPr>
          <p:cNvPicPr>
            <a:picLocks noChangeAspect="1"/>
          </p:cNvPicPr>
          <p:nvPr/>
        </p:nvPicPr>
        <p:blipFill>
          <a:blip r:embed="rId3"/>
          <a:stretch>
            <a:fillRect/>
          </a:stretch>
        </p:blipFill>
        <p:spPr>
          <a:xfrm>
            <a:off x="6773374" y="642794"/>
            <a:ext cx="1291144" cy="1291144"/>
          </a:xfrm>
          <a:prstGeom prst="rect">
            <a:avLst/>
          </a:prstGeom>
        </p:spPr>
      </p:pic>
      <p:pic>
        <p:nvPicPr>
          <p:cNvPr id="4" name="Picture 3">
            <a:extLst>
              <a:ext uri="{FF2B5EF4-FFF2-40B4-BE49-F238E27FC236}">
                <a16:creationId xmlns:a16="http://schemas.microsoft.com/office/drawing/2014/main" id="{B282D7ED-9914-4314-BFF7-17E9EED3A2F8}"/>
              </a:ext>
            </a:extLst>
          </p:cNvPr>
          <p:cNvPicPr>
            <a:picLocks noChangeAspect="1"/>
          </p:cNvPicPr>
          <p:nvPr/>
        </p:nvPicPr>
        <p:blipFill>
          <a:blip r:embed="rId4"/>
          <a:stretch>
            <a:fillRect/>
          </a:stretch>
        </p:blipFill>
        <p:spPr>
          <a:xfrm>
            <a:off x="6773374" y="3193240"/>
            <a:ext cx="960572" cy="960572"/>
          </a:xfrm>
          <a:prstGeom prst="rect">
            <a:avLst/>
          </a:prstGeom>
        </p:spPr>
      </p:pic>
      <p:sp>
        <p:nvSpPr>
          <p:cNvPr id="7" name="TextBox 6">
            <a:extLst>
              <a:ext uri="{FF2B5EF4-FFF2-40B4-BE49-F238E27FC236}">
                <a16:creationId xmlns:a16="http://schemas.microsoft.com/office/drawing/2014/main" id="{6FF19802-0EA7-4219-B15A-4DF50E8F2CD4}"/>
              </a:ext>
            </a:extLst>
          </p:cNvPr>
          <p:cNvSpPr txBox="1"/>
          <p:nvPr/>
        </p:nvSpPr>
        <p:spPr>
          <a:xfrm>
            <a:off x="6690731" y="4112088"/>
            <a:ext cx="1125858" cy="230832"/>
          </a:xfrm>
          <a:prstGeom prst="rect">
            <a:avLst/>
          </a:prstGeom>
          <a:noFill/>
        </p:spPr>
        <p:txBody>
          <a:bodyPr wrap="square" rtlCol="0">
            <a:spAutoFit/>
          </a:bodyPr>
          <a:lstStyle/>
          <a:p>
            <a:r>
              <a:rPr lang="en-US" sz="900" b="1" dirty="0"/>
              <a:t>Account details</a:t>
            </a:r>
            <a:endParaRPr lang="en-IN" sz="900" b="1" dirty="0"/>
          </a:p>
        </p:txBody>
      </p:sp>
      <p:pic>
        <p:nvPicPr>
          <p:cNvPr id="10" name="Picture 9">
            <a:extLst>
              <a:ext uri="{FF2B5EF4-FFF2-40B4-BE49-F238E27FC236}">
                <a16:creationId xmlns:a16="http://schemas.microsoft.com/office/drawing/2014/main" id="{81B4F0C1-DD37-486B-A668-FF50E0BD17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954" y="1585891"/>
            <a:ext cx="1695766" cy="1775306"/>
          </a:xfrm>
          <a:prstGeom prst="rect">
            <a:avLst/>
          </a:prstGeom>
        </p:spPr>
      </p:pic>
      <p:sp>
        <p:nvSpPr>
          <p:cNvPr id="11" name="TextBox 10">
            <a:extLst>
              <a:ext uri="{FF2B5EF4-FFF2-40B4-BE49-F238E27FC236}">
                <a16:creationId xmlns:a16="http://schemas.microsoft.com/office/drawing/2014/main" id="{D48E4609-E2F3-45A7-8D5B-F5FF943EDC42}"/>
              </a:ext>
            </a:extLst>
          </p:cNvPr>
          <p:cNvSpPr txBox="1"/>
          <p:nvPr/>
        </p:nvSpPr>
        <p:spPr>
          <a:xfrm>
            <a:off x="974096" y="3540056"/>
            <a:ext cx="955482" cy="307777"/>
          </a:xfrm>
          <a:prstGeom prst="rect">
            <a:avLst/>
          </a:prstGeom>
          <a:noFill/>
        </p:spPr>
        <p:txBody>
          <a:bodyPr wrap="square" rtlCol="0">
            <a:spAutoFit/>
          </a:bodyPr>
          <a:lstStyle/>
          <a:p>
            <a:r>
              <a:rPr lang="en-US" dirty="0">
                <a:solidFill>
                  <a:schemeClr val="tx1"/>
                </a:solidFill>
              </a:rPr>
              <a:t>Mr. Peter</a:t>
            </a:r>
            <a:endParaRPr lang="en-IN" dirty="0">
              <a:solidFill>
                <a:schemeClr val="tx1"/>
              </a:solidFill>
            </a:endParaRPr>
          </a:p>
        </p:txBody>
      </p:sp>
      <p:pic>
        <p:nvPicPr>
          <p:cNvPr id="12" name="Picture 11">
            <a:extLst>
              <a:ext uri="{FF2B5EF4-FFF2-40B4-BE49-F238E27FC236}">
                <a16:creationId xmlns:a16="http://schemas.microsoft.com/office/drawing/2014/main" id="{E1D37CED-347C-4DA7-B75C-D783C2267061}"/>
              </a:ext>
            </a:extLst>
          </p:cNvPr>
          <p:cNvPicPr>
            <a:picLocks noChangeAspect="1"/>
          </p:cNvPicPr>
          <p:nvPr/>
        </p:nvPicPr>
        <p:blipFill>
          <a:blip r:embed="rId6"/>
          <a:stretch>
            <a:fillRect/>
          </a:stretch>
        </p:blipFill>
        <p:spPr>
          <a:xfrm>
            <a:off x="4707817" y="509242"/>
            <a:ext cx="632059" cy="779122"/>
          </a:xfrm>
          <a:prstGeom prst="rect">
            <a:avLst/>
          </a:prstGeom>
        </p:spPr>
      </p:pic>
      <p:cxnSp>
        <p:nvCxnSpPr>
          <p:cNvPr id="24" name="Elbow Connector 23"/>
          <p:cNvCxnSpPr>
            <a:stCxn id="3" idx="1"/>
            <a:endCxn id="2" idx="3"/>
          </p:cNvCxnSpPr>
          <p:nvPr/>
        </p:nvCxnSpPr>
        <p:spPr>
          <a:xfrm rot="10800000" flipV="1">
            <a:off x="5208586" y="1288366"/>
            <a:ext cx="1564788" cy="1925292"/>
          </a:xfrm>
          <a:prstGeom prst="bentConnector3">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6" name="Elbow Connector 25"/>
          <p:cNvCxnSpPr>
            <a:stCxn id="4" idx="1"/>
            <a:endCxn id="2" idx="3"/>
          </p:cNvCxnSpPr>
          <p:nvPr/>
        </p:nvCxnSpPr>
        <p:spPr>
          <a:xfrm rot="10800000">
            <a:off x="5208586" y="3213658"/>
            <a:ext cx="1564788" cy="459868"/>
          </a:xfrm>
          <a:prstGeom prst="bentConnector3">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8" name="Elbow Connector 27"/>
          <p:cNvCxnSpPr>
            <a:stCxn id="2" idx="0"/>
            <a:endCxn id="12" idx="2"/>
          </p:cNvCxnSpPr>
          <p:nvPr/>
        </p:nvCxnSpPr>
        <p:spPr>
          <a:xfrm rot="5400000" flipH="1" flipV="1">
            <a:off x="4153570" y="1444949"/>
            <a:ext cx="1026862" cy="713692"/>
          </a:xfrm>
          <a:prstGeom prst="bentConnector3">
            <a:avLst/>
          </a:prstGeom>
          <a:ln>
            <a:solidFill>
              <a:schemeClr val="tx1"/>
            </a:solidFill>
            <a:headEnd type="arrow" w="med" len="med"/>
            <a:tailEnd type="arrow" w="med" len="med"/>
          </a:ln>
        </p:spPr>
        <p:style>
          <a:lnRef idx="3">
            <a:schemeClr val="accent1"/>
          </a:lnRef>
          <a:fillRef idx="0">
            <a:schemeClr val="accent1"/>
          </a:fillRef>
          <a:effectRef idx="2">
            <a:schemeClr val="accent1"/>
          </a:effectRef>
          <a:fontRef idx="minor">
            <a:schemeClr val="tx1"/>
          </a:fontRef>
        </p:style>
      </p:cxnSp>
      <p:sp>
        <p:nvSpPr>
          <p:cNvPr id="43" name="Oval Callout 42"/>
          <p:cNvSpPr/>
          <p:nvPr/>
        </p:nvSpPr>
        <p:spPr>
          <a:xfrm>
            <a:off x="1516566" y="509242"/>
            <a:ext cx="1947746" cy="1148573"/>
          </a:xfrm>
          <a:prstGeom prst="wedgeEllipseCallou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7BB67DB4-0FBF-446E-819A-C312A690116E}"/>
              </a:ext>
            </a:extLst>
          </p:cNvPr>
          <p:cNvPicPr>
            <a:picLocks noChangeAspect="1"/>
          </p:cNvPicPr>
          <p:nvPr/>
        </p:nvPicPr>
        <p:blipFill>
          <a:blip r:embed="rId7"/>
          <a:stretch>
            <a:fillRect/>
          </a:stretch>
        </p:blipFill>
        <p:spPr>
          <a:xfrm>
            <a:off x="1921117" y="738783"/>
            <a:ext cx="1138644" cy="689490"/>
          </a:xfrm>
          <a:prstGeom prst="rect">
            <a:avLst/>
          </a:prstGeom>
        </p:spPr>
      </p:pic>
    </p:spTree>
    <p:extLst>
      <p:ext uri="{BB962C8B-B14F-4D97-AF65-F5344CB8AC3E}">
        <p14:creationId xmlns:p14="http://schemas.microsoft.com/office/powerpoint/2010/main" val="32678421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878DEC-4FE9-478D-AAB8-3DFAD556C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263" y="885396"/>
            <a:ext cx="1676264" cy="1754888"/>
          </a:xfrm>
          <a:prstGeom prst="rect">
            <a:avLst/>
          </a:prstGeom>
        </p:spPr>
      </p:pic>
      <p:pic>
        <p:nvPicPr>
          <p:cNvPr id="3" name="Picture 2">
            <a:extLst>
              <a:ext uri="{FF2B5EF4-FFF2-40B4-BE49-F238E27FC236}">
                <a16:creationId xmlns:a16="http://schemas.microsoft.com/office/drawing/2014/main" id="{76B285A2-B964-48BC-9A49-37F27B39E924}"/>
              </a:ext>
            </a:extLst>
          </p:cNvPr>
          <p:cNvPicPr>
            <a:picLocks noChangeAspect="1"/>
          </p:cNvPicPr>
          <p:nvPr/>
        </p:nvPicPr>
        <p:blipFill>
          <a:blip r:embed="rId3"/>
          <a:stretch>
            <a:fillRect/>
          </a:stretch>
        </p:blipFill>
        <p:spPr>
          <a:xfrm>
            <a:off x="4918660" y="1619895"/>
            <a:ext cx="731929" cy="731929"/>
          </a:xfrm>
          <a:prstGeom prst="rect">
            <a:avLst/>
          </a:prstGeom>
        </p:spPr>
      </p:pic>
      <p:pic>
        <p:nvPicPr>
          <p:cNvPr id="4" name="Picture 3">
            <a:extLst>
              <a:ext uri="{FF2B5EF4-FFF2-40B4-BE49-F238E27FC236}">
                <a16:creationId xmlns:a16="http://schemas.microsoft.com/office/drawing/2014/main" id="{FA2232CA-9DAE-4E17-AE31-6CFA19655619}"/>
              </a:ext>
            </a:extLst>
          </p:cNvPr>
          <p:cNvPicPr>
            <a:picLocks noChangeAspect="1"/>
          </p:cNvPicPr>
          <p:nvPr/>
        </p:nvPicPr>
        <p:blipFill>
          <a:blip r:embed="rId4"/>
          <a:stretch>
            <a:fillRect/>
          </a:stretch>
        </p:blipFill>
        <p:spPr>
          <a:xfrm>
            <a:off x="6446178" y="1857922"/>
            <a:ext cx="1699971" cy="1116948"/>
          </a:xfrm>
          <a:prstGeom prst="rect">
            <a:avLst/>
          </a:prstGeom>
        </p:spPr>
      </p:pic>
      <p:pic>
        <p:nvPicPr>
          <p:cNvPr id="5" name="Picture 4">
            <a:extLst>
              <a:ext uri="{FF2B5EF4-FFF2-40B4-BE49-F238E27FC236}">
                <a16:creationId xmlns:a16="http://schemas.microsoft.com/office/drawing/2014/main" id="{EB950487-4369-4004-9836-72F994D5E267}"/>
              </a:ext>
            </a:extLst>
          </p:cNvPr>
          <p:cNvPicPr>
            <a:picLocks noChangeAspect="1"/>
          </p:cNvPicPr>
          <p:nvPr/>
        </p:nvPicPr>
        <p:blipFill>
          <a:blip r:embed="rId5"/>
          <a:stretch>
            <a:fillRect/>
          </a:stretch>
        </p:blipFill>
        <p:spPr>
          <a:xfrm>
            <a:off x="3303963" y="3119750"/>
            <a:ext cx="1116949" cy="1116949"/>
          </a:xfrm>
          <a:prstGeom prst="rect">
            <a:avLst/>
          </a:prstGeom>
        </p:spPr>
      </p:pic>
      <p:sp>
        <p:nvSpPr>
          <p:cNvPr id="6" name="TextBox 5">
            <a:extLst>
              <a:ext uri="{FF2B5EF4-FFF2-40B4-BE49-F238E27FC236}">
                <a16:creationId xmlns:a16="http://schemas.microsoft.com/office/drawing/2014/main" id="{F0BF5EB0-88FE-43D0-81F3-884B9F98BB32}"/>
              </a:ext>
            </a:extLst>
          </p:cNvPr>
          <p:cNvSpPr txBox="1"/>
          <p:nvPr/>
        </p:nvSpPr>
        <p:spPr>
          <a:xfrm>
            <a:off x="3303963" y="4292750"/>
            <a:ext cx="1280160" cy="253916"/>
          </a:xfrm>
          <a:prstGeom prst="rect">
            <a:avLst/>
          </a:prstGeom>
          <a:noFill/>
        </p:spPr>
        <p:txBody>
          <a:bodyPr wrap="square" rtlCol="0">
            <a:spAutoFit/>
          </a:bodyPr>
          <a:lstStyle/>
          <a:p>
            <a:r>
              <a:rPr lang="en-US" sz="1050" b="1" dirty="0">
                <a:solidFill>
                  <a:schemeClr val="tx1"/>
                </a:solidFill>
              </a:rPr>
              <a:t>Account details</a:t>
            </a:r>
            <a:endParaRPr lang="en-IN" sz="1050" b="1" dirty="0">
              <a:solidFill>
                <a:schemeClr val="tx1"/>
              </a:solidFill>
            </a:endParaRPr>
          </a:p>
        </p:txBody>
      </p:sp>
      <p:cxnSp>
        <p:nvCxnSpPr>
          <p:cNvPr id="26" name="Elbow Connector 25"/>
          <p:cNvCxnSpPr>
            <a:stCxn id="2" idx="2"/>
            <a:endCxn id="5" idx="1"/>
          </p:cNvCxnSpPr>
          <p:nvPr/>
        </p:nvCxnSpPr>
        <p:spPr>
          <a:xfrm rot="16200000" flipH="1">
            <a:off x="2132209" y="2506470"/>
            <a:ext cx="1037941" cy="13055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p:cNvCxnSpPr>
            <a:stCxn id="5" idx="3"/>
            <a:endCxn id="3" idx="2"/>
          </p:cNvCxnSpPr>
          <p:nvPr/>
        </p:nvCxnSpPr>
        <p:spPr>
          <a:xfrm flipV="1">
            <a:off x="4420912" y="2351824"/>
            <a:ext cx="863713" cy="1326401"/>
          </a:xfrm>
          <a:prstGeom prst="bentConnector2">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31" name="Elbow Connector 30"/>
          <p:cNvCxnSpPr>
            <a:stCxn id="3" idx="1"/>
            <a:endCxn id="2" idx="3"/>
          </p:cNvCxnSpPr>
          <p:nvPr/>
        </p:nvCxnSpPr>
        <p:spPr>
          <a:xfrm rot="10800000">
            <a:off x="2836528" y="1762840"/>
            <a:ext cx="2082133" cy="22302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p:cNvCxnSpPr/>
          <p:nvPr/>
        </p:nvCxnSpPr>
        <p:spPr>
          <a:xfrm rot="16200000" flipH="1">
            <a:off x="2132211" y="2506472"/>
            <a:ext cx="1037941" cy="1305568"/>
          </a:xfrm>
          <a:prstGeom prst="bentConnector2">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1" name="Elbow Connector 40"/>
          <p:cNvCxnSpPr/>
          <p:nvPr/>
        </p:nvCxnSpPr>
        <p:spPr>
          <a:xfrm rot="10800000">
            <a:off x="2836529" y="1762841"/>
            <a:ext cx="2082133" cy="223020"/>
          </a:xfrm>
          <a:prstGeom prst="bentConnector3">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89513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AD32169-BF85-4B60-A64F-E030505FE5D0}"/>
              </a:ext>
            </a:extLst>
          </p:cNvPr>
          <p:cNvPicPr>
            <a:picLocks noChangeAspect="1"/>
          </p:cNvPicPr>
          <p:nvPr/>
        </p:nvPicPr>
        <p:blipFill>
          <a:blip r:embed="rId2"/>
          <a:stretch>
            <a:fillRect/>
          </a:stretch>
        </p:blipFill>
        <p:spPr>
          <a:xfrm>
            <a:off x="3618718" y="1992785"/>
            <a:ext cx="1790783" cy="1191685"/>
          </a:xfrm>
          <a:prstGeom prst="rect">
            <a:avLst/>
          </a:prstGeom>
        </p:spPr>
      </p:pic>
      <p:pic>
        <p:nvPicPr>
          <p:cNvPr id="3" name="Picture 2">
            <a:extLst>
              <a:ext uri="{FF2B5EF4-FFF2-40B4-BE49-F238E27FC236}">
                <a16:creationId xmlns:a16="http://schemas.microsoft.com/office/drawing/2014/main" id="{33F48D7D-600F-4EF1-A9BC-C0E252E2CDA4}"/>
              </a:ext>
            </a:extLst>
          </p:cNvPr>
          <p:cNvPicPr>
            <a:picLocks noChangeAspect="1"/>
          </p:cNvPicPr>
          <p:nvPr/>
        </p:nvPicPr>
        <p:blipFill>
          <a:blip r:embed="rId3"/>
          <a:stretch>
            <a:fillRect/>
          </a:stretch>
        </p:blipFill>
        <p:spPr>
          <a:xfrm>
            <a:off x="6214714" y="1992785"/>
            <a:ext cx="2000787" cy="1159778"/>
          </a:xfrm>
          <a:prstGeom prst="rect">
            <a:avLst/>
          </a:prstGeom>
        </p:spPr>
      </p:pic>
      <p:pic>
        <p:nvPicPr>
          <p:cNvPr id="4" name="Picture 3">
            <a:extLst>
              <a:ext uri="{FF2B5EF4-FFF2-40B4-BE49-F238E27FC236}">
                <a16:creationId xmlns:a16="http://schemas.microsoft.com/office/drawing/2014/main" id="{98CA8A08-4FF1-4755-8AF2-8ABF5D3194BE}"/>
              </a:ext>
            </a:extLst>
          </p:cNvPr>
          <p:cNvPicPr>
            <a:picLocks noChangeAspect="1"/>
          </p:cNvPicPr>
          <p:nvPr/>
        </p:nvPicPr>
        <p:blipFill>
          <a:blip r:embed="rId4"/>
          <a:stretch>
            <a:fillRect/>
          </a:stretch>
        </p:blipFill>
        <p:spPr>
          <a:xfrm>
            <a:off x="3578458" y="3531704"/>
            <a:ext cx="1831043" cy="1289273"/>
          </a:xfrm>
          <a:prstGeom prst="rect">
            <a:avLst/>
          </a:prstGeom>
        </p:spPr>
      </p:pic>
      <p:pic>
        <p:nvPicPr>
          <p:cNvPr id="5" name="Picture 4">
            <a:extLst>
              <a:ext uri="{FF2B5EF4-FFF2-40B4-BE49-F238E27FC236}">
                <a16:creationId xmlns:a16="http://schemas.microsoft.com/office/drawing/2014/main" id="{C97EDE88-D79B-4D4C-B772-AFB33B3170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824" y="1678561"/>
            <a:ext cx="1541962" cy="1505909"/>
          </a:xfrm>
          <a:prstGeom prst="rect">
            <a:avLst/>
          </a:prstGeom>
        </p:spPr>
      </p:pic>
      <p:pic>
        <p:nvPicPr>
          <p:cNvPr id="6" name="Picture 5">
            <a:extLst>
              <a:ext uri="{FF2B5EF4-FFF2-40B4-BE49-F238E27FC236}">
                <a16:creationId xmlns:a16="http://schemas.microsoft.com/office/drawing/2014/main" id="{B6004F85-2CE9-48D5-B16A-BC1BCFC90102}"/>
              </a:ext>
            </a:extLst>
          </p:cNvPr>
          <p:cNvPicPr>
            <a:picLocks noChangeAspect="1"/>
          </p:cNvPicPr>
          <p:nvPr/>
        </p:nvPicPr>
        <p:blipFill>
          <a:blip r:embed="rId6"/>
          <a:stretch>
            <a:fillRect/>
          </a:stretch>
        </p:blipFill>
        <p:spPr>
          <a:xfrm>
            <a:off x="3618718" y="550807"/>
            <a:ext cx="1010186" cy="1010186"/>
          </a:xfrm>
          <a:prstGeom prst="rect">
            <a:avLst/>
          </a:prstGeom>
        </p:spPr>
      </p:pic>
      <p:cxnSp>
        <p:nvCxnSpPr>
          <p:cNvPr id="8" name="Elbow Connector 7"/>
          <p:cNvCxnSpPr>
            <a:stCxn id="5" idx="3"/>
            <a:endCxn id="6" idx="1"/>
          </p:cNvCxnSpPr>
          <p:nvPr/>
        </p:nvCxnSpPr>
        <p:spPr>
          <a:xfrm flipV="1">
            <a:off x="2232786" y="1055900"/>
            <a:ext cx="1385932" cy="1375616"/>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Elbow Connector 9"/>
          <p:cNvCxnSpPr>
            <a:stCxn id="6" idx="3"/>
            <a:endCxn id="3" idx="0"/>
          </p:cNvCxnSpPr>
          <p:nvPr/>
        </p:nvCxnSpPr>
        <p:spPr>
          <a:xfrm>
            <a:off x="4628904" y="1055900"/>
            <a:ext cx="2586204" cy="936885"/>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2" name="Elbow Connector 11"/>
          <p:cNvCxnSpPr>
            <a:stCxn id="3" idx="2"/>
            <a:endCxn id="4" idx="3"/>
          </p:cNvCxnSpPr>
          <p:nvPr/>
        </p:nvCxnSpPr>
        <p:spPr>
          <a:xfrm rot="5400000">
            <a:off x="5800416" y="2761649"/>
            <a:ext cx="1023778" cy="1805607"/>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Elbow Connector 20"/>
          <p:cNvCxnSpPr/>
          <p:nvPr/>
        </p:nvCxnSpPr>
        <p:spPr>
          <a:xfrm flipV="1">
            <a:off x="2232786" y="1055901"/>
            <a:ext cx="1385932" cy="1375616"/>
          </a:xfrm>
          <a:prstGeom prst="bentConnector3">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2" name="Elbow Connector 21"/>
          <p:cNvCxnSpPr/>
          <p:nvPr/>
        </p:nvCxnSpPr>
        <p:spPr>
          <a:xfrm>
            <a:off x="4628904" y="1055901"/>
            <a:ext cx="2586204" cy="936885"/>
          </a:xfrm>
          <a:prstGeom prst="bentConnector2">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3" name="Elbow Connector 22"/>
          <p:cNvCxnSpPr/>
          <p:nvPr/>
        </p:nvCxnSpPr>
        <p:spPr>
          <a:xfrm rot="5400000">
            <a:off x="5800416" y="2761650"/>
            <a:ext cx="1023778" cy="1805607"/>
          </a:xfrm>
          <a:prstGeom prst="bentConnector2">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10653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3" name="Google Shape;2153;p35"/>
          <p:cNvSpPr txBox="1">
            <a:spLocks noGrp="1"/>
          </p:cNvSpPr>
          <p:nvPr>
            <p:ph type="title"/>
          </p:nvPr>
        </p:nvSpPr>
        <p:spPr>
          <a:xfrm>
            <a:off x="2467628" y="861052"/>
            <a:ext cx="4996259" cy="754800"/>
          </a:xfrm>
          <a:prstGeom prst="rect">
            <a:avLst/>
          </a:prstGeom>
        </p:spPr>
        <p:txBody>
          <a:bodyPr spcFirstLastPara="1" wrap="square" lIns="0" tIns="0" rIns="0" bIns="0" anchor="ctr" anchorCtr="0">
            <a:noAutofit/>
          </a:bodyPr>
          <a:lstStyle/>
          <a:p>
            <a:pPr marL="0" lvl="0" indent="0" rtl="0">
              <a:spcBef>
                <a:spcPts val="0"/>
              </a:spcBef>
              <a:spcAft>
                <a:spcPts val="0"/>
              </a:spcAft>
              <a:buNone/>
            </a:pPr>
            <a:r>
              <a:rPr lang="en-US" dirty="0" smtClean="0"/>
              <a:t>What is cybersecurity</a:t>
            </a:r>
            <a:endParaRPr dirty="0"/>
          </a:p>
        </p:txBody>
      </p:sp>
      <p:sp>
        <p:nvSpPr>
          <p:cNvPr id="2154" name="Google Shape;2154;p35"/>
          <p:cNvSpPr txBox="1">
            <a:spLocks noGrp="1"/>
          </p:cNvSpPr>
          <p:nvPr>
            <p:ph type="subTitle" idx="1"/>
          </p:nvPr>
        </p:nvSpPr>
        <p:spPr>
          <a:xfrm>
            <a:off x="364273" y="1644236"/>
            <a:ext cx="7225990" cy="700500"/>
          </a:xfrm>
          <a:prstGeom prst="rect">
            <a:avLst/>
          </a:prstGeom>
        </p:spPr>
        <p:txBody>
          <a:bodyPr spcFirstLastPara="1" wrap="square" lIns="0" tIns="0" rIns="0" bIns="0" anchor="t" anchorCtr="0">
            <a:noAutofit/>
          </a:bodyPr>
          <a:lstStyle/>
          <a:p>
            <a:pPr algn="l"/>
            <a:r>
              <a:rPr lang="en-US" dirty="0" smtClean="0">
                <a:solidFill>
                  <a:srgbClr val="8F8F8F"/>
                </a:solidFill>
                <a:latin typeface="MuseoSans"/>
              </a:rPr>
              <a:t>	</a:t>
            </a:r>
            <a:r>
              <a:rPr lang="en-US" sz="1600" dirty="0" smtClean="0">
                <a:solidFill>
                  <a:schemeClr val="tx1"/>
                </a:solidFill>
                <a:latin typeface="Roboto" panose="020B0604020202020204" pitchFamily="2" charset="0"/>
              </a:rPr>
              <a:t>Cybersecurity </a:t>
            </a:r>
            <a:r>
              <a:rPr lang="en-US" sz="1600" dirty="0">
                <a:solidFill>
                  <a:schemeClr val="tx1"/>
                </a:solidFill>
                <a:latin typeface="Roboto" panose="020B0604020202020204" pitchFamily="2" charset="0"/>
              </a:rPr>
              <a:t>is the practice of defending computers, servers, mobile devices, electronic systems, networks, and data from malicious attacks. It's also known as information technology security or electronic information security. </a:t>
            </a:r>
            <a:endParaRPr lang="en-IN" sz="1600" dirty="0">
              <a:solidFill>
                <a:schemeClr val="tx1"/>
              </a:solidFill>
              <a:latin typeface="Roboto" panose="020B0604020202020204" pitchFamily="2" charset="0"/>
            </a:endParaRPr>
          </a:p>
        </p:txBody>
      </p:sp>
      <p:sp>
        <p:nvSpPr>
          <p:cNvPr id="6" name="TextBox 5">
            <a:extLst>
              <a:ext uri="{FF2B5EF4-FFF2-40B4-BE49-F238E27FC236}">
                <a16:creationId xmlns:a16="http://schemas.microsoft.com/office/drawing/2014/main" id="{12F87F15-3175-4ED9-B8FB-E9319508B051}"/>
              </a:ext>
            </a:extLst>
          </p:cNvPr>
          <p:cNvSpPr txBox="1"/>
          <p:nvPr/>
        </p:nvSpPr>
        <p:spPr>
          <a:xfrm>
            <a:off x="1129483" y="2999280"/>
            <a:ext cx="4798287" cy="1384995"/>
          </a:xfrm>
          <a:prstGeom prst="rect">
            <a:avLst/>
          </a:prstGeom>
          <a:noFill/>
        </p:spPr>
        <p:txBody>
          <a:bodyPr wrap="square" rtlCol="0">
            <a:spAutoFit/>
          </a:bodyPr>
          <a:lstStyle/>
          <a:p>
            <a:pPr marL="412750" indent="-285750" fontAlgn="base">
              <a:buClr>
                <a:schemeClr val="bg2"/>
              </a:buClr>
              <a:buSzPts val="2100"/>
              <a:buFont typeface="Wingdings" panose="05000000000000000000" pitchFamily="2" charset="2"/>
              <a:buChar char="§"/>
            </a:pPr>
            <a:r>
              <a:rPr lang="en-US" dirty="0">
                <a:solidFill>
                  <a:schemeClr val="tx1"/>
                </a:solidFill>
                <a:latin typeface="Roboto" panose="020B0604020202020204" pitchFamily="2" charset="0"/>
                <a:ea typeface="Roboto"/>
                <a:cs typeface="Roboto"/>
                <a:sym typeface="Roboto"/>
              </a:rPr>
              <a:t>Network security </a:t>
            </a:r>
          </a:p>
          <a:p>
            <a:pPr marL="412750" indent="-285750" fontAlgn="base">
              <a:buClr>
                <a:schemeClr val="bg2"/>
              </a:buClr>
              <a:buSzPts val="2100"/>
              <a:buFont typeface="Wingdings" panose="05000000000000000000" pitchFamily="2" charset="2"/>
              <a:buChar char="§"/>
            </a:pPr>
            <a:r>
              <a:rPr lang="en-US" dirty="0">
                <a:solidFill>
                  <a:schemeClr val="tx1"/>
                </a:solidFill>
                <a:latin typeface="Roboto" panose="020B0604020202020204" pitchFamily="2" charset="0"/>
                <a:ea typeface="Roboto"/>
                <a:cs typeface="Roboto"/>
                <a:sym typeface="Roboto"/>
              </a:rPr>
              <a:t>Application security  </a:t>
            </a:r>
          </a:p>
          <a:p>
            <a:pPr marL="412750" indent="-285750" fontAlgn="base">
              <a:buClr>
                <a:schemeClr val="bg2"/>
              </a:buClr>
              <a:buSzPts val="2100"/>
              <a:buFont typeface="Wingdings" panose="05000000000000000000" pitchFamily="2" charset="2"/>
              <a:buChar char="§"/>
            </a:pPr>
            <a:r>
              <a:rPr lang="en-US" dirty="0">
                <a:solidFill>
                  <a:schemeClr val="tx1"/>
                </a:solidFill>
                <a:latin typeface="Roboto" panose="020B0604020202020204" pitchFamily="2" charset="0"/>
                <a:ea typeface="Roboto"/>
                <a:cs typeface="Roboto"/>
                <a:sym typeface="Roboto"/>
              </a:rPr>
              <a:t>Information security </a:t>
            </a:r>
          </a:p>
          <a:p>
            <a:pPr marL="412750" indent="-285750" fontAlgn="base">
              <a:buClr>
                <a:schemeClr val="bg2"/>
              </a:buClr>
              <a:buSzPts val="2100"/>
              <a:buFont typeface="Wingdings" panose="05000000000000000000" pitchFamily="2" charset="2"/>
              <a:buChar char="§"/>
            </a:pPr>
            <a:r>
              <a:rPr lang="en-US" dirty="0">
                <a:solidFill>
                  <a:schemeClr val="tx1"/>
                </a:solidFill>
                <a:latin typeface="Roboto" panose="020B0604020202020204" pitchFamily="2" charset="0"/>
                <a:ea typeface="Roboto"/>
                <a:cs typeface="Roboto"/>
                <a:sym typeface="Roboto"/>
              </a:rPr>
              <a:t>Operational security</a:t>
            </a:r>
          </a:p>
          <a:p>
            <a:pPr marL="412750" indent="-285750" fontAlgn="base">
              <a:buClr>
                <a:schemeClr val="bg2"/>
              </a:buClr>
              <a:buSzPts val="2100"/>
              <a:buFont typeface="Wingdings" panose="05000000000000000000" pitchFamily="2" charset="2"/>
              <a:buChar char="§"/>
            </a:pPr>
            <a:r>
              <a:rPr lang="en-US" dirty="0">
                <a:solidFill>
                  <a:schemeClr val="tx1"/>
                </a:solidFill>
                <a:latin typeface="Roboto" panose="020B0604020202020204" pitchFamily="2" charset="0"/>
                <a:ea typeface="Roboto"/>
                <a:cs typeface="Roboto"/>
                <a:sym typeface="Roboto"/>
              </a:rPr>
              <a:t>Disaster recovery and business continuity </a:t>
            </a:r>
          </a:p>
          <a:p>
            <a:pPr marL="412750" indent="-285750" fontAlgn="base">
              <a:buClr>
                <a:schemeClr val="bg2"/>
              </a:buClr>
              <a:buSzPts val="2100"/>
              <a:buFont typeface="Wingdings" panose="05000000000000000000" pitchFamily="2" charset="2"/>
              <a:buChar char="§"/>
            </a:pPr>
            <a:r>
              <a:rPr lang="en-US" dirty="0">
                <a:solidFill>
                  <a:schemeClr val="tx1"/>
                </a:solidFill>
                <a:latin typeface="Roboto" panose="020B0604020202020204" pitchFamily="2" charset="0"/>
                <a:ea typeface="Roboto"/>
                <a:cs typeface="Roboto"/>
                <a:sym typeface="Roboto"/>
              </a:rPr>
              <a:t>End-user education </a:t>
            </a:r>
          </a:p>
        </p:txBody>
      </p:sp>
      <p:grpSp>
        <p:nvGrpSpPr>
          <p:cNvPr id="5" name="Google Shape;12286;p66"/>
          <p:cNvGrpSpPr/>
          <p:nvPr/>
        </p:nvGrpSpPr>
        <p:grpSpPr>
          <a:xfrm>
            <a:off x="6282294" y="3073621"/>
            <a:ext cx="1047774" cy="1052329"/>
            <a:chOff x="-34778075" y="2272675"/>
            <a:chExt cx="293800" cy="293025"/>
          </a:xfrm>
          <a:solidFill>
            <a:srgbClr val="285293"/>
          </a:solidFill>
        </p:grpSpPr>
        <p:sp>
          <p:nvSpPr>
            <p:cNvPr id="7" name="Google Shape;12287;p66"/>
            <p:cNvSpPr/>
            <p:nvPr/>
          </p:nvSpPr>
          <p:spPr>
            <a:xfrm>
              <a:off x="-34725300" y="2324675"/>
              <a:ext cx="187475" cy="188250"/>
            </a:xfrm>
            <a:custGeom>
              <a:avLst/>
              <a:gdLst/>
              <a:ahLst/>
              <a:cxnLst/>
              <a:rect l="l" t="t" r="r" b="b"/>
              <a:pathLst>
                <a:path w="7499" h="7530" extrusionOk="0">
                  <a:moveTo>
                    <a:pt x="4127" y="693"/>
                  </a:moveTo>
                  <a:lnTo>
                    <a:pt x="4127" y="1134"/>
                  </a:lnTo>
                  <a:cubicBezTo>
                    <a:pt x="4127" y="1292"/>
                    <a:pt x="4253" y="1418"/>
                    <a:pt x="4411" y="1449"/>
                  </a:cubicBezTo>
                  <a:cubicBezTo>
                    <a:pt x="4600" y="1481"/>
                    <a:pt x="4821" y="1607"/>
                    <a:pt x="4978" y="1701"/>
                  </a:cubicBezTo>
                  <a:cubicBezTo>
                    <a:pt x="5023" y="1724"/>
                    <a:pt x="5075" y="1734"/>
                    <a:pt x="5130" y="1734"/>
                  </a:cubicBezTo>
                  <a:cubicBezTo>
                    <a:pt x="5230" y="1734"/>
                    <a:pt x="5338" y="1699"/>
                    <a:pt x="5419" y="1638"/>
                  </a:cubicBezTo>
                  <a:lnTo>
                    <a:pt x="5734" y="1323"/>
                  </a:lnTo>
                  <a:lnTo>
                    <a:pt x="6207" y="1796"/>
                  </a:lnTo>
                  <a:lnTo>
                    <a:pt x="5892" y="2111"/>
                  </a:lnTo>
                  <a:cubicBezTo>
                    <a:pt x="5766" y="2237"/>
                    <a:pt x="5766" y="2394"/>
                    <a:pt x="5860" y="2552"/>
                  </a:cubicBezTo>
                  <a:cubicBezTo>
                    <a:pt x="5986" y="2741"/>
                    <a:pt x="6049" y="2961"/>
                    <a:pt x="6081" y="3150"/>
                  </a:cubicBezTo>
                  <a:cubicBezTo>
                    <a:pt x="6144" y="3308"/>
                    <a:pt x="6238" y="3434"/>
                    <a:pt x="6396" y="3434"/>
                  </a:cubicBezTo>
                  <a:lnTo>
                    <a:pt x="6837" y="3434"/>
                  </a:lnTo>
                  <a:lnTo>
                    <a:pt x="6837" y="4096"/>
                  </a:lnTo>
                  <a:lnTo>
                    <a:pt x="6396" y="4096"/>
                  </a:lnTo>
                  <a:cubicBezTo>
                    <a:pt x="6238" y="4096"/>
                    <a:pt x="6144" y="4222"/>
                    <a:pt x="6081" y="4379"/>
                  </a:cubicBezTo>
                  <a:cubicBezTo>
                    <a:pt x="6049" y="4568"/>
                    <a:pt x="5923" y="4789"/>
                    <a:pt x="5860" y="4946"/>
                  </a:cubicBezTo>
                  <a:cubicBezTo>
                    <a:pt x="5766" y="5072"/>
                    <a:pt x="5829" y="5261"/>
                    <a:pt x="5892" y="5387"/>
                  </a:cubicBezTo>
                  <a:lnTo>
                    <a:pt x="6207" y="5702"/>
                  </a:lnTo>
                  <a:lnTo>
                    <a:pt x="5734" y="6175"/>
                  </a:lnTo>
                  <a:lnTo>
                    <a:pt x="5419" y="5860"/>
                  </a:lnTo>
                  <a:cubicBezTo>
                    <a:pt x="5352" y="5792"/>
                    <a:pt x="5275" y="5761"/>
                    <a:pt x="5194" y="5761"/>
                  </a:cubicBezTo>
                  <a:cubicBezTo>
                    <a:pt x="5124" y="5761"/>
                    <a:pt x="5051" y="5785"/>
                    <a:pt x="4978" y="5828"/>
                  </a:cubicBezTo>
                  <a:cubicBezTo>
                    <a:pt x="4789" y="5954"/>
                    <a:pt x="4600" y="6017"/>
                    <a:pt x="4411" y="6049"/>
                  </a:cubicBezTo>
                  <a:cubicBezTo>
                    <a:pt x="4253" y="6080"/>
                    <a:pt x="4127" y="6206"/>
                    <a:pt x="4127" y="6364"/>
                  </a:cubicBezTo>
                  <a:lnTo>
                    <a:pt x="4127" y="6805"/>
                  </a:lnTo>
                  <a:lnTo>
                    <a:pt x="3466" y="6805"/>
                  </a:lnTo>
                  <a:lnTo>
                    <a:pt x="3466" y="6364"/>
                  </a:lnTo>
                  <a:cubicBezTo>
                    <a:pt x="3466" y="6206"/>
                    <a:pt x="3340" y="6112"/>
                    <a:pt x="3182" y="6049"/>
                  </a:cubicBezTo>
                  <a:cubicBezTo>
                    <a:pt x="2993" y="6017"/>
                    <a:pt x="2741" y="5891"/>
                    <a:pt x="2584" y="5828"/>
                  </a:cubicBezTo>
                  <a:cubicBezTo>
                    <a:pt x="2549" y="5794"/>
                    <a:pt x="2497" y="5780"/>
                    <a:pt x="2441" y="5780"/>
                  </a:cubicBezTo>
                  <a:cubicBezTo>
                    <a:pt x="2344" y="5780"/>
                    <a:pt x="2234" y="5820"/>
                    <a:pt x="2174" y="5860"/>
                  </a:cubicBezTo>
                  <a:lnTo>
                    <a:pt x="1859" y="6175"/>
                  </a:lnTo>
                  <a:lnTo>
                    <a:pt x="1387" y="5702"/>
                  </a:lnTo>
                  <a:lnTo>
                    <a:pt x="1702" y="5387"/>
                  </a:lnTo>
                  <a:cubicBezTo>
                    <a:pt x="1796" y="5261"/>
                    <a:pt x="1796" y="5104"/>
                    <a:pt x="1733" y="4946"/>
                  </a:cubicBezTo>
                  <a:cubicBezTo>
                    <a:pt x="1607" y="4757"/>
                    <a:pt x="1544" y="4568"/>
                    <a:pt x="1481" y="4379"/>
                  </a:cubicBezTo>
                  <a:cubicBezTo>
                    <a:pt x="1450" y="4222"/>
                    <a:pt x="1324" y="4096"/>
                    <a:pt x="1166" y="4096"/>
                  </a:cubicBezTo>
                  <a:lnTo>
                    <a:pt x="756" y="4096"/>
                  </a:lnTo>
                  <a:lnTo>
                    <a:pt x="756" y="3434"/>
                  </a:lnTo>
                  <a:lnTo>
                    <a:pt x="1166" y="3434"/>
                  </a:lnTo>
                  <a:cubicBezTo>
                    <a:pt x="1324" y="3434"/>
                    <a:pt x="1450" y="3308"/>
                    <a:pt x="1481" y="3150"/>
                  </a:cubicBezTo>
                  <a:cubicBezTo>
                    <a:pt x="1544" y="2961"/>
                    <a:pt x="1639" y="2709"/>
                    <a:pt x="1733" y="2552"/>
                  </a:cubicBezTo>
                  <a:cubicBezTo>
                    <a:pt x="1796" y="2426"/>
                    <a:pt x="1765" y="2237"/>
                    <a:pt x="1702" y="2111"/>
                  </a:cubicBezTo>
                  <a:lnTo>
                    <a:pt x="1387" y="1796"/>
                  </a:lnTo>
                  <a:lnTo>
                    <a:pt x="1859" y="1323"/>
                  </a:lnTo>
                  <a:lnTo>
                    <a:pt x="2174" y="1638"/>
                  </a:lnTo>
                  <a:cubicBezTo>
                    <a:pt x="2230" y="1712"/>
                    <a:pt x="2307" y="1743"/>
                    <a:pt x="2392" y="1743"/>
                  </a:cubicBezTo>
                  <a:cubicBezTo>
                    <a:pt x="2453" y="1743"/>
                    <a:pt x="2518" y="1727"/>
                    <a:pt x="2584" y="1701"/>
                  </a:cubicBezTo>
                  <a:cubicBezTo>
                    <a:pt x="2804" y="1575"/>
                    <a:pt x="2993" y="1481"/>
                    <a:pt x="3182" y="1449"/>
                  </a:cubicBezTo>
                  <a:cubicBezTo>
                    <a:pt x="3340" y="1418"/>
                    <a:pt x="3466" y="1292"/>
                    <a:pt x="3466" y="1134"/>
                  </a:cubicBezTo>
                  <a:lnTo>
                    <a:pt x="3466" y="693"/>
                  </a:lnTo>
                  <a:close/>
                  <a:moveTo>
                    <a:pt x="3056" y="0"/>
                  </a:moveTo>
                  <a:cubicBezTo>
                    <a:pt x="2867" y="0"/>
                    <a:pt x="2710" y="158"/>
                    <a:pt x="2710" y="347"/>
                  </a:cubicBezTo>
                  <a:lnTo>
                    <a:pt x="2710" y="851"/>
                  </a:lnTo>
                  <a:cubicBezTo>
                    <a:pt x="2584" y="914"/>
                    <a:pt x="2521" y="945"/>
                    <a:pt x="2426" y="977"/>
                  </a:cubicBezTo>
                  <a:lnTo>
                    <a:pt x="2080" y="630"/>
                  </a:lnTo>
                  <a:cubicBezTo>
                    <a:pt x="1985" y="536"/>
                    <a:pt x="1922" y="504"/>
                    <a:pt x="1828" y="504"/>
                  </a:cubicBezTo>
                  <a:cubicBezTo>
                    <a:pt x="1765" y="504"/>
                    <a:pt x="1639" y="536"/>
                    <a:pt x="1607" y="630"/>
                  </a:cubicBezTo>
                  <a:lnTo>
                    <a:pt x="630" y="1607"/>
                  </a:lnTo>
                  <a:cubicBezTo>
                    <a:pt x="536" y="1701"/>
                    <a:pt x="504" y="1764"/>
                    <a:pt x="504" y="1859"/>
                  </a:cubicBezTo>
                  <a:cubicBezTo>
                    <a:pt x="504" y="1922"/>
                    <a:pt x="536" y="2048"/>
                    <a:pt x="630" y="2079"/>
                  </a:cubicBezTo>
                  <a:lnTo>
                    <a:pt x="977" y="2426"/>
                  </a:lnTo>
                  <a:cubicBezTo>
                    <a:pt x="945" y="2520"/>
                    <a:pt x="914" y="2646"/>
                    <a:pt x="851" y="2709"/>
                  </a:cubicBezTo>
                  <a:lnTo>
                    <a:pt x="347" y="2709"/>
                  </a:lnTo>
                  <a:cubicBezTo>
                    <a:pt x="158" y="2709"/>
                    <a:pt x="0" y="2867"/>
                    <a:pt x="0" y="3056"/>
                  </a:cubicBezTo>
                  <a:lnTo>
                    <a:pt x="0" y="4442"/>
                  </a:lnTo>
                  <a:cubicBezTo>
                    <a:pt x="0" y="4631"/>
                    <a:pt x="158" y="4789"/>
                    <a:pt x="347" y="4789"/>
                  </a:cubicBezTo>
                  <a:lnTo>
                    <a:pt x="851" y="4789"/>
                  </a:lnTo>
                  <a:cubicBezTo>
                    <a:pt x="882" y="4915"/>
                    <a:pt x="945" y="5009"/>
                    <a:pt x="977" y="5072"/>
                  </a:cubicBezTo>
                  <a:lnTo>
                    <a:pt x="630" y="5419"/>
                  </a:lnTo>
                  <a:cubicBezTo>
                    <a:pt x="536" y="5513"/>
                    <a:pt x="504" y="5576"/>
                    <a:pt x="504" y="5671"/>
                  </a:cubicBezTo>
                  <a:cubicBezTo>
                    <a:pt x="504" y="5734"/>
                    <a:pt x="536" y="5860"/>
                    <a:pt x="630" y="5891"/>
                  </a:cubicBezTo>
                  <a:lnTo>
                    <a:pt x="1607" y="6900"/>
                  </a:lnTo>
                  <a:cubicBezTo>
                    <a:pt x="1670" y="6963"/>
                    <a:pt x="1765" y="6994"/>
                    <a:pt x="1828" y="6994"/>
                  </a:cubicBezTo>
                  <a:cubicBezTo>
                    <a:pt x="1922" y="6994"/>
                    <a:pt x="2048" y="6963"/>
                    <a:pt x="2080" y="6900"/>
                  </a:cubicBezTo>
                  <a:lnTo>
                    <a:pt x="2426" y="6521"/>
                  </a:lnTo>
                  <a:cubicBezTo>
                    <a:pt x="2521" y="6585"/>
                    <a:pt x="2615" y="6616"/>
                    <a:pt x="2710" y="6648"/>
                  </a:cubicBezTo>
                  <a:lnTo>
                    <a:pt x="2710" y="7152"/>
                  </a:lnTo>
                  <a:cubicBezTo>
                    <a:pt x="2710" y="7372"/>
                    <a:pt x="2867" y="7530"/>
                    <a:pt x="3056" y="7530"/>
                  </a:cubicBezTo>
                  <a:lnTo>
                    <a:pt x="4443" y="7530"/>
                  </a:lnTo>
                  <a:cubicBezTo>
                    <a:pt x="4632" y="7530"/>
                    <a:pt x="4789" y="7372"/>
                    <a:pt x="4789" y="7152"/>
                  </a:cubicBezTo>
                  <a:lnTo>
                    <a:pt x="4789" y="6648"/>
                  </a:lnTo>
                  <a:cubicBezTo>
                    <a:pt x="4915" y="6616"/>
                    <a:pt x="4978" y="6585"/>
                    <a:pt x="5073" y="6521"/>
                  </a:cubicBezTo>
                  <a:lnTo>
                    <a:pt x="5419" y="6900"/>
                  </a:lnTo>
                  <a:cubicBezTo>
                    <a:pt x="5514" y="6963"/>
                    <a:pt x="5577" y="6994"/>
                    <a:pt x="5671" y="6994"/>
                  </a:cubicBezTo>
                  <a:cubicBezTo>
                    <a:pt x="5734" y="6994"/>
                    <a:pt x="5860" y="6963"/>
                    <a:pt x="5892" y="6900"/>
                  </a:cubicBezTo>
                  <a:lnTo>
                    <a:pt x="6868" y="5891"/>
                  </a:lnTo>
                  <a:cubicBezTo>
                    <a:pt x="6994" y="5797"/>
                    <a:pt x="6994" y="5545"/>
                    <a:pt x="6868" y="5419"/>
                  </a:cubicBezTo>
                  <a:lnTo>
                    <a:pt x="6522" y="5072"/>
                  </a:lnTo>
                  <a:cubicBezTo>
                    <a:pt x="6553" y="5009"/>
                    <a:pt x="6616" y="4883"/>
                    <a:pt x="6648" y="4789"/>
                  </a:cubicBezTo>
                  <a:lnTo>
                    <a:pt x="7152" y="4789"/>
                  </a:lnTo>
                  <a:cubicBezTo>
                    <a:pt x="7341" y="4789"/>
                    <a:pt x="7499" y="4631"/>
                    <a:pt x="7499" y="4442"/>
                  </a:cubicBezTo>
                  <a:lnTo>
                    <a:pt x="7499" y="3056"/>
                  </a:lnTo>
                  <a:cubicBezTo>
                    <a:pt x="7499" y="2867"/>
                    <a:pt x="7341" y="2709"/>
                    <a:pt x="7152" y="2709"/>
                  </a:cubicBezTo>
                  <a:lnTo>
                    <a:pt x="6648" y="2709"/>
                  </a:lnTo>
                  <a:cubicBezTo>
                    <a:pt x="6616" y="2583"/>
                    <a:pt x="6553" y="2520"/>
                    <a:pt x="6522" y="2426"/>
                  </a:cubicBezTo>
                  <a:lnTo>
                    <a:pt x="6868" y="2079"/>
                  </a:lnTo>
                  <a:cubicBezTo>
                    <a:pt x="6994" y="1953"/>
                    <a:pt x="6994" y="1733"/>
                    <a:pt x="6868" y="1607"/>
                  </a:cubicBezTo>
                  <a:lnTo>
                    <a:pt x="5892" y="630"/>
                  </a:lnTo>
                  <a:cubicBezTo>
                    <a:pt x="5829" y="536"/>
                    <a:pt x="5734" y="504"/>
                    <a:pt x="5671" y="504"/>
                  </a:cubicBezTo>
                  <a:cubicBezTo>
                    <a:pt x="5577" y="504"/>
                    <a:pt x="5451" y="536"/>
                    <a:pt x="5419" y="630"/>
                  </a:cubicBezTo>
                  <a:lnTo>
                    <a:pt x="5073" y="977"/>
                  </a:lnTo>
                  <a:cubicBezTo>
                    <a:pt x="4978" y="945"/>
                    <a:pt x="4884" y="914"/>
                    <a:pt x="4789" y="851"/>
                  </a:cubicBezTo>
                  <a:lnTo>
                    <a:pt x="4789" y="347"/>
                  </a:lnTo>
                  <a:cubicBezTo>
                    <a:pt x="4789" y="158"/>
                    <a:pt x="4632"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288;p66"/>
            <p:cNvSpPr/>
            <p:nvPr/>
          </p:nvSpPr>
          <p:spPr>
            <a:xfrm>
              <a:off x="-34673325" y="2375850"/>
              <a:ext cx="85100" cy="84300"/>
            </a:xfrm>
            <a:custGeom>
              <a:avLst/>
              <a:gdLst/>
              <a:ahLst/>
              <a:cxnLst/>
              <a:rect l="l" t="t" r="r" b="b"/>
              <a:pathLst>
                <a:path w="3404" h="3372" extrusionOk="0">
                  <a:moveTo>
                    <a:pt x="1702" y="662"/>
                  </a:moveTo>
                  <a:cubicBezTo>
                    <a:pt x="2238" y="662"/>
                    <a:pt x="2710" y="1135"/>
                    <a:pt x="2710" y="1702"/>
                  </a:cubicBezTo>
                  <a:cubicBezTo>
                    <a:pt x="2710" y="2238"/>
                    <a:pt x="2238" y="2710"/>
                    <a:pt x="1702" y="2710"/>
                  </a:cubicBezTo>
                  <a:cubicBezTo>
                    <a:pt x="1135" y="2710"/>
                    <a:pt x="662" y="2238"/>
                    <a:pt x="662" y="1702"/>
                  </a:cubicBezTo>
                  <a:cubicBezTo>
                    <a:pt x="662" y="1135"/>
                    <a:pt x="1135" y="662"/>
                    <a:pt x="1702" y="662"/>
                  </a:cubicBezTo>
                  <a:close/>
                  <a:moveTo>
                    <a:pt x="1702" y="1"/>
                  </a:moveTo>
                  <a:cubicBezTo>
                    <a:pt x="757" y="1"/>
                    <a:pt x="1" y="757"/>
                    <a:pt x="1" y="1702"/>
                  </a:cubicBezTo>
                  <a:cubicBezTo>
                    <a:pt x="1" y="2647"/>
                    <a:pt x="757" y="3372"/>
                    <a:pt x="1702" y="3372"/>
                  </a:cubicBezTo>
                  <a:cubicBezTo>
                    <a:pt x="2647" y="3372"/>
                    <a:pt x="3403" y="2647"/>
                    <a:pt x="3403" y="1702"/>
                  </a:cubicBezTo>
                  <a:cubicBezTo>
                    <a:pt x="3372" y="757"/>
                    <a:pt x="2647" y="1"/>
                    <a:pt x="170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289;p66"/>
            <p:cNvSpPr/>
            <p:nvPr/>
          </p:nvSpPr>
          <p:spPr>
            <a:xfrm>
              <a:off x="-34778075" y="2272675"/>
              <a:ext cx="293800" cy="293025"/>
            </a:xfrm>
            <a:custGeom>
              <a:avLst/>
              <a:gdLst/>
              <a:ahLst/>
              <a:cxnLst/>
              <a:rect l="l" t="t" r="r" b="b"/>
              <a:pathLst>
                <a:path w="11752" h="11721" extrusionOk="0">
                  <a:moveTo>
                    <a:pt x="5892" y="694"/>
                  </a:moveTo>
                  <a:cubicBezTo>
                    <a:pt x="8727" y="694"/>
                    <a:pt x="11027" y="3025"/>
                    <a:pt x="11027" y="5861"/>
                  </a:cubicBezTo>
                  <a:cubicBezTo>
                    <a:pt x="10996" y="8665"/>
                    <a:pt x="8727" y="10964"/>
                    <a:pt x="5892" y="10964"/>
                  </a:cubicBezTo>
                  <a:cubicBezTo>
                    <a:pt x="4884" y="10964"/>
                    <a:pt x="3939" y="10712"/>
                    <a:pt x="3119" y="10177"/>
                  </a:cubicBezTo>
                  <a:cubicBezTo>
                    <a:pt x="3075" y="10154"/>
                    <a:pt x="2999" y="10132"/>
                    <a:pt x="2936" y="10132"/>
                  </a:cubicBezTo>
                  <a:cubicBezTo>
                    <a:pt x="2910" y="10132"/>
                    <a:pt x="2886" y="10136"/>
                    <a:pt x="2867" y="10145"/>
                  </a:cubicBezTo>
                  <a:lnTo>
                    <a:pt x="914" y="10775"/>
                  </a:lnTo>
                  <a:lnTo>
                    <a:pt x="1544" y="8854"/>
                  </a:lnTo>
                  <a:cubicBezTo>
                    <a:pt x="1576" y="8759"/>
                    <a:pt x="1544" y="8665"/>
                    <a:pt x="1513" y="8570"/>
                  </a:cubicBezTo>
                  <a:cubicBezTo>
                    <a:pt x="1009" y="7751"/>
                    <a:pt x="725" y="6806"/>
                    <a:pt x="725" y="5861"/>
                  </a:cubicBezTo>
                  <a:cubicBezTo>
                    <a:pt x="725" y="3025"/>
                    <a:pt x="3056" y="694"/>
                    <a:pt x="5892" y="694"/>
                  </a:cubicBezTo>
                  <a:close/>
                  <a:moveTo>
                    <a:pt x="5892" y="1"/>
                  </a:moveTo>
                  <a:cubicBezTo>
                    <a:pt x="4348" y="1"/>
                    <a:pt x="2867" y="568"/>
                    <a:pt x="1733" y="1733"/>
                  </a:cubicBezTo>
                  <a:cubicBezTo>
                    <a:pt x="631" y="2836"/>
                    <a:pt x="0" y="4285"/>
                    <a:pt x="0" y="5861"/>
                  </a:cubicBezTo>
                  <a:cubicBezTo>
                    <a:pt x="0" y="6869"/>
                    <a:pt x="284" y="7908"/>
                    <a:pt x="851" y="8822"/>
                  </a:cubicBezTo>
                  <a:lnTo>
                    <a:pt x="63" y="11248"/>
                  </a:lnTo>
                  <a:cubicBezTo>
                    <a:pt x="0" y="11374"/>
                    <a:pt x="63" y="11531"/>
                    <a:pt x="127" y="11594"/>
                  </a:cubicBezTo>
                  <a:cubicBezTo>
                    <a:pt x="197" y="11665"/>
                    <a:pt x="304" y="11701"/>
                    <a:pt x="392" y="11701"/>
                  </a:cubicBezTo>
                  <a:cubicBezTo>
                    <a:pt x="422" y="11701"/>
                    <a:pt x="449" y="11697"/>
                    <a:pt x="473" y="11689"/>
                  </a:cubicBezTo>
                  <a:lnTo>
                    <a:pt x="2930" y="10901"/>
                  </a:lnTo>
                  <a:cubicBezTo>
                    <a:pt x="3844" y="11437"/>
                    <a:pt x="4852" y="11720"/>
                    <a:pt x="5892" y="11720"/>
                  </a:cubicBezTo>
                  <a:cubicBezTo>
                    <a:pt x="7404" y="11720"/>
                    <a:pt x="8916" y="11122"/>
                    <a:pt x="10019" y="9988"/>
                  </a:cubicBezTo>
                  <a:cubicBezTo>
                    <a:pt x="11122" y="8885"/>
                    <a:pt x="11752" y="7436"/>
                    <a:pt x="11752" y="5861"/>
                  </a:cubicBezTo>
                  <a:cubicBezTo>
                    <a:pt x="11752" y="4317"/>
                    <a:pt x="11153" y="2805"/>
                    <a:pt x="10019" y="1702"/>
                  </a:cubicBezTo>
                  <a:cubicBezTo>
                    <a:pt x="8885" y="568"/>
                    <a:pt x="7404" y="1"/>
                    <a:pt x="58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736942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3" name="Google Shape;2153;p35"/>
          <p:cNvSpPr txBox="1">
            <a:spLocks noGrp="1"/>
          </p:cNvSpPr>
          <p:nvPr>
            <p:ph type="title"/>
          </p:nvPr>
        </p:nvSpPr>
        <p:spPr>
          <a:xfrm>
            <a:off x="2742695" y="1091510"/>
            <a:ext cx="4780668" cy="7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dirty="0" smtClean="0"/>
              <a:t>T</a:t>
            </a:r>
            <a:r>
              <a:rPr lang="en" dirty="0" smtClean="0"/>
              <a:t>ypes of cyber attacks</a:t>
            </a:r>
            <a:endParaRPr dirty="0"/>
          </a:p>
        </p:txBody>
      </p:sp>
      <p:sp>
        <p:nvSpPr>
          <p:cNvPr id="2154" name="Google Shape;2154;p35"/>
          <p:cNvSpPr txBox="1">
            <a:spLocks noGrp="1"/>
          </p:cNvSpPr>
          <p:nvPr>
            <p:ph type="subTitle" idx="1"/>
          </p:nvPr>
        </p:nvSpPr>
        <p:spPr>
          <a:xfrm>
            <a:off x="1374806" y="2174526"/>
            <a:ext cx="3620941" cy="1542546"/>
          </a:xfrm>
          <a:prstGeom prst="rect">
            <a:avLst/>
          </a:prstGeom>
        </p:spPr>
        <p:txBody>
          <a:bodyPr spcFirstLastPara="1" wrap="square" lIns="0" tIns="0" rIns="0" bIns="0" anchor="t" anchorCtr="0">
            <a:noAutofit/>
          </a:bodyPr>
          <a:lstStyle/>
          <a:p>
            <a:pPr indent="-457200" algn="l">
              <a:buClr>
                <a:schemeClr val="bg2"/>
              </a:buClr>
              <a:buFont typeface="Wingdings" panose="05000000000000000000" pitchFamily="2" charset="2"/>
              <a:buChar char="§"/>
            </a:pPr>
            <a:r>
              <a:rPr lang="en-US" sz="2800" dirty="0"/>
              <a:t>Malware attack</a:t>
            </a:r>
          </a:p>
          <a:p>
            <a:pPr indent="-457200" algn="l">
              <a:buClr>
                <a:schemeClr val="bg2"/>
              </a:buClr>
              <a:buFont typeface="Wingdings" panose="05000000000000000000" pitchFamily="2" charset="2"/>
              <a:buChar char="§"/>
            </a:pPr>
            <a:r>
              <a:rPr lang="en-US" sz="2800" dirty="0"/>
              <a:t>Phishing attack</a:t>
            </a:r>
          </a:p>
          <a:p>
            <a:pPr indent="-457200" algn="l">
              <a:buClr>
                <a:schemeClr val="bg2"/>
              </a:buClr>
              <a:buFont typeface="Wingdings" panose="05000000000000000000" pitchFamily="2" charset="2"/>
              <a:buChar char="§"/>
            </a:pPr>
            <a:r>
              <a:rPr lang="en-US" sz="2800" dirty="0"/>
              <a:t>Man in the middle</a:t>
            </a:r>
          </a:p>
          <a:p>
            <a:pPr indent="-457200" algn="l">
              <a:buClr>
                <a:schemeClr val="bg2"/>
              </a:buClr>
              <a:buFont typeface="Wingdings" panose="05000000000000000000" pitchFamily="2" charset="2"/>
              <a:buChar char="§"/>
            </a:pPr>
            <a:r>
              <a:rPr lang="en-US" sz="2800" dirty="0"/>
              <a:t>Password attack</a:t>
            </a:r>
          </a:p>
        </p:txBody>
      </p:sp>
      <p:sp>
        <p:nvSpPr>
          <p:cNvPr id="4" name="Google Shape;13126;p69"/>
          <p:cNvSpPr/>
          <p:nvPr/>
        </p:nvSpPr>
        <p:spPr>
          <a:xfrm>
            <a:off x="5929056" y="2388422"/>
            <a:ext cx="1475354" cy="1402993"/>
          </a:xfrm>
          <a:custGeom>
            <a:avLst/>
            <a:gdLst/>
            <a:ahLst/>
            <a:cxnLst/>
            <a:rect l="l" t="t" r="r" b="b"/>
            <a:pathLst>
              <a:path w="12004" h="11713" extrusionOk="0">
                <a:moveTo>
                  <a:pt x="8633" y="2088"/>
                </a:moveTo>
                <a:cubicBezTo>
                  <a:pt x="8900" y="2088"/>
                  <a:pt x="9168" y="2182"/>
                  <a:pt x="9357" y="2371"/>
                </a:cubicBezTo>
                <a:cubicBezTo>
                  <a:pt x="9767" y="2781"/>
                  <a:pt x="9767" y="3442"/>
                  <a:pt x="9357" y="3820"/>
                </a:cubicBezTo>
                <a:lnTo>
                  <a:pt x="8128" y="5018"/>
                </a:lnTo>
                <a:cubicBezTo>
                  <a:pt x="7939" y="4702"/>
                  <a:pt x="7750" y="4419"/>
                  <a:pt x="7498" y="4135"/>
                </a:cubicBezTo>
                <a:cubicBezTo>
                  <a:pt x="7278" y="3915"/>
                  <a:pt x="6994" y="3726"/>
                  <a:pt x="6679" y="3568"/>
                </a:cubicBezTo>
                <a:lnTo>
                  <a:pt x="7908" y="2371"/>
                </a:lnTo>
                <a:cubicBezTo>
                  <a:pt x="8097" y="2182"/>
                  <a:pt x="8365" y="2088"/>
                  <a:pt x="8633" y="2088"/>
                </a:cubicBezTo>
                <a:close/>
                <a:moveTo>
                  <a:pt x="5230" y="5333"/>
                </a:moveTo>
                <a:cubicBezTo>
                  <a:pt x="5514" y="5333"/>
                  <a:pt x="5829" y="5396"/>
                  <a:pt x="6018" y="5648"/>
                </a:cubicBezTo>
                <a:cubicBezTo>
                  <a:pt x="6207" y="5837"/>
                  <a:pt x="6333" y="6120"/>
                  <a:pt x="6333" y="6435"/>
                </a:cubicBezTo>
                <a:cubicBezTo>
                  <a:pt x="6049" y="6435"/>
                  <a:pt x="5766" y="6309"/>
                  <a:pt x="5545" y="6120"/>
                </a:cubicBezTo>
                <a:cubicBezTo>
                  <a:pt x="5356" y="5931"/>
                  <a:pt x="5230" y="5648"/>
                  <a:pt x="5230" y="5333"/>
                </a:cubicBezTo>
                <a:close/>
                <a:moveTo>
                  <a:pt x="8617" y="717"/>
                </a:moveTo>
                <a:cubicBezTo>
                  <a:pt x="9223" y="717"/>
                  <a:pt x="9830" y="953"/>
                  <a:pt x="10302" y="1426"/>
                </a:cubicBezTo>
                <a:cubicBezTo>
                  <a:pt x="11247" y="2340"/>
                  <a:pt x="11247" y="3883"/>
                  <a:pt x="10302" y="4828"/>
                </a:cubicBezTo>
                <a:lnTo>
                  <a:pt x="8381" y="6719"/>
                </a:lnTo>
                <a:cubicBezTo>
                  <a:pt x="8412" y="6404"/>
                  <a:pt x="8412" y="6089"/>
                  <a:pt x="8349" y="5774"/>
                </a:cubicBezTo>
                <a:lnTo>
                  <a:pt x="9798" y="4356"/>
                </a:lnTo>
                <a:cubicBezTo>
                  <a:pt x="10460" y="3663"/>
                  <a:pt x="10460" y="2560"/>
                  <a:pt x="9798" y="1930"/>
                </a:cubicBezTo>
                <a:cubicBezTo>
                  <a:pt x="9467" y="1599"/>
                  <a:pt x="9034" y="1434"/>
                  <a:pt x="8601" y="1434"/>
                </a:cubicBezTo>
                <a:cubicBezTo>
                  <a:pt x="8168" y="1434"/>
                  <a:pt x="7735" y="1599"/>
                  <a:pt x="7404" y="1930"/>
                </a:cubicBezTo>
                <a:cubicBezTo>
                  <a:pt x="7309" y="2025"/>
                  <a:pt x="5356" y="3946"/>
                  <a:pt x="5073" y="4230"/>
                </a:cubicBezTo>
                <a:cubicBezTo>
                  <a:pt x="4411" y="4892"/>
                  <a:pt x="4411" y="5963"/>
                  <a:pt x="5073" y="6624"/>
                </a:cubicBezTo>
                <a:cubicBezTo>
                  <a:pt x="5356" y="6908"/>
                  <a:pt x="5671" y="7065"/>
                  <a:pt x="6049" y="7097"/>
                </a:cubicBezTo>
                <a:lnTo>
                  <a:pt x="5514" y="7664"/>
                </a:lnTo>
                <a:cubicBezTo>
                  <a:pt x="5167" y="7538"/>
                  <a:pt x="4883" y="7349"/>
                  <a:pt x="4600" y="7097"/>
                </a:cubicBezTo>
                <a:cubicBezTo>
                  <a:pt x="3655" y="6152"/>
                  <a:pt x="3655" y="4671"/>
                  <a:pt x="4600" y="3726"/>
                </a:cubicBezTo>
                <a:lnTo>
                  <a:pt x="6931" y="1426"/>
                </a:lnTo>
                <a:cubicBezTo>
                  <a:pt x="7404" y="953"/>
                  <a:pt x="8010" y="717"/>
                  <a:pt x="8617" y="717"/>
                </a:cubicBezTo>
                <a:close/>
                <a:moveTo>
                  <a:pt x="3497" y="6719"/>
                </a:moveTo>
                <a:cubicBezTo>
                  <a:pt x="3655" y="7034"/>
                  <a:pt x="3844" y="7286"/>
                  <a:pt x="4127" y="7569"/>
                </a:cubicBezTo>
                <a:cubicBezTo>
                  <a:pt x="4348" y="7821"/>
                  <a:pt x="4663" y="8042"/>
                  <a:pt x="4978" y="8168"/>
                </a:cubicBezTo>
                <a:lnTo>
                  <a:pt x="3812" y="9334"/>
                </a:lnTo>
                <a:cubicBezTo>
                  <a:pt x="3608" y="9538"/>
                  <a:pt x="3340" y="9641"/>
                  <a:pt x="3076" y="9641"/>
                </a:cubicBezTo>
                <a:cubicBezTo>
                  <a:pt x="2812" y="9641"/>
                  <a:pt x="2552" y="9538"/>
                  <a:pt x="2363" y="9334"/>
                </a:cubicBezTo>
                <a:cubicBezTo>
                  <a:pt x="1954" y="8956"/>
                  <a:pt x="1954" y="8294"/>
                  <a:pt x="2363" y="7884"/>
                </a:cubicBezTo>
                <a:lnTo>
                  <a:pt x="3497" y="6719"/>
                </a:lnTo>
                <a:close/>
                <a:moveTo>
                  <a:pt x="6112" y="4135"/>
                </a:moveTo>
                <a:cubicBezTo>
                  <a:pt x="6396" y="4261"/>
                  <a:pt x="6742" y="4450"/>
                  <a:pt x="6963" y="4702"/>
                </a:cubicBezTo>
                <a:cubicBezTo>
                  <a:pt x="7908" y="5648"/>
                  <a:pt x="7908" y="7128"/>
                  <a:pt x="6963" y="8073"/>
                </a:cubicBezTo>
                <a:lnTo>
                  <a:pt x="4757" y="10342"/>
                </a:lnTo>
                <a:cubicBezTo>
                  <a:pt x="4285" y="10814"/>
                  <a:pt x="3671" y="11051"/>
                  <a:pt x="3056" y="11051"/>
                </a:cubicBezTo>
                <a:cubicBezTo>
                  <a:pt x="2442" y="11051"/>
                  <a:pt x="1828" y="10814"/>
                  <a:pt x="1355" y="10342"/>
                </a:cubicBezTo>
                <a:cubicBezTo>
                  <a:pt x="945" y="9901"/>
                  <a:pt x="662" y="9271"/>
                  <a:pt x="662" y="8641"/>
                </a:cubicBezTo>
                <a:cubicBezTo>
                  <a:pt x="662" y="8010"/>
                  <a:pt x="882" y="7380"/>
                  <a:pt x="1355" y="6939"/>
                </a:cubicBezTo>
                <a:lnTo>
                  <a:pt x="3214" y="5081"/>
                </a:lnTo>
                <a:lnTo>
                  <a:pt x="3214" y="5081"/>
                </a:lnTo>
                <a:cubicBezTo>
                  <a:pt x="3182" y="5396"/>
                  <a:pt x="3214" y="5679"/>
                  <a:pt x="3245" y="5994"/>
                </a:cubicBezTo>
                <a:lnTo>
                  <a:pt x="1828" y="7443"/>
                </a:lnTo>
                <a:cubicBezTo>
                  <a:pt x="1166" y="8105"/>
                  <a:pt x="1166" y="9176"/>
                  <a:pt x="1828" y="9838"/>
                </a:cubicBezTo>
                <a:cubicBezTo>
                  <a:pt x="2174" y="10184"/>
                  <a:pt x="2623" y="10358"/>
                  <a:pt x="3064" y="10358"/>
                </a:cubicBezTo>
                <a:cubicBezTo>
                  <a:pt x="3505" y="10358"/>
                  <a:pt x="3938" y="10184"/>
                  <a:pt x="4253" y="9838"/>
                </a:cubicBezTo>
                <a:lnTo>
                  <a:pt x="6490" y="7569"/>
                </a:lnTo>
                <a:cubicBezTo>
                  <a:pt x="7152" y="6908"/>
                  <a:pt x="7152" y="5837"/>
                  <a:pt x="6490" y="5175"/>
                </a:cubicBezTo>
                <a:cubicBezTo>
                  <a:pt x="6207" y="4892"/>
                  <a:pt x="5892" y="4734"/>
                  <a:pt x="5514" y="4702"/>
                </a:cubicBezTo>
                <a:lnTo>
                  <a:pt x="6112" y="4135"/>
                </a:lnTo>
                <a:close/>
                <a:moveTo>
                  <a:pt x="8585" y="0"/>
                </a:moveTo>
                <a:cubicBezTo>
                  <a:pt x="7798" y="0"/>
                  <a:pt x="7010" y="308"/>
                  <a:pt x="6396" y="922"/>
                </a:cubicBezTo>
                <a:lnTo>
                  <a:pt x="4096" y="3190"/>
                </a:lnTo>
                <a:lnTo>
                  <a:pt x="882" y="6467"/>
                </a:lnTo>
                <a:cubicBezTo>
                  <a:pt x="315" y="7065"/>
                  <a:pt x="0" y="7821"/>
                  <a:pt x="0" y="8641"/>
                </a:cubicBezTo>
                <a:cubicBezTo>
                  <a:pt x="0" y="9460"/>
                  <a:pt x="315" y="10247"/>
                  <a:pt x="882" y="10814"/>
                </a:cubicBezTo>
                <a:cubicBezTo>
                  <a:pt x="1497" y="11413"/>
                  <a:pt x="2284" y="11712"/>
                  <a:pt x="3072" y="11712"/>
                </a:cubicBezTo>
                <a:cubicBezTo>
                  <a:pt x="3860" y="11712"/>
                  <a:pt x="4647" y="11413"/>
                  <a:pt x="5262" y="10814"/>
                </a:cubicBezTo>
                <a:cubicBezTo>
                  <a:pt x="8034" y="8010"/>
                  <a:pt x="6837" y="9145"/>
                  <a:pt x="10775" y="5301"/>
                </a:cubicBezTo>
                <a:cubicBezTo>
                  <a:pt x="12004" y="4072"/>
                  <a:pt x="12004" y="2151"/>
                  <a:pt x="10775" y="922"/>
                </a:cubicBezTo>
                <a:cubicBezTo>
                  <a:pt x="10161" y="308"/>
                  <a:pt x="9373" y="0"/>
                  <a:pt x="8585" y="0"/>
                </a:cubicBezTo>
                <a:close/>
              </a:path>
            </a:pathLst>
          </a:custGeom>
          <a:solidFill>
            <a:srgbClr val="285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05153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28"/>
          <p:cNvSpPr txBox="1">
            <a:spLocks noGrp="1"/>
          </p:cNvSpPr>
          <p:nvPr>
            <p:ph type="title"/>
          </p:nvPr>
        </p:nvSpPr>
        <p:spPr>
          <a:xfrm>
            <a:off x="4914300" y="1600200"/>
            <a:ext cx="3509700" cy="5871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US" dirty="0" smtClean="0"/>
              <a:t>Malware attacks</a:t>
            </a:r>
            <a:endParaRPr dirty="0"/>
          </a:p>
        </p:txBody>
      </p:sp>
      <p:sp>
        <p:nvSpPr>
          <p:cNvPr id="1912" name="Google Shape;1912;p28"/>
          <p:cNvSpPr txBox="1">
            <a:spLocks noGrp="1"/>
          </p:cNvSpPr>
          <p:nvPr>
            <p:ph type="subTitle" idx="1"/>
          </p:nvPr>
        </p:nvSpPr>
        <p:spPr>
          <a:xfrm>
            <a:off x="4083803" y="2571750"/>
            <a:ext cx="4340072" cy="1493400"/>
          </a:xfrm>
          <a:prstGeom prst="rect">
            <a:avLst/>
          </a:prstGeom>
        </p:spPr>
        <p:txBody>
          <a:bodyPr spcFirstLastPara="1" wrap="square" lIns="0" tIns="0" rIns="0" bIns="0" anchor="ctr" anchorCtr="0">
            <a:noAutofit/>
          </a:bodyPr>
          <a:lstStyle/>
          <a:p>
            <a:r>
              <a:rPr lang="en-US" dirty="0">
                <a:solidFill>
                  <a:schemeClr val="tx1"/>
                </a:solidFill>
                <a:latin typeface="Roboto" panose="020B0604020202020204" pitchFamily="2" charset="0"/>
              </a:rPr>
              <a:t>A malware attack is a common cyberattack where malware (normally malicious software) executes unauthorized actions on the victim’s system. The malicious software encompasses many specific types of attacks such as ransomware, spyware, command and control, and </a:t>
            </a:r>
            <a:r>
              <a:rPr lang="en-US" dirty="0" smtClean="0">
                <a:solidFill>
                  <a:schemeClr val="tx1"/>
                </a:solidFill>
                <a:latin typeface="Roboto" panose="020B0604020202020204" pitchFamily="2" charset="0"/>
              </a:rPr>
              <a:t>more</a:t>
            </a:r>
            <a:endParaRPr lang="en-IN" dirty="0">
              <a:solidFill>
                <a:schemeClr val="tx1"/>
              </a:solidFill>
            </a:endParaRPr>
          </a:p>
        </p:txBody>
      </p:sp>
      <p:grpSp>
        <p:nvGrpSpPr>
          <p:cNvPr id="23" name="Google Shape;13309;p69"/>
          <p:cNvGrpSpPr/>
          <p:nvPr/>
        </p:nvGrpSpPr>
        <p:grpSpPr>
          <a:xfrm>
            <a:off x="1911623" y="2187300"/>
            <a:ext cx="1033055" cy="1128032"/>
            <a:chOff x="6790450" y="3119050"/>
            <a:chExt cx="262750" cy="260675"/>
          </a:xfrm>
          <a:solidFill>
            <a:schemeClr val="tx1"/>
          </a:solidFill>
        </p:grpSpPr>
        <p:sp>
          <p:nvSpPr>
            <p:cNvPr id="24" name="Google Shape;13310;p69"/>
            <p:cNvSpPr/>
            <p:nvPr/>
          </p:nvSpPr>
          <p:spPr>
            <a:xfrm>
              <a:off x="6790450" y="3119050"/>
              <a:ext cx="262750" cy="260675"/>
            </a:xfrm>
            <a:custGeom>
              <a:avLst/>
              <a:gdLst/>
              <a:ahLst/>
              <a:cxnLst/>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25" name="Google Shape;13311;p69"/>
            <p:cNvSpPr/>
            <p:nvPr/>
          </p:nvSpPr>
          <p:spPr>
            <a:xfrm flipH="1">
              <a:off x="6790450" y="3119050"/>
              <a:ext cx="262750" cy="260675"/>
            </a:xfrm>
            <a:custGeom>
              <a:avLst/>
              <a:gdLst/>
              <a:ahLst/>
              <a:cxnLst/>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grpSp>
    </p:spTree>
    <p:extLst>
      <p:ext uri="{BB962C8B-B14F-4D97-AF65-F5344CB8AC3E}">
        <p14:creationId xmlns:p14="http://schemas.microsoft.com/office/powerpoint/2010/main" val="34023585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sp>
        <p:nvSpPr>
          <p:cNvPr id="1936" name="Google Shape;1936;p29"/>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dirty="0" smtClean="0"/>
              <a:t>Types of malware</a:t>
            </a:r>
            <a:endParaRPr dirty="0"/>
          </a:p>
        </p:txBody>
      </p:sp>
      <p:sp>
        <p:nvSpPr>
          <p:cNvPr id="1937" name="Google Shape;1937;p29"/>
          <p:cNvSpPr txBox="1">
            <a:spLocks noGrp="1"/>
          </p:cNvSpPr>
          <p:nvPr>
            <p:ph type="subTitle" idx="1"/>
          </p:nvPr>
        </p:nvSpPr>
        <p:spPr>
          <a:xfrm>
            <a:off x="275063" y="2013977"/>
            <a:ext cx="2352745" cy="645300"/>
          </a:xfrm>
          <a:prstGeom prst="rect">
            <a:avLst/>
          </a:prstGeom>
        </p:spPr>
        <p:txBody>
          <a:bodyPr spcFirstLastPara="1" wrap="square" lIns="0" tIns="0" rIns="0" bIns="0" anchor="ctr" anchorCtr="0">
            <a:noAutofit/>
          </a:bodyPr>
          <a:lstStyle/>
          <a:p>
            <a:pPr marL="0" lvl="0" indent="0"/>
            <a:r>
              <a:rPr lang="en-US" sz="1400" dirty="0" smtClean="0"/>
              <a:t>Designed </a:t>
            </a:r>
            <a:r>
              <a:rPr lang="en-US" sz="1400" dirty="0"/>
              <a:t>to damage the target </a:t>
            </a:r>
            <a:r>
              <a:rPr lang="en-US" sz="1400" dirty="0" smtClean="0"/>
              <a:t>system by </a:t>
            </a:r>
            <a:r>
              <a:rPr lang="en-US" sz="1400" dirty="0"/>
              <a:t>corrupting data, reformatting your hard disk, or completely shutting down your </a:t>
            </a:r>
            <a:r>
              <a:rPr lang="en-US" sz="1400" dirty="0" smtClean="0"/>
              <a:t>system.</a:t>
            </a:r>
            <a:endParaRPr sz="1200" dirty="0"/>
          </a:p>
        </p:txBody>
      </p:sp>
      <p:sp>
        <p:nvSpPr>
          <p:cNvPr id="1938" name="Google Shape;1938;p29"/>
          <p:cNvSpPr txBox="1">
            <a:spLocks noGrp="1"/>
          </p:cNvSpPr>
          <p:nvPr>
            <p:ph type="title" idx="2"/>
          </p:nvPr>
        </p:nvSpPr>
        <p:spPr>
          <a:xfrm>
            <a:off x="876108" y="1425249"/>
            <a:ext cx="1751700" cy="3168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US" dirty="0" smtClean="0"/>
              <a:t>virus</a:t>
            </a:r>
            <a:endParaRPr dirty="0"/>
          </a:p>
        </p:txBody>
      </p:sp>
      <p:sp>
        <p:nvSpPr>
          <p:cNvPr id="1939" name="Google Shape;1939;p29"/>
          <p:cNvSpPr txBox="1">
            <a:spLocks noGrp="1"/>
          </p:cNvSpPr>
          <p:nvPr>
            <p:ph type="subTitle" idx="3"/>
          </p:nvPr>
        </p:nvSpPr>
        <p:spPr>
          <a:xfrm>
            <a:off x="379138" y="3715400"/>
            <a:ext cx="2263538" cy="645300"/>
          </a:xfrm>
          <a:prstGeom prst="rect">
            <a:avLst/>
          </a:prstGeom>
        </p:spPr>
        <p:txBody>
          <a:bodyPr spcFirstLastPara="1" wrap="square" lIns="0" tIns="0" rIns="0" bIns="0" anchor="ctr" anchorCtr="0">
            <a:noAutofit/>
          </a:bodyPr>
          <a:lstStyle/>
          <a:p>
            <a:pPr marL="0" lvl="0" indent="0"/>
            <a:r>
              <a:rPr lang="en-US" sz="1400" dirty="0"/>
              <a:t>S</a:t>
            </a:r>
            <a:r>
              <a:rPr lang="en-US" sz="1400" dirty="0" smtClean="0"/>
              <a:t>neaks </a:t>
            </a:r>
            <a:r>
              <a:rPr lang="en-US" sz="1400" dirty="0"/>
              <a:t>onto a victim’s </a:t>
            </a:r>
            <a:r>
              <a:rPr lang="en-US" sz="1400" dirty="0" smtClean="0"/>
              <a:t>computer, which then may delete data or act as a doorway for hackers, </a:t>
            </a:r>
            <a:r>
              <a:rPr lang="en-US" sz="1400" dirty="0"/>
              <a:t> </a:t>
            </a:r>
            <a:r>
              <a:rPr lang="en-US" sz="1400" dirty="0" smtClean="0"/>
              <a:t>Botnets.</a:t>
            </a:r>
            <a:endParaRPr sz="1400" dirty="0"/>
          </a:p>
        </p:txBody>
      </p:sp>
      <p:sp>
        <p:nvSpPr>
          <p:cNvPr id="1940" name="Google Shape;1940;p29"/>
          <p:cNvSpPr txBox="1">
            <a:spLocks noGrp="1"/>
          </p:cNvSpPr>
          <p:nvPr>
            <p:ph type="title" idx="4"/>
          </p:nvPr>
        </p:nvSpPr>
        <p:spPr>
          <a:xfrm>
            <a:off x="890976" y="3138200"/>
            <a:ext cx="1751700" cy="3168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US" dirty="0" smtClean="0"/>
              <a:t>trojans</a:t>
            </a:r>
            <a:endParaRPr dirty="0"/>
          </a:p>
        </p:txBody>
      </p:sp>
      <p:sp>
        <p:nvSpPr>
          <p:cNvPr id="1941" name="Google Shape;1941;p29"/>
          <p:cNvSpPr txBox="1">
            <a:spLocks noGrp="1"/>
          </p:cNvSpPr>
          <p:nvPr>
            <p:ph type="subTitle" idx="5"/>
          </p:nvPr>
        </p:nvSpPr>
        <p:spPr>
          <a:xfrm>
            <a:off x="6672294" y="2088317"/>
            <a:ext cx="1751700" cy="645300"/>
          </a:xfrm>
          <a:prstGeom prst="rect">
            <a:avLst/>
          </a:prstGeom>
        </p:spPr>
        <p:txBody>
          <a:bodyPr spcFirstLastPara="1" wrap="square" lIns="0" tIns="0" rIns="0" bIns="0" anchor="ctr" anchorCtr="0">
            <a:noAutofit/>
          </a:bodyPr>
          <a:lstStyle/>
          <a:p>
            <a:pPr marL="0" lvl="0" indent="0"/>
            <a:r>
              <a:rPr lang="en-US" sz="1400" dirty="0"/>
              <a:t>D</a:t>
            </a:r>
            <a:r>
              <a:rPr lang="en-US" sz="1400" dirty="0" smtClean="0"/>
              <a:t>esigned </a:t>
            </a:r>
            <a:r>
              <a:rPr lang="en-US" sz="1400" dirty="0"/>
              <a:t>to copy itself on an infected computer and then to spread the infection to other </a:t>
            </a:r>
            <a:r>
              <a:rPr lang="en-US" sz="1400" dirty="0" smtClean="0"/>
              <a:t>computers.</a:t>
            </a:r>
            <a:endParaRPr sz="1400" dirty="0"/>
          </a:p>
        </p:txBody>
      </p:sp>
      <p:sp>
        <p:nvSpPr>
          <p:cNvPr id="1942" name="Google Shape;1942;p29"/>
          <p:cNvSpPr txBox="1">
            <a:spLocks noGrp="1"/>
          </p:cNvSpPr>
          <p:nvPr>
            <p:ph type="title" idx="6"/>
          </p:nvPr>
        </p:nvSpPr>
        <p:spPr>
          <a:xfrm>
            <a:off x="6672294" y="1483630"/>
            <a:ext cx="1751700" cy="31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worm</a:t>
            </a:r>
            <a:endParaRPr dirty="0"/>
          </a:p>
        </p:txBody>
      </p:sp>
      <p:sp>
        <p:nvSpPr>
          <p:cNvPr id="1943" name="Google Shape;1943;p29"/>
          <p:cNvSpPr txBox="1">
            <a:spLocks noGrp="1"/>
          </p:cNvSpPr>
          <p:nvPr>
            <p:ph type="subTitle" idx="7"/>
          </p:nvPr>
        </p:nvSpPr>
        <p:spPr>
          <a:xfrm>
            <a:off x="6672294" y="3626192"/>
            <a:ext cx="2270984" cy="645300"/>
          </a:xfrm>
          <a:prstGeom prst="rect">
            <a:avLst/>
          </a:prstGeom>
        </p:spPr>
        <p:txBody>
          <a:bodyPr spcFirstLastPara="1" wrap="square" lIns="0" tIns="0" rIns="0" bIns="0" anchor="ctr" anchorCtr="0">
            <a:noAutofit/>
          </a:bodyPr>
          <a:lstStyle/>
          <a:p>
            <a:pPr marL="0" lvl="0" indent="0"/>
            <a:r>
              <a:rPr lang="en-US" sz="1400" dirty="0"/>
              <a:t>E</a:t>
            </a:r>
            <a:r>
              <a:rPr lang="en-US" sz="1400" dirty="0" smtClean="0"/>
              <a:t>ncrypts </a:t>
            </a:r>
            <a:r>
              <a:rPr lang="en-US" sz="1400" dirty="0"/>
              <a:t>all the files on an infected </a:t>
            </a:r>
            <a:r>
              <a:rPr lang="en-US" sz="1400" dirty="0" smtClean="0"/>
              <a:t>machine, data </a:t>
            </a:r>
            <a:r>
              <a:rPr lang="en-US" sz="1400" dirty="0"/>
              <a:t>stored on it can be accessed.</a:t>
            </a:r>
            <a:endParaRPr sz="1400" dirty="0"/>
          </a:p>
        </p:txBody>
      </p:sp>
      <p:sp>
        <p:nvSpPr>
          <p:cNvPr id="1944" name="Google Shape;1944;p29"/>
          <p:cNvSpPr txBox="1">
            <a:spLocks noGrp="1"/>
          </p:cNvSpPr>
          <p:nvPr>
            <p:ph type="title" idx="8"/>
          </p:nvPr>
        </p:nvSpPr>
        <p:spPr>
          <a:xfrm>
            <a:off x="6672300" y="3145150"/>
            <a:ext cx="1751700" cy="31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Ransomware</a:t>
            </a:r>
            <a:endParaRPr dirty="0"/>
          </a:p>
        </p:txBody>
      </p:sp>
      <p:grpSp>
        <p:nvGrpSpPr>
          <p:cNvPr id="1945" name="Google Shape;1945;p29"/>
          <p:cNvGrpSpPr/>
          <p:nvPr/>
        </p:nvGrpSpPr>
        <p:grpSpPr>
          <a:xfrm>
            <a:off x="3133557" y="1731871"/>
            <a:ext cx="980782" cy="877163"/>
            <a:chOff x="3354270" y="1731871"/>
            <a:chExt cx="980782" cy="877163"/>
          </a:xfrm>
        </p:grpSpPr>
        <p:sp>
          <p:nvSpPr>
            <p:cNvPr id="1946" name="Google Shape;1946;p29"/>
            <p:cNvSpPr/>
            <p:nvPr/>
          </p:nvSpPr>
          <p:spPr>
            <a:xfrm>
              <a:off x="3442605" y="2520571"/>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29"/>
            <p:cNvSpPr/>
            <p:nvPr/>
          </p:nvSpPr>
          <p:spPr>
            <a:xfrm>
              <a:off x="3442605" y="1841470"/>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29"/>
            <p:cNvSpPr/>
            <p:nvPr/>
          </p:nvSpPr>
          <p:spPr>
            <a:xfrm>
              <a:off x="3442605" y="1820085"/>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9"/>
            <p:cNvSpPr/>
            <p:nvPr/>
          </p:nvSpPr>
          <p:spPr>
            <a:xfrm>
              <a:off x="3488170" y="1820085"/>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9"/>
            <p:cNvSpPr/>
            <p:nvPr/>
          </p:nvSpPr>
          <p:spPr>
            <a:xfrm>
              <a:off x="4142970" y="1820085"/>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9"/>
            <p:cNvSpPr/>
            <p:nvPr/>
          </p:nvSpPr>
          <p:spPr>
            <a:xfrm>
              <a:off x="4142970" y="1862734"/>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29"/>
            <p:cNvSpPr/>
            <p:nvPr/>
          </p:nvSpPr>
          <p:spPr>
            <a:xfrm>
              <a:off x="4142970" y="2520571"/>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9"/>
            <p:cNvSpPr/>
            <p:nvPr/>
          </p:nvSpPr>
          <p:spPr>
            <a:xfrm>
              <a:off x="3466906" y="2520571"/>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9"/>
            <p:cNvSpPr/>
            <p:nvPr/>
          </p:nvSpPr>
          <p:spPr>
            <a:xfrm>
              <a:off x="3354270" y="1731871"/>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9"/>
            <p:cNvSpPr/>
            <p:nvPr/>
          </p:nvSpPr>
          <p:spPr>
            <a:xfrm>
              <a:off x="4237469" y="2283025"/>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9"/>
            <p:cNvSpPr/>
            <p:nvPr/>
          </p:nvSpPr>
          <p:spPr>
            <a:xfrm>
              <a:off x="4234444" y="239262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9"/>
            <p:cNvSpPr/>
            <p:nvPr/>
          </p:nvSpPr>
          <p:spPr>
            <a:xfrm>
              <a:off x="4234331" y="195106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9"/>
            <p:cNvSpPr/>
            <p:nvPr/>
          </p:nvSpPr>
          <p:spPr>
            <a:xfrm>
              <a:off x="4234344" y="2042442"/>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9" name="Google Shape;1959;p29"/>
            <p:cNvGrpSpPr/>
            <p:nvPr/>
          </p:nvGrpSpPr>
          <p:grpSpPr>
            <a:xfrm>
              <a:off x="3680871" y="1943001"/>
              <a:ext cx="224255" cy="454737"/>
              <a:chOff x="3417000" y="1881451"/>
              <a:chExt cx="203979" cy="413623"/>
            </a:xfrm>
          </p:grpSpPr>
          <p:sp>
            <p:nvSpPr>
              <p:cNvPr id="1960" name="Google Shape;1960;p29"/>
              <p:cNvSpPr/>
              <p:nvPr/>
            </p:nvSpPr>
            <p:spPr>
              <a:xfrm>
                <a:off x="3417000" y="1881451"/>
                <a:ext cx="203979" cy="364813"/>
              </a:xfrm>
              <a:custGeom>
                <a:avLst/>
                <a:gdLst/>
                <a:ahLst/>
                <a:cxnLst/>
                <a:rect l="l" t="t" r="r" b="b"/>
                <a:pathLst>
                  <a:path w="3560" h="6367" fill="none" extrusionOk="0">
                    <a:moveTo>
                      <a:pt x="3559" y="6366"/>
                    </a:moveTo>
                    <a:lnTo>
                      <a:pt x="0" y="6366"/>
                    </a:lnTo>
                    <a:lnTo>
                      <a:pt x="0" y="0"/>
                    </a:lnTo>
                    <a:lnTo>
                      <a:pt x="3559" y="0"/>
                    </a:lnTo>
                    <a:close/>
                  </a:path>
                </a:pathLst>
              </a:custGeom>
              <a:noFill/>
              <a:ln w="95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29"/>
              <p:cNvSpPr/>
              <p:nvPr/>
            </p:nvSpPr>
            <p:spPr>
              <a:xfrm>
                <a:off x="3464384" y="2246200"/>
                <a:ext cx="109209" cy="48875"/>
              </a:xfrm>
              <a:custGeom>
                <a:avLst/>
                <a:gdLst/>
                <a:ahLst/>
                <a:cxnLst/>
                <a:rect l="l" t="t" r="r" b="b"/>
                <a:pathLst>
                  <a:path w="1906" h="853" fill="none" extrusionOk="0">
                    <a:moveTo>
                      <a:pt x="1905" y="853"/>
                    </a:moveTo>
                    <a:lnTo>
                      <a:pt x="0" y="853"/>
                    </a:lnTo>
                    <a:lnTo>
                      <a:pt x="0" y="0"/>
                    </a:lnTo>
                    <a:lnTo>
                      <a:pt x="1905" y="0"/>
                    </a:lnTo>
                    <a:close/>
                  </a:path>
                </a:pathLst>
              </a:custGeom>
              <a:noFill/>
              <a:ln w="95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29"/>
              <p:cNvSpPr/>
              <p:nvPr/>
            </p:nvSpPr>
            <p:spPr>
              <a:xfrm>
                <a:off x="3438544" y="2151432"/>
                <a:ext cx="160891" cy="70419"/>
              </a:xfrm>
              <a:custGeom>
                <a:avLst/>
                <a:gdLst/>
                <a:ahLst/>
                <a:cxnLst/>
                <a:rect l="l" t="t" r="r" b="b"/>
                <a:pathLst>
                  <a:path w="2808" h="1229" extrusionOk="0">
                    <a:moveTo>
                      <a:pt x="0" y="0"/>
                    </a:moveTo>
                    <a:lnTo>
                      <a:pt x="0" y="1228"/>
                    </a:lnTo>
                    <a:lnTo>
                      <a:pt x="2807" y="1228"/>
                    </a:lnTo>
                    <a:lnTo>
                      <a:pt x="28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29"/>
              <p:cNvSpPr/>
              <p:nvPr/>
            </p:nvSpPr>
            <p:spPr>
              <a:xfrm>
                <a:off x="3438544" y="2068123"/>
                <a:ext cx="160891" cy="70419"/>
              </a:xfrm>
              <a:custGeom>
                <a:avLst/>
                <a:gdLst/>
                <a:ahLst/>
                <a:cxnLst/>
                <a:rect l="l" t="t" r="r" b="b"/>
                <a:pathLst>
                  <a:path w="2808" h="1229" extrusionOk="0">
                    <a:moveTo>
                      <a:pt x="0" y="1"/>
                    </a:moveTo>
                    <a:lnTo>
                      <a:pt x="0" y="1229"/>
                    </a:lnTo>
                    <a:lnTo>
                      <a:pt x="2807" y="1229"/>
                    </a:lnTo>
                    <a:lnTo>
                      <a:pt x="280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29"/>
              <p:cNvSpPr/>
              <p:nvPr/>
            </p:nvSpPr>
            <p:spPr>
              <a:xfrm>
                <a:off x="3438544" y="1983381"/>
                <a:ext cx="160891" cy="71908"/>
              </a:xfrm>
              <a:custGeom>
                <a:avLst/>
                <a:gdLst/>
                <a:ahLst/>
                <a:cxnLst/>
                <a:rect l="l" t="t" r="r" b="b"/>
                <a:pathLst>
                  <a:path w="2808" h="1255" extrusionOk="0">
                    <a:moveTo>
                      <a:pt x="0" y="1"/>
                    </a:moveTo>
                    <a:lnTo>
                      <a:pt x="0" y="1254"/>
                    </a:lnTo>
                    <a:lnTo>
                      <a:pt x="2807" y="1254"/>
                    </a:lnTo>
                    <a:lnTo>
                      <a:pt x="280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29"/>
              <p:cNvSpPr/>
              <p:nvPr/>
            </p:nvSpPr>
            <p:spPr>
              <a:xfrm>
                <a:off x="3438544" y="1900130"/>
                <a:ext cx="160891" cy="70419"/>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6" name="Google Shape;1966;p29"/>
          <p:cNvGrpSpPr/>
          <p:nvPr/>
        </p:nvGrpSpPr>
        <p:grpSpPr>
          <a:xfrm>
            <a:off x="5029673" y="1731871"/>
            <a:ext cx="980782" cy="877163"/>
            <a:chOff x="4808949" y="1731871"/>
            <a:chExt cx="980782" cy="877163"/>
          </a:xfrm>
        </p:grpSpPr>
        <p:sp>
          <p:nvSpPr>
            <p:cNvPr id="1967" name="Google Shape;1967;p29"/>
            <p:cNvSpPr/>
            <p:nvPr/>
          </p:nvSpPr>
          <p:spPr>
            <a:xfrm flipH="1">
              <a:off x="5701275" y="2520571"/>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29"/>
            <p:cNvSpPr/>
            <p:nvPr/>
          </p:nvSpPr>
          <p:spPr>
            <a:xfrm flipH="1">
              <a:off x="5701275" y="1841470"/>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9"/>
            <p:cNvSpPr/>
            <p:nvPr/>
          </p:nvSpPr>
          <p:spPr>
            <a:xfrm flipH="1">
              <a:off x="5701275" y="1820085"/>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29"/>
            <p:cNvSpPr/>
            <p:nvPr/>
          </p:nvSpPr>
          <p:spPr>
            <a:xfrm flipH="1">
              <a:off x="5022169" y="1820085"/>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29"/>
            <p:cNvSpPr/>
            <p:nvPr/>
          </p:nvSpPr>
          <p:spPr>
            <a:xfrm flipH="1">
              <a:off x="5000910" y="1820085"/>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29"/>
            <p:cNvSpPr/>
            <p:nvPr/>
          </p:nvSpPr>
          <p:spPr>
            <a:xfrm flipH="1">
              <a:off x="5000910" y="1862734"/>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29"/>
            <p:cNvSpPr/>
            <p:nvPr/>
          </p:nvSpPr>
          <p:spPr>
            <a:xfrm flipH="1">
              <a:off x="5000910" y="2520571"/>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29"/>
            <p:cNvSpPr/>
            <p:nvPr/>
          </p:nvSpPr>
          <p:spPr>
            <a:xfrm flipH="1">
              <a:off x="5043555" y="2520571"/>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29"/>
            <p:cNvSpPr/>
            <p:nvPr/>
          </p:nvSpPr>
          <p:spPr>
            <a:xfrm flipH="1">
              <a:off x="4909531" y="1731871"/>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29"/>
            <p:cNvSpPr/>
            <p:nvPr/>
          </p:nvSpPr>
          <p:spPr>
            <a:xfrm flipH="1">
              <a:off x="4842376" y="2283025"/>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29"/>
            <p:cNvSpPr/>
            <p:nvPr/>
          </p:nvSpPr>
          <p:spPr>
            <a:xfrm flipH="1">
              <a:off x="4808949" y="239262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29"/>
            <p:cNvSpPr/>
            <p:nvPr/>
          </p:nvSpPr>
          <p:spPr>
            <a:xfrm flipH="1">
              <a:off x="4809062" y="195106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29"/>
            <p:cNvSpPr/>
            <p:nvPr/>
          </p:nvSpPr>
          <p:spPr>
            <a:xfrm flipH="1">
              <a:off x="4833351" y="2042442"/>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0" name="Google Shape;1980;p29"/>
            <p:cNvGrpSpPr/>
            <p:nvPr/>
          </p:nvGrpSpPr>
          <p:grpSpPr>
            <a:xfrm>
              <a:off x="5122483" y="1943088"/>
              <a:ext cx="454767" cy="454767"/>
              <a:chOff x="5122483" y="1943088"/>
              <a:chExt cx="454767" cy="454767"/>
            </a:xfrm>
          </p:grpSpPr>
          <p:sp>
            <p:nvSpPr>
              <p:cNvPr id="1981" name="Google Shape;1981;p29"/>
              <p:cNvSpPr/>
              <p:nvPr/>
            </p:nvSpPr>
            <p:spPr>
              <a:xfrm>
                <a:off x="5122483" y="1943088"/>
                <a:ext cx="454767" cy="454767"/>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29"/>
              <p:cNvSpPr/>
              <p:nvPr/>
            </p:nvSpPr>
            <p:spPr>
              <a:xfrm>
                <a:off x="5122483" y="1943088"/>
                <a:ext cx="454767" cy="454767"/>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9525"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29"/>
              <p:cNvSpPr/>
              <p:nvPr/>
            </p:nvSpPr>
            <p:spPr>
              <a:xfrm>
                <a:off x="5219172" y="2039724"/>
                <a:ext cx="261442" cy="261442"/>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29"/>
              <p:cNvSpPr/>
              <p:nvPr/>
            </p:nvSpPr>
            <p:spPr>
              <a:xfrm>
                <a:off x="5219172" y="2039724"/>
                <a:ext cx="261442" cy="261442"/>
              </a:xfrm>
              <a:custGeom>
                <a:avLst/>
                <a:gdLst/>
                <a:ahLst/>
                <a:cxnLst/>
                <a:rect l="l" t="t" r="r" b="b"/>
                <a:pathLst>
                  <a:path w="4813" h="4813" fill="none" extrusionOk="0">
                    <a:moveTo>
                      <a:pt x="4812" y="2407"/>
                    </a:moveTo>
                    <a:cubicBezTo>
                      <a:pt x="4812" y="3735"/>
                      <a:pt x="3735" y="4813"/>
                      <a:pt x="2406" y="4813"/>
                    </a:cubicBezTo>
                    <a:cubicBezTo>
                      <a:pt x="1078" y="4813"/>
                      <a:pt x="0" y="3735"/>
                      <a:pt x="0" y="2407"/>
                    </a:cubicBezTo>
                    <a:cubicBezTo>
                      <a:pt x="0" y="1078"/>
                      <a:pt x="1078" y="1"/>
                      <a:pt x="2406" y="1"/>
                    </a:cubicBezTo>
                    <a:cubicBezTo>
                      <a:pt x="3735" y="1"/>
                      <a:pt x="4812" y="1078"/>
                      <a:pt x="4812" y="2407"/>
                    </a:cubicBezTo>
                    <a:close/>
                  </a:path>
                </a:pathLst>
              </a:custGeom>
              <a:noFill/>
              <a:ln w="4375"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29"/>
              <p:cNvSpPr/>
              <p:nvPr/>
            </p:nvSpPr>
            <p:spPr>
              <a:xfrm>
                <a:off x="5261379" y="2081930"/>
                <a:ext cx="177029" cy="177029"/>
              </a:xfrm>
              <a:custGeom>
                <a:avLst/>
                <a:gdLst/>
                <a:ahLst/>
                <a:cxnLst/>
                <a:rect l="l" t="t" r="r" b="b"/>
                <a:pathLst>
                  <a:path w="3259" h="3259" extrusionOk="0">
                    <a:moveTo>
                      <a:pt x="1629" y="1"/>
                    </a:moveTo>
                    <a:cubicBezTo>
                      <a:pt x="727" y="1"/>
                      <a:pt x="0" y="727"/>
                      <a:pt x="0" y="1630"/>
                    </a:cubicBezTo>
                    <a:cubicBezTo>
                      <a:pt x="0" y="2532"/>
                      <a:pt x="727" y="3259"/>
                      <a:pt x="1629" y="3259"/>
                    </a:cubicBezTo>
                    <a:cubicBezTo>
                      <a:pt x="2531" y="3259"/>
                      <a:pt x="3258" y="2532"/>
                      <a:pt x="3258" y="1630"/>
                    </a:cubicBezTo>
                    <a:cubicBezTo>
                      <a:pt x="3258" y="727"/>
                      <a:pt x="2531" y="1"/>
                      <a:pt x="16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9"/>
              <p:cNvSpPr/>
              <p:nvPr/>
            </p:nvSpPr>
            <p:spPr>
              <a:xfrm>
                <a:off x="5261379" y="2081930"/>
                <a:ext cx="177029" cy="177029"/>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noFill/>
              <a:ln w="4375"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87" name="Google Shape;1987;p29"/>
          <p:cNvGrpSpPr/>
          <p:nvPr/>
        </p:nvGrpSpPr>
        <p:grpSpPr>
          <a:xfrm>
            <a:off x="3133557" y="3269746"/>
            <a:ext cx="980670" cy="877163"/>
            <a:chOff x="3354270" y="3269746"/>
            <a:chExt cx="980670" cy="877163"/>
          </a:xfrm>
        </p:grpSpPr>
        <p:sp>
          <p:nvSpPr>
            <p:cNvPr id="1988" name="Google Shape;1988;p29"/>
            <p:cNvSpPr/>
            <p:nvPr/>
          </p:nvSpPr>
          <p:spPr>
            <a:xfrm>
              <a:off x="3442605" y="405844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29"/>
            <p:cNvSpPr/>
            <p:nvPr/>
          </p:nvSpPr>
          <p:spPr>
            <a:xfrm>
              <a:off x="3442605" y="337934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29"/>
            <p:cNvSpPr/>
            <p:nvPr/>
          </p:nvSpPr>
          <p:spPr>
            <a:xfrm>
              <a:off x="3442605" y="335796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9"/>
            <p:cNvSpPr/>
            <p:nvPr/>
          </p:nvSpPr>
          <p:spPr>
            <a:xfrm>
              <a:off x="3488170" y="335796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9"/>
            <p:cNvSpPr/>
            <p:nvPr/>
          </p:nvSpPr>
          <p:spPr>
            <a:xfrm>
              <a:off x="4142970" y="335796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9"/>
            <p:cNvSpPr/>
            <p:nvPr/>
          </p:nvSpPr>
          <p:spPr>
            <a:xfrm>
              <a:off x="4142970" y="340060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29"/>
            <p:cNvSpPr/>
            <p:nvPr/>
          </p:nvSpPr>
          <p:spPr>
            <a:xfrm>
              <a:off x="4142970" y="405844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29"/>
            <p:cNvSpPr/>
            <p:nvPr/>
          </p:nvSpPr>
          <p:spPr>
            <a:xfrm>
              <a:off x="3466906" y="405844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9"/>
            <p:cNvSpPr/>
            <p:nvPr/>
          </p:nvSpPr>
          <p:spPr>
            <a:xfrm>
              <a:off x="3354270" y="326974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9"/>
            <p:cNvSpPr/>
            <p:nvPr/>
          </p:nvSpPr>
          <p:spPr>
            <a:xfrm>
              <a:off x="4237469" y="382090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9"/>
            <p:cNvSpPr/>
            <p:nvPr/>
          </p:nvSpPr>
          <p:spPr>
            <a:xfrm>
              <a:off x="4234331" y="348894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29"/>
            <p:cNvSpPr/>
            <p:nvPr/>
          </p:nvSpPr>
          <p:spPr>
            <a:xfrm>
              <a:off x="4234344" y="358031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0" name="Google Shape;2000;p29"/>
            <p:cNvGrpSpPr/>
            <p:nvPr/>
          </p:nvGrpSpPr>
          <p:grpSpPr>
            <a:xfrm>
              <a:off x="3565463" y="3584713"/>
              <a:ext cx="454772" cy="247102"/>
              <a:chOff x="4045113" y="4372050"/>
              <a:chExt cx="454772" cy="247102"/>
            </a:xfrm>
          </p:grpSpPr>
          <p:sp>
            <p:nvSpPr>
              <p:cNvPr id="2001" name="Google Shape;2001;p29"/>
              <p:cNvSpPr/>
              <p:nvPr/>
            </p:nvSpPr>
            <p:spPr>
              <a:xfrm>
                <a:off x="4045113" y="4372050"/>
                <a:ext cx="454772" cy="247102"/>
              </a:xfrm>
              <a:custGeom>
                <a:avLst/>
                <a:gdLst/>
                <a:ahLst/>
                <a:cxnLst/>
                <a:rect l="l" t="t" r="r" b="b"/>
                <a:pathLst>
                  <a:path w="9826" h="5339" fill="none" extrusionOk="0">
                    <a:moveTo>
                      <a:pt x="9825" y="2682"/>
                    </a:moveTo>
                    <a:cubicBezTo>
                      <a:pt x="9825" y="2682"/>
                      <a:pt x="7645" y="5338"/>
                      <a:pt x="4913" y="5338"/>
                    </a:cubicBezTo>
                    <a:cubicBezTo>
                      <a:pt x="2206" y="5338"/>
                      <a:pt x="1" y="2682"/>
                      <a:pt x="1" y="2682"/>
                    </a:cubicBezTo>
                    <a:cubicBezTo>
                      <a:pt x="1" y="2682"/>
                      <a:pt x="2206" y="0"/>
                      <a:pt x="4913" y="0"/>
                    </a:cubicBezTo>
                    <a:cubicBezTo>
                      <a:pt x="7645" y="0"/>
                      <a:pt x="9825" y="2682"/>
                      <a:pt x="9825" y="2682"/>
                    </a:cubicBezTo>
                    <a:close/>
                  </a:path>
                </a:pathLst>
              </a:custGeom>
              <a:noFill/>
              <a:ln w="9525"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9"/>
              <p:cNvSpPr/>
              <p:nvPr/>
            </p:nvSpPr>
            <p:spPr>
              <a:xfrm>
                <a:off x="4152998" y="4376678"/>
                <a:ext cx="239003" cy="239003"/>
              </a:xfrm>
              <a:custGeom>
                <a:avLst/>
                <a:gdLst/>
                <a:ahLst/>
                <a:cxnLst/>
                <a:rect l="l" t="t" r="r" b="b"/>
                <a:pathLst>
                  <a:path w="5164" h="5164" extrusionOk="0">
                    <a:moveTo>
                      <a:pt x="2582" y="0"/>
                    </a:moveTo>
                    <a:cubicBezTo>
                      <a:pt x="1153" y="0"/>
                      <a:pt x="1" y="1153"/>
                      <a:pt x="1" y="2582"/>
                    </a:cubicBezTo>
                    <a:cubicBezTo>
                      <a:pt x="1" y="3985"/>
                      <a:pt x="1153" y="5163"/>
                      <a:pt x="2582" y="5163"/>
                    </a:cubicBezTo>
                    <a:cubicBezTo>
                      <a:pt x="4011" y="5163"/>
                      <a:pt x="5163" y="3985"/>
                      <a:pt x="5163" y="2582"/>
                    </a:cubicBezTo>
                    <a:cubicBezTo>
                      <a:pt x="5163" y="1153"/>
                      <a:pt x="4011" y="0"/>
                      <a:pt x="25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9"/>
              <p:cNvSpPr/>
              <p:nvPr/>
            </p:nvSpPr>
            <p:spPr>
              <a:xfrm>
                <a:off x="4152998" y="4376678"/>
                <a:ext cx="239003" cy="239003"/>
              </a:xfrm>
              <a:custGeom>
                <a:avLst/>
                <a:gdLst/>
                <a:ahLst/>
                <a:cxnLst/>
                <a:rect l="l" t="t" r="r" b="b"/>
                <a:pathLst>
                  <a:path w="5164" h="5164" fill="none" extrusionOk="0">
                    <a:moveTo>
                      <a:pt x="5163" y="2582"/>
                    </a:moveTo>
                    <a:cubicBezTo>
                      <a:pt x="5163" y="3985"/>
                      <a:pt x="4011" y="5163"/>
                      <a:pt x="2582" y="5163"/>
                    </a:cubicBezTo>
                    <a:cubicBezTo>
                      <a:pt x="1153" y="5163"/>
                      <a:pt x="1" y="3985"/>
                      <a:pt x="1" y="2582"/>
                    </a:cubicBezTo>
                    <a:cubicBezTo>
                      <a:pt x="1" y="1153"/>
                      <a:pt x="1153" y="0"/>
                      <a:pt x="2582" y="0"/>
                    </a:cubicBezTo>
                    <a:cubicBezTo>
                      <a:pt x="4011" y="0"/>
                      <a:pt x="5163" y="1153"/>
                      <a:pt x="5163" y="2582"/>
                    </a:cubicBezTo>
                    <a:close/>
                  </a:path>
                </a:pathLst>
              </a:custGeom>
              <a:noFill/>
              <a:ln w="4375"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9"/>
              <p:cNvSpPr/>
              <p:nvPr/>
            </p:nvSpPr>
            <p:spPr>
              <a:xfrm>
                <a:off x="4221450" y="4445131"/>
                <a:ext cx="102099" cy="102099"/>
              </a:xfrm>
              <a:custGeom>
                <a:avLst/>
                <a:gdLst/>
                <a:ahLst/>
                <a:cxnLst/>
                <a:rect l="l" t="t" r="r" b="b"/>
                <a:pathLst>
                  <a:path w="2206" h="2206" fill="none" extrusionOk="0">
                    <a:moveTo>
                      <a:pt x="2206" y="1103"/>
                    </a:moveTo>
                    <a:cubicBezTo>
                      <a:pt x="2206" y="1704"/>
                      <a:pt x="1705" y="2206"/>
                      <a:pt x="1103" y="2206"/>
                    </a:cubicBezTo>
                    <a:cubicBezTo>
                      <a:pt x="502" y="2206"/>
                      <a:pt x="0" y="1704"/>
                      <a:pt x="0" y="1103"/>
                    </a:cubicBezTo>
                    <a:cubicBezTo>
                      <a:pt x="0" y="476"/>
                      <a:pt x="502" y="0"/>
                      <a:pt x="1103" y="0"/>
                    </a:cubicBezTo>
                    <a:cubicBezTo>
                      <a:pt x="1705" y="0"/>
                      <a:pt x="2206" y="476"/>
                      <a:pt x="2206" y="1103"/>
                    </a:cubicBezTo>
                    <a:close/>
                  </a:path>
                </a:pathLst>
              </a:custGeom>
              <a:noFill/>
              <a:ln w="4375"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05" name="Google Shape;2005;p29"/>
          <p:cNvGrpSpPr/>
          <p:nvPr/>
        </p:nvGrpSpPr>
        <p:grpSpPr>
          <a:xfrm>
            <a:off x="5029786" y="3269746"/>
            <a:ext cx="980670" cy="877163"/>
            <a:chOff x="4809062" y="3269746"/>
            <a:chExt cx="980670" cy="877163"/>
          </a:xfrm>
        </p:grpSpPr>
        <p:sp>
          <p:nvSpPr>
            <p:cNvPr id="2006" name="Google Shape;2006;p29"/>
            <p:cNvSpPr/>
            <p:nvPr/>
          </p:nvSpPr>
          <p:spPr>
            <a:xfrm flipH="1">
              <a:off x="5701275" y="405844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29"/>
            <p:cNvSpPr/>
            <p:nvPr/>
          </p:nvSpPr>
          <p:spPr>
            <a:xfrm flipH="1">
              <a:off x="5701275" y="337934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29"/>
            <p:cNvSpPr/>
            <p:nvPr/>
          </p:nvSpPr>
          <p:spPr>
            <a:xfrm flipH="1">
              <a:off x="5701275" y="335796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9"/>
            <p:cNvSpPr/>
            <p:nvPr/>
          </p:nvSpPr>
          <p:spPr>
            <a:xfrm flipH="1">
              <a:off x="5022169" y="335796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29"/>
            <p:cNvSpPr/>
            <p:nvPr/>
          </p:nvSpPr>
          <p:spPr>
            <a:xfrm flipH="1">
              <a:off x="5000910" y="335796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29"/>
            <p:cNvSpPr/>
            <p:nvPr/>
          </p:nvSpPr>
          <p:spPr>
            <a:xfrm flipH="1">
              <a:off x="5000910" y="340060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29"/>
            <p:cNvSpPr/>
            <p:nvPr/>
          </p:nvSpPr>
          <p:spPr>
            <a:xfrm flipH="1">
              <a:off x="5000910" y="405844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29"/>
            <p:cNvSpPr/>
            <p:nvPr/>
          </p:nvSpPr>
          <p:spPr>
            <a:xfrm flipH="1">
              <a:off x="5043555" y="405844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29"/>
            <p:cNvSpPr/>
            <p:nvPr/>
          </p:nvSpPr>
          <p:spPr>
            <a:xfrm flipH="1">
              <a:off x="4909531" y="326974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29"/>
            <p:cNvSpPr/>
            <p:nvPr/>
          </p:nvSpPr>
          <p:spPr>
            <a:xfrm flipH="1">
              <a:off x="4809062" y="348894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29"/>
            <p:cNvSpPr/>
            <p:nvPr/>
          </p:nvSpPr>
          <p:spPr>
            <a:xfrm flipH="1">
              <a:off x="4833351" y="358031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7" name="Google Shape;2017;p29"/>
            <p:cNvGrpSpPr/>
            <p:nvPr/>
          </p:nvGrpSpPr>
          <p:grpSpPr>
            <a:xfrm>
              <a:off x="5122475" y="3525766"/>
              <a:ext cx="454750" cy="364987"/>
              <a:chOff x="5122475" y="3525766"/>
              <a:chExt cx="454750" cy="364987"/>
            </a:xfrm>
          </p:grpSpPr>
          <p:sp>
            <p:nvSpPr>
              <p:cNvPr id="2018" name="Google Shape;2018;p29"/>
              <p:cNvSpPr/>
              <p:nvPr/>
            </p:nvSpPr>
            <p:spPr>
              <a:xfrm>
                <a:off x="5304911" y="3681546"/>
                <a:ext cx="182496" cy="209207"/>
              </a:xfrm>
              <a:custGeom>
                <a:avLst/>
                <a:gdLst/>
                <a:ahLst/>
                <a:cxnLst/>
                <a:rect l="l" t="t" r="r" b="b"/>
                <a:pathLst>
                  <a:path w="3259" h="3736" fill="none" extrusionOk="0">
                    <a:moveTo>
                      <a:pt x="3259" y="928"/>
                    </a:moveTo>
                    <a:lnTo>
                      <a:pt x="3259" y="2808"/>
                    </a:lnTo>
                    <a:lnTo>
                      <a:pt x="1629" y="3735"/>
                    </a:lnTo>
                    <a:lnTo>
                      <a:pt x="0" y="2808"/>
                    </a:lnTo>
                    <a:lnTo>
                      <a:pt x="0" y="928"/>
                    </a:lnTo>
                    <a:lnTo>
                      <a:pt x="1629" y="1"/>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29"/>
              <p:cNvSpPr/>
              <p:nvPr/>
            </p:nvSpPr>
            <p:spPr>
              <a:xfrm>
                <a:off x="5122475" y="3681546"/>
                <a:ext cx="182496" cy="209207"/>
              </a:xfrm>
              <a:custGeom>
                <a:avLst/>
                <a:gdLst/>
                <a:ahLst/>
                <a:cxnLst/>
                <a:rect l="l" t="t" r="r" b="b"/>
                <a:pathLst>
                  <a:path w="3259" h="3736" extrusionOk="0">
                    <a:moveTo>
                      <a:pt x="1629" y="1"/>
                    </a:moveTo>
                    <a:lnTo>
                      <a:pt x="0" y="928"/>
                    </a:lnTo>
                    <a:lnTo>
                      <a:pt x="0" y="2808"/>
                    </a:lnTo>
                    <a:lnTo>
                      <a:pt x="1629" y="3735"/>
                    </a:lnTo>
                    <a:lnTo>
                      <a:pt x="3258" y="2808"/>
                    </a:lnTo>
                    <a:lnTo>
                      <a:pt x="3258" y="928"/>
                    </a:lnTo>
                    <a:lnTo>
                      <a:pt x="16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29"/>
              <p:cNvSpPr/>
              <p:nvPr/>
            </p:nvSpPr>
            <p:spPr>
              <a:xfrm>
                <a:off x="5122475" y="3681546"/>
                <a:ext cx="182496" cy="209207"/>
              </a:xfrm>
              <a:custGeom>
                <a:avLst/>
                <a:gdLst/>
                <a:ahLst/>
                <a:cxnLst/>
                <a:rect l="l" t="t" r="r" b="b"/>
                <a:pathLst>
                  <a:path w="3259" h="3736" fill="none" extrusionOk="0">
                    <a:moveTo>
                      <a:pt x="3258" y="928"/>
                    </a:moveTo>
                    <a:lnTo>
                      <a:pt x="3258" y="2808"/>
                    </a:lnTo>
                    <a:lnTo>
                      <a:pt x="1629" y="3735"/>
                    </a:lnTo>
                    <a:lnTo>
                      <a:pt x="0" y="2808"/>
                    </a:lnTo>
                    <a:lnTo>
                      <a:pt x="0" y="928"/>
                    </a:lnTo>
                    <a:lnTo>
                      <a:pt x="1629" y="1"/>
                    </a:lnTo>
                    <a:close/>
                  </a:path>
                </a:pathLst>
              </a:custGeom>
              <a:solidFill>
                <a:schemeClr val="accent2"/>
              </a:solid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29"/>
              <p:cNvSpPr/>
              <p:nvPr/>
            </p:nvSpPr>
            <p:spPr>
              <a:xfrm>
                <a:off x="5396129" y="3525766"/>
                <a:ext cx="181096" cy="209207"/>
              </a:xfrm>
              <a:custGeom>
                <a:avLst/>
                <a:gdLst/>
                <a:ahLst/>
                <a:cxnLst/>
                <a:rect l="l" t="t" r="r" b="b"/>
                <a:pathLst>
                  <a:path w="3234" h="3736" extrusionOk="0">
                    <a:moveTo>
                      <a:pt x="1630" y="1"/>
                    </a:moveTo>
                    <a:lnTo>
                      <a:pt x="0" y="928"/>
                    </a:lnTo>
                    <a:lnTo>
                      <a:pt x="0" y="2808"/>
                    </a:lnTo>
                    <a:lnTo>
                      <a:pt x="1630" y="3735"/>
                    </a:lnTo>
                    <a:lnTo>
                      <a:pt x="3234" y="2808"/>
                    </a:lnTo>
                    <a:lnTo>
                      <a:pt x="3234" y="928"/>
                    </a:lnTo>
                    <a:lnTo>
                      <a:pt x="163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29"/>
              <p:cNvSpPr/>
              <p:nvPr/>
            </p:nvSpPr>
            <p:spPr>
              <a:xfrm>
                <a:off x="5396129" y="3525766"/>
                <a:ext cx="181096" cy="209207"/>
              </a:xfrm>
              <a:custGeom>
                <a:avLst/>
                <a:gdLst/>
                <a:ahLst/>
                <a:cxnLst/>
                <a:rect l="l" t="t" r="r" b="b"/>
                <a:pathLst>
                  <a:path w="3234" h="3736" fill="none" extrusionOk="0">
                    <a:moveTo>
                      <a:pt x="3234" y="928"/>
                    </a:moveTo>
                    <a:lnTo>
                      <a:pt x="3234" y="2808"/>
                    </a:lnTo>
                    <a:lnTo>
                      <a:pt x="1630" y="3735"/>
                    </a:lnTo>
                    <a:lnTo>
                      <a:pt x="0" y="2808"/>
                    </a:lnTo>
                    <a:lnTo>
                      <a:pt x="0" y="928"/>
                    </a:lnTo>
                    <a:lnTo>
                      <a:pt x="1630" y="1"/>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3" name="Google Shape;2023;p29"/>
            <p:cNvSpPr/>
            <p:nvPr/>
          </p:nvSpPr>
          <p:spPr>
            <a:xfrm flipH="1">
              <a:off x="4842376" y="382090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4" name="Google Shape;2024;p29"/>
          <p:cNvGrpSpPr/>
          <p:nvPr/>
        </p:nvGrpSpPr>
        <p:grpSpPr>
          <a:xfrm>
            <a:off x="4010567" y="2217025"/>
            <a:ext cx="1117490" cy="1716075"/>
            <a:chOff x="4010560" y="2217025"/>
            <a:chExt cx="1117490" cy="1716075"/>
          </a:xfrm>
        </p:grpSpPr>
        <p:sp>
          <p:nvSpPr>
            <p:cNvPr id="2025" name="Google Shape;2025;p29"/>
            <p:cNvSpPr/>
            <p:nvPr/>
          </p:nvSpPr>
          <p:spPr>
            <a:xfrm>
              <a:off x="4114325" y="2391650"/>
              <a:ext cx="25" cy="1084800"/>
            </a:xfrm>
            <a:custGeom>
              <a:avLst/>
              <a:gdLst/>
              <a:ahLst/>
              <a:cxnLst/>
              <a:rect l="l" t="t" r="r" b="b"/>
              <a:pathLst>
                <a:path w="1" h="43392" fill="none" extrusionOk="0">
                  <a:moveTo>
                    <a:pt x="0" y="43391"/>
                  </a:moveTo>
                  <a:lnTo>
                    <a:pt x="0" y="0"/>
                  </a:lnTo>
                </a:path>
              </a:pathLst>
            </a:custGeom>
            <a:noFill/>
            <a:ln w="13125" cap="flat" cmpd="sng">
              <a:solidFill>
                <a:schemeClr val="accent4"/>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29"/>
            <p:cNvSpPr/>
            <p:nvPr/>
          </p:nvSpPr>
          <p:spPr>
            <a:xfrm>
              <a:off x="4626400" y="2217025"/>
              <a:ext cx="445675" cy="1608154"/>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noFill/>
            <a:ln w="13125" cap="flat" cmpd="sng">
              <a:solidFill>
                <a:schemeClr val="accent4"/>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9"/>
            <p:cNvSpPr/>
            <p:nvPr/>
          </p:nvSpPr>
          <p:spPr>
            <a:xfrm rot="-5400000">
              <a:off x="4432796" y="1794789"/>
              <a:ext cx="174625" cy="1019097"/>
            </a:xfrm>
            <a:custGeom>
              <a:avLst/>
              <a:gdLst/>
              <a:ahLst/>
              <a:cxnLst/>
              <a:rect l="l" t="t" r="r" b="b"/>
              <a:pathLst>
                <a:path w="6985" h="22279" fill="none" extrusionOk="0">
                  <a:moveTo>
                    <a:pt x="0" y="22278"/>
                  </a:moveTo>
                  <a:lnTo>
                    <a:pt x="6985" y="15294"/>
                  </a:lnTo>
                  <a:lnTo>
                    <a:pt x="6985" y="1"/>
                  </a:lnTo>
                </a:path>
              </a:pathLst>
            </a:custGeom>
            <a:noFill/>
            <a:ln w="13125" cap="flat" cmpd="sng">
              <a:solidFill>
                <a:schemeClr val="accent4"/>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9"/>
            <p:cNvSpPr/>
            <p:nvPr/>
          </p:nvSpPr>
          <p:spPr>
            <a:xfrm>
              <a:off x="5012675" y="2364500"/>
              <a:ext cx="59400" cy="59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9"/>
            <p:cNvSpPr/>
            <p:nvPr/>
          </p:nvSpPr>
          <p:spPr>
            <a:xfrm>
              <a:off x="5040950" y="3789100"/>
              <a:ext cx="59400" cy="59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30" name="Google Shape;2030;p29"/>
            <p:cNvCxnSpPr/>
            <p:nvPr/>
          </p:nvCxnSpPr>
          <p:spPr>
            <a:xfrm>
              <a:off x="4015950" y="3933100"/>
              <a:ext cx="1112100" cy="0"/>
            </a:xfrm>
            <a:prstGeom prst="straightConnector1">
              <a:avLst/>
            </a:prstGeom>
            <a:noFill/>
            <a:ln w="9525" cap="flat" cmpd="sng">
              <a:solidFill>
                <a:schemeClr val="dk2"/>
              </a:solidFill>
              <a:prstDash val="solid"/>
              <a:round/>
              <a:headEnd type="none" w="med" len="med"/>
              <a:tailEnd type="none" w="med" len="med"/>
            </a:ln>
          </p:spPr>
        </p:cxnSp>
        <p:sp>
          <p:nvSpPr>
            <p:cNvPr id="2031" name="Google Shape;2031;p29"/>
            <p:cNvSpPr/>
            <p:nvPr/>
          </p:nvSpPr>
          <p:spPr>
            <a:xfrm>
              <a:off x="4084638" y="3455000"/>
              <a:ext cx="59400" cy="59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9"/>
            <p:cNvSpPr/>
            <p:nvPr/>
          </p:nvSpPr>
          <p:spPr>
            <a:xfrm>
              <a:off x="4084638" y="2364500"/>
              <a:ext cx="59400" cy="59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28"/>
          <p:cNvSpPr txBox="1">
            <a:spLocks noGrp="1"/>
          </p:cNvSpPr>
          <p:nvPr>
            <p:ph type="title"/>
          </p:nvPr>
        </p:nvSpPr>
        <p:spPr>
          <a:xfrm>
            <a:off x="4914175" y="1305732"/>
            <a:ext cx="3509700" cy="5871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US" dirty="0" smtClean="0"/>
              <a:t>Phishing  attacks</a:t>
            </a:r>
            <a:endParaRPr dirty="0"/>
          </a:p>
        </p:txBody>
      </p:sp>
      <p:sp>
        <p:nvSpPr>
          <p:cNvPr id="1912" name="Google Shape;1912;p28"/>
          <p:cNvSpPr txBox="1">
            <a:spLocks noGrp="1"/>
          </p:cNvSpPr>
          <p:nvPr>
            <p:ph type="subTitle" idx="1"/>
          </p:nvPr>
        </p:nvSpPr>
        <p:spPr>
          <a:xfrm>
            <a:off x="3456122" y="1968282"/>
            <a:ext cx="4967753" cy="2236350"/>
          </a:xfrm>
          <a:prstGeom prst="rect">
            <a:avLst/>
          </a:prstGeom>
        </p:spPr>
        <p:txBody>
          <a:bodyPr spcFirstLastPara="1" wrap="square" lIns="0" tIns="0" rIns="0" bIns="0" anchor="ctr" anchorCtr="0">
            <a:noAutofit/>
          </a:bodyPr>
          <a:lstStyle/>
          <a:p>
            <a:r>
              <a:rPr lang="en-US" dirty="0"/>
              <a:t>Phishing is a type of </a:t>
            </a:r>
            <a:r>
              <a:rPr lang="en-US" dirty="0">
                <a:hlinkClick r:id="rId3"/>
              </a:rPr>
              <a:t>social engineering attack</a:t>
            </a:r>
            <a:r>
              <a:rPr lang="en-US" dirty="0"/>
              <a:t> often used to steal user data, including login credentials and credit card numbers. It occurs when an attacker, masquerading as a trusted entity, dupes a victim into opening an email, instant message, or text message. The recipient is then tricked into clicking a </a:t>
            </a:r>
            <a:r>
              <a:rPr lang="en-US" dirty="0">
                <a:hlinkClick r:id="rId4"/>
              </a:rPr>
              <a:t>malicious</a:t>
            </a:r>
            <a:r>
              <a:rPr lang="en-US" dirty="0"/>
              <a:t> link, which can lead to the installation of malware, the freezing of the system as part of a </a:t>
            </a:r>
            <a:r>
              <a:rPr lang="en-US" dirty="0">
                <a:hlinkClick r:id="rId5"/>
              </a:rPr>
              <a:t>ransomware attack</a:t>
            </a:r>
            <a:r>
              <a:rPr lang="en-US" dirty="0"/>
              <a:t> or the revealing of </a:t>
            </a:r>
            <a:r>
              <a:rPr lang="en-US" dirty="0">
                <a:hlinkClick r:id="rId6"/>
              </a:rPr>
              <a:t>sensitive information</a:t>
            </a:r>
            <a:r>
              <a:rPr lang="en-US" dirty="0"/>
              <a:t>.</a:t>
            </a:r>
            <a:endParaRPr lang="en-IN" dirty="0"/>
          </a:p>
        </p:txBody>
      </p:sp>
      <p:sp>
        <p:nvSpPr>
          <p:cNvPr id="23" name="Google Shape;13349;p69"/>
          <p:cNvSpPr/>
          <p:nvPr/>
        </p:nvSpPr>
        <p:spPr>
          <a:xfrm>
            <a:off x="1725671" y="2138473"/>
            <a:ext cx="568079" cy="558233"/>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13350;p69"/>
          <p:cNvGrpSpPr/>
          <p:nvPr/>
        </p:nvGrpSpPr>
        <p:grpSpPr>
          <a:xfrm>
            <a:off x="2525179" y="2138473"/>
            <a:ext cx="574481" cy="558233"/>
            <a:chOff x="812101" y="2571761"/>
            <a:chExt cx="417066" cy="417024"/>
          </a:xfrm>
          <a:solidFill>
            <a:schemeClr val="tx1"/>
          </a:solidFill>
        </p:grpSpPr>
        <p:sp>
          <p:nvSpPr>
            <p:cNvPr id="25" name="Google Shape;13351;p69"/>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352;p69"/>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353;p69"/>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354;p69"/>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13360;p69"/>
          <p:cNvSpPr/>
          <p:nvPr/>
        </p:nvSpPr>
        <p:spPr>
          <a:xfrm>
            <a:off x="1725671" y="2956645"/>
            <a:ext cx="568079" cy="497861"/>
          </a:xfrm>
          <a:custGeom>
            <a:avLst/>
            <a:gdLst/>
            <a:ahLst/>
            <a:cxnLst/>
            <a:rect l="l" t="t" r="r" b="b"/>
            <a:pathLst>
              <a:path w="20081" h="16377" extrusionOk="0">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13361;p69"/>
          <p:cNvGrpSpPr/>
          <p:nvPr/>
        </p:nvGrpSpPr>
        <p:grpSpPr>
          <a:xfrm>
            <a:off x="2525178" y="2880768"/>
            <a:ext cx="574481" cy="567605"/>
            <a:chOff x="2344476" y="2571761"/>
            <a:chExt cx="417671" cy="417045"/>
          </a:xfrm>
          <a:solidFill>
            <a:schemeClr val="tx1"/>
          </a:solidFill>
        </p:grpSpPr>
        <p:sp>
          <p:nvSpPr>
            <p:cNvPr id="31" name="Google Shape;13362;p69"/>
            <p:cNvSpPr/>
            <p:nvPr/>
          </p:nvSpPr>
          <p:spPr>
            <a:xfrm>
              <a:off x="2344476" y="2571761"/>
              <a:ext cx="417671" cy="417045"/>
            </a:xfrm>
            <a:custGeom>
              <a:avLst/>
              <a:gdLst/>
              <a:ahLst/>
              <a:cxnLst/>
              <a:rect l="l" t="t" r="r" b="b"/>
              <a:pathLst>
                <a:path w="20013" h="19983" extrusionOk="0">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363;p69"/>
            <p:cNvSpPr/>
            <p:nvPr/>
          </p:nvSpPr>
          <p:spPr>
            <a:xfrm>
              <a:off x="2421672" y="2657388"/>
              <a:ext cx="260625" cy="243636"/>
            </a:xfrm>
            <a:custGeom>
              <a:avLst/>
              <a:gdLst/>
              <a:ahLst/>
              <a:cxnLst/>
              <a:rect l="l" t="t" r="r" b="b"/>
              <a:pathLst>
                <a:path w="12488" h="11674" extrusionOk="0">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436433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28"/>
          <p:cNvSpPr txBox="1">
            <a:spLocks noGrp="1"/>
          </p:cNvSpPr>
          <p:nvPr>
            <p:ph type="title"/>
          </p:nvPr>
        </p:nvSpPr>
        <p:spPr>
          <a:xfrm>
            <a:off x="4572000" y="1600200"/>
            <a:ext cx="3852000" cy="5871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US" dirty="0" smtClean="0"/>
              <a:t>Man In the middle ATTACK</a:t>
            </a:r>
            <a:endParaRPr dirty="0"/>
          </a:p>
        </p:txBody>
      </p:sp>
      <p:sp>
        <p:nvSpPr>
          <p:cNvPr id="1912" name="Google Shape;1912;p28"/>
          <p:cNvSpPr txBox="1">
            <a:spLocks noGrp="1"/>
          </p:cNvSpPr>
          <p:nvPr>
            <p:ph type="subTitle" idx="1"/>
          </p:nvPr>
        </p:nvSpPr>
        <p:spPr>
          <a:xfrm>
            <a:off x="4060556" y="2515693"/>
            <a:ext cx="4340743" cy="1493400"/>
          </a:xfrm>
          <a:prstGeom prst="rect">
            <a:avLst/>
          </a:prstGeom>
        </p:spPr>
        <p:txBody>
          <a:bodyPr spcFirstLastPara="1" wrap="square" lIns="0" tIns="0" rIns="0" bIns="0" anchor="ctr" anchorCtr="0">
            <a:noAutofit/>
          </a:bodyPr>
          <a:lstStyle/>
          <a:p>
            <a:r>
              <a:rPr lang="en-US" dirty="0"/>
              <a:t>A man-in-the-middle attack requires three players. There’s the victim, the entity with which the victim is trying to communicate, and the “man in the middle,” who’s intercepting the victim’s communications. Critical to the scenario is that the victim isn’t aware of the man in the middle.</a:t>
            </a:r>
            <a:endParaRPr lang="en-IN" dirty="0"/>
          </a:p>
        </p:txBody>
      </p:sp>
      <p:grpSp>
        <p:nvGrpSpPr>
          <p:cNvPr id="23" name="Google Shape;13306;p69"/>
          <p:cNvGrpSpPr/>
          <p:nvPr/>
        </p:nvGrpSpPr>
        <p:grpSpPr>
          <a:xfrm>
            <a:off x="1898801" y="2296879"/>
            <a:ext cx="1045877" cy="965514"/>
            <a:chOff x="6679825" y="2693700"/>
            <a:chExt cx="257875" cy="258575"/>
          </a:xfrm>
          <a:solidFill>
            <a:schemeClr val="tx1"/>
          </a:solidFill>
        </p:grpSpPr>
        <p:sp>
          <p:nvSpPr>
            <p:cNvPr id="24" name="Google Shape;13307;p69"/>
            <p:cNvSpPr/>
            <p:nvPr/>
          </p:nvSpPr>
          <p:spPr>
            <a:xfrm>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308;p69"/>
            <p:cNvSpPr/>
            <p:nvPr/>
          </p:nvSpPr>
          <p:spPr>
            <a:xfrm flipH="1">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28"/>
          <p:cNvSpPr txBox="1">
            <a:spLocks noGrp="1"/>
          </p:cNvSpPr>
          <p:nvPr>
            <p:ph type="title"/>
          </p:nvPr>
        </p:nvSpPr>
        <p:spPr>
          <a:xfrm>
            <a:off x="4914300" y="1600200"/>
            <a:ext cx="3509700" cy="5871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US" dirty="0" smtClean="0"/>
              <a:t>Password attack</a:t>
            </a:r>
            <a:endParaRPr dirty="0"/>
          </a:p>
        </p:txBody>
      </p:sp>
      <p:sp>
        <p:nvSpPr>
          <p:cNvPr id="1912" name="Google Shape;1912;p28"/>
          <p:cNvSpPr txBox="1">
            <a:spLocks noGrp="1"/>
          </p:cNvSpPr>
          <p:nvPr>
            <p:ph type="subTitle" idx="1"/>
          </p:nvPr>
        </p:nvSpPr>
        <p:spPr>
          <a:xfrm>
            <a:off x="4207790" y="2278251"/>
            <a:ext cx="4216085" cy="1786899"/>
          </a:xfrm>
          <a:prstGeom prst="rect">
            <a:avLst/>
          </a:prstGeom>
        </p:spPr>
        <p:txBody>
          <a:bodyPr spcFirstLastPara="1" wrap="square" lIns="0" tIns="0" rIns="0" bIns="0" anchor="ctr" anchorCtr="0">
            <a:noAutofit/>
          </a:bodyPr>
          <a:lstStyle/>
          <a:p>
            <a:r>
              <a:rPr lang="en-US" dirty="0"/>
              <a:t>Password attacks are one of the most common forms of corporate and personal data breach. A password attack is simply when a hacker tries to steal your </a:t>
            </a:r>
            <a:r>
              <a:rPr lang="en-US" dirty="0" smtClean="0"/>
              <a:t>password.</a:t>
            </a:r>
            <a:endParaRPr lang="en-IN" b="1" dirty="0">
              <a:solidFill>
                <a:schemeClr val="tx1"/>
              </a:solidFill>
            </a:endParaRPr>
          </a:p>
        </p:txBody>
      </p:sp>
      <p:grpSp>
        <p:nvGrpSpPr>
          <p:cNvPr id="23" name="Google Shape;12210;p66"/>
          <p:cNvGrpSpPr/>
          <p:nvPr/>
        </p:nvGrpSpPr>
        <p:grpSpPr>
          <a:xfrm>
            <a:off x="2007369" y="2448733"/>
            <a:ext cx="821071" cy="805912"/>
            <a:chOff x="-32243500" y="2299850"/>
            <a:chExt cx="300900" cy="290275"/>
          </a:xfrm>
          <a:solidFill>
            <a:schemeClr val="tx1"/>
          </a:solidFill>
        </p:grpSpPr>
        <p:sp>
          <p:nvSpPr>
            <p:cNvPr id="24" name="Google Shape;12211;p66"/>
            <p:cNvSpPr/>
            <p:nvPr/>
          </p:nvSpPr>
          <p:spPr>
            <a:xfrm>
              <a:off x="-32243500" y="2299850"/>
              <a:ext cx="300900" cy="290275"/>
            </a:xfrm>
            <a:custGeom>
              <a:avLst/>
              <a:gdLst/>
              <a:ahLst/>
              <a:cxnLst/>
              <a:rect l="l" t="t" r="r" b="b"/>
              <a:pathLst>
                <a:path w="12036" h="11611" extrusionOk="0">
                  <a:moveTo>
                    <a:pt x="7955" y="654"/>
                  </a:moveTo>
                  <a:cubicBezTo>
                    <a:pt x="8743" y="654"/>
                    <a:pt x="9531" y="946"/>
                    <a:pt x="10114" y="1529"/>
                  </a:cubicBezTo>
                  <a:cubicBezTo>
                    <a:pt x="11311" y="2726"/>
                    <a:pt x="11311" y="4679"/>
                    <a:pt x="10114" y="5876"/>
                  </a:cubicBezTo>
                  <a:cubicBezTo>
                    <a:pt x="9540" y="6450"/>
                    <a:pt x="8752" y="6766"/>
                    <a:pt x="7951" y="6766"/>
                  </a:cubicBezTo>
                  <a:cubicBezTo>
                    <a:pt x="7565" y="6766"/>
                    <a:pt x="7175" y="6692"/>
                    <a:pt x="6806" y="6538"/>
                  </a:cubicBezTo>
                  <a:cubicBezTo>
                    <a:pt x="6759" y="6526"/>
                    <a:pt x="6709" y="6519"/>
                    <a:pt x="6661" y="6519"/>
                  </a:cubicBezTo>
                  <a:cubicBezTo>
                    <a:pt x="6577" y="6519"/>
                    <a:pt x="6499" y="6541"/>
                    <a:pt x="6459" y="6601"/>
                  </a:cubicBezTo>
                  <a:lnTo>
                    <a:pt x="5545" y="7514"/>
                  </a:lnTo>
                  <a:lnTo>
                    <a:pt x="4726" y="7514"/>
                  </a:lnTo>
                  <a:cubicBezTo>
                    <a:pt x="4537" y="7514"/>
                    <a:pt x="4380" y="7672"/>
                    <a:pt x="4380" y="7861"/>
                  </a:cubicBezTo>
                  <a:lnTo>
                    <a:pt x="4380" y="8460"/>
                  </a:lnTo>
                  <a:lnTo>
                    <a:pt x="3907" y="8428"/>
                  </a:lnTo>
                  <a:cubicBezTo>
                    <a:pt x="3813" y="8428"/>
                    <a:pt x="3687" y="8428"/>
                    <a:pt x="3655" y="8491"/>
                  </a:cubicBezTo>
                  <a:cubicBezTo>
                    <a:pt x="3592" y="8554"/>
                    <a:pt x="3529" y="8649"/>
                    <a:pt x="3529" y="8743"/>
                  </a:cubicBezTo>
                  <a:lnTo>
                    <a:pt x="3466" y="9531"/>
                  </a:lnTo>
                  <a:lnTo>
                    <a:pt x="2678" y="9594"/>
                  </a:lnTo>
                  <a:cubicBezTo>
                    <a:pt x="2584" y="9594"/>
                    <a:pt x="2521" y="9657"/>
                    <a:pt x="2426" y="9720"/>
                  </a:cubicBezTo>
                  <a:cubicBezTo>
                    <a:pt x="2395" y="9814"/>
                    <a:pt x="2363" y="9877"/>
                    <a:pt x="2363" y="9972"/>
                  </a:cubicBezTo>
                  <a:lnTo>
                    <a:pt x="2426" y="10665"/>
                  </a:lnTo>
                  <a:lnTo>
                    <a:pt x="2174" y="10949"/>
                  </a:lnTo>
                  <a:lnTo>
                    <a:pt x="694" y="10949"/>
                  </a:lnTo>
                  <a:lnTo>
                    <a:pt x="694" y="9499"/>
                  </a:lnTo>
                  <a:lnTo>
                    <a:pt x="757" y="9499"/>
                  </a:lnTo>
                  <a:lnTo>
                    <a:pt x="5041" y="5215"/>
                  </a:lnTo>
                  <a:cubicBezTo>
                    <a:pt x="5104" y="5120"/>
                    <a:pt x="5167" y="4963"/>
                    <a:pt x="5104" y="4837"/>
                  </a:cubicBezTo>
                  <a:cubicBezTo>
                    <a:pt x="4695" y="3702"/>
                    <a:pt x="4947" y="2411"/>
                    <a:pt x="5797" y="1529"/>
                  </a:cubicBezTo>
                  <a:cubicBezTo>
                    <a:pt x="6380" y="946"/>
                    <a:pt x="7168" y="654"/>
                    <a:pt x="7955" y="654"/>
                  </a:cubicBezTo>
                  <a:close/>
                  <a:moveTo>
                    <a:pt x="7936" y="1"/>
                  </a:moveTo>
                  <a:cubicBezTo>
                    <a:pt x="6971" y="1"/>
                    <a:pt x="6002" y="363"/>
                    <a:pt x="5262" y="1088"/>
                  </a:cubicBezTo>
                  <a:cubicBezTo>
                    <a:pt x="4285" y="2096"/>
                    <a:pt x="3939" y="3576"/>
                    <a:pt x="4380" y="4931"/>
                  </a:cubicBezTo>
                  <a:lnTo>
                    <a:pt x="126" y="9184"/>
                  </a:lnTo>
                  <a:cubicBezTo>
                    <a:pt x="32" y="9247"/>
                    <a:pt x="0" y="9342"/>
                    <a:pt x="0" y="9405"/>
                  </a:cubicBezTo>
                  <a:lnTo>
                    <a:pt x="0" y="11358"/>
                  </a:lnTo>
                  <a:cubicBezTo>
                    <a:pt x="32" y="11453"/>
                    <a:pt x="189" y="11610"/>
                    <a:pt x="379" y="11610"/>
                  </a:cubicBezTo>
                  <a:lnTo>
                    <a:pt x="2332" y="11610"/>
                  </a:lnTo>
                  <a:cubicBezTo>
                    <a:pt x="2395" y="11610"/>
                    <a:pt x="2521" y="11579"/>
                    <a:pt x="2552" y="11516"/>
                  </a:cubicBezTo>
                  <a:lnTo>
                    <a:pt x="3025" y="11043"/>
                  </a:lnTo>
                  <a:cubicBezTo>
                    <a:pt x="3119" y="10949"/>
                    <a:pt x="3151" y="10823"/>
                    <a:pt x="3119" y="10759"/>
                  </a:cubicBezTo>
                  <a:lnTo>
                    <a:pt x="3025" y="10255"/>
                  </a:lnTo>
                  <a:lnTo>
                    <a:pt x="3750" y="10161"/>
                  </a:lnTo>
                  <a:cubicBezTo>
                    <a:pt x="3907" y="10161"/>
                    <a:pt x="4002" y="10003"/>
                    <a:pt x="4065" y="9846"/>
                  </a:cubicBezTo>
                  <a:lnTo>
                    <a:pt x="4128" y="9153"/>
                  </a:lnTo>
                  <a:lnTo>
                    <a:pt x="4663" y="9216"/>
                  </a:lnTo>
                  <a:cubicBezTo>
                    <a:pt x="4726" y="9216"/>
                    <a:pt x="4852" y="9216"/>
                    <a:pt x="4915" y="9153"/>
                  </a:cubicBezTo>
                  <a:cubicBezTo>
                    <a:pt x="5010" y="9058"/>
                    <a:pt x="5041" y="8995"/>
                    <a:pt x="5041" y="8901"/>
                  </a:cubicBezTo>
                  <a:lnTo>
                    <a:pt x="5041" y="8271"/>
                  </a:lnTo>
                  <a:lnTo>
                    <a:pt x="5671" y="8271"/>
                  </a:lnTo>
                  <a:cubicBezTo>
                    <a:pt x="5734" y="8271"/>
                    <a:pt x="5829" y="8239"/>
                    <a:pt x="5892" y="8145"/>
                  </a:cubicBezTo>
                  <a:lnTo>
                    <a:pt x="6774" y="7325"/>
                  </a:lnTo>
                  <a:cubicBezTo>
                    <a:pt x="7153" y="7452"/>
                    <a:pt x="7548" y="7514"/>
                    <a:pt x="7941" y="7514"/>
                  </a:cubicBezTo>
                  <a:cubicBezTo>
                    <a:pt x="8920" y="7514"/>
                    <a:pt x="9889" y="7131"/>
                    <a:pt x="10586" y="6412"/>
                  </a:cubicBezTo>
                  <a:cubicBezTo>
                    <a:pt x="12035" y="4963"/>
                    <a:pt x="12035" y="2568"/>
                    <a:pt x="10586" y="1088"/>
                  </a:cubicBezTo>
                  <a:cubicBezTo>
                    <a:pt x="9862" y="363"/>
                    <a:pt x="8901" y="1"/>
                    <a:pt x="79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2212;p66"/>
            <p:cNvSpPr/>
            <p:nvPr/>
          </p:nvSpPr>
          <p:spPr>
            <a:xfrm>
              <a:off x="-32048175" y="2342775"/>
              <a:ext cx="55950" cy="51025"/>
            </a:xfrm>
            <a:custGeom>
              <a:avLst/>
              <a:gdLst/>
              <a:ahLst/>
              <a:cxnLst/>
              <a:rect l="l" t="t" r="r" b="b"/>
              <a:pathLst>
                <a:path w="2238" h="2041" extrusionOk="0">
                  <a:moveTo>
                    <a:pt x="1119" y="662"/>
                  </a:moveTo>
                  <a:cubicBezTo>
                    <a:pt x="1206" y="662"/>
                    <a:pt x="1292" y="694"/>
                    <a:pt x="1355" y="757"/>
                  </a:cubicBezTo>
                  <a:cubicBezTo>
                    <a:pt x="1481" y="883"/>
                    <a:pt x="1481" y="1135"/>
                    <a:pt x="1355" y="1229"/>
                  </a:cubicBezTo>
                  <a:cubicBezTo>
                    <a:pt x="1292" y="1292"/>
                    <a:pt x="1206" y="1324"/>
                    <a:pt x="1119" y="1324"/>
                  </a:cubicBezTo>
                  <a:cubicBezTo>
                    <a:pt x="1032" y="1324"/>
                    <a:pt x="946" y="1292"/>
                    <a:pt x="883" y="1229"/>
                  </a:cubicBezTo>
                  <a:cubicBezTo>
                    <a:pt x="725" y="1135"/>
                    <a:pt x="725" y="914"/>
                    <a:pt x="883" y="757"/>
                  </a:cubicBezTo>
                  <a:cubicBezTo>
                    <a:pt x="946" y="694"/>
                    <a:pt x="1032" y="662"/>
                    <a:pt x="1119" y="662"/>
                  </a:cubicBezTo>
                  <a:close/>
                  <a:moveTo>
                    <a:pt x="1115" y="1"/>
                  </a:moveTo>
                  <a:cubicBezTo>
                    <a:pt x="851" y="1"/>
                    <a:pt x="584" y="95"/>
                    <a:pt x="379" y="284"/>
                  </a:cubicBezTo>
                  <a:cubicBezTo>
                    <a:pt x="1" y="694"/>
                    <a:pt x="1" y="1355"/>
                    <a:pt x="379" y="1733"/>
                  </a:cubicBezTo>
                  <a:cubicBezTo>
                    <a:pt x="599" y="1938"/>
                    <a:pt x="867" y="2041"/>
                    <a:pt x="1127" y="2041"/>
                  </a:cubicBezTo>
                  <a:cubicBezTo>
                    <a:pt x="1387" y="2041"/>
                    <a:pt x="1639" y="1938"/>
                    <a:pt x="1828" y="1733"/>
                  </a:cubicBezTo>
                  <a:cubicBezTo>
                    <a:pt x="2238" y="1355"/>
                    <a:pt x="2238" y="694"/>
                    <a:pt x="1828" y="284"/>
                  </a:cubicBezTo>
                  <a:cubicBezTo>
                    <a:pt x="1639" y="95"/>
                    <a:pt x="1379" y="1"/>
                    <a:pt x="11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13193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25"/>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smtClean="0">
                <a:latin typeface="Bebas Neue"/>
                <a:ea typeface="Bebas Neue"/>
                <a:cs typeface="Bebas Neue"/>
                <a:sym typeface="Bebas Neue"/>
              </a:rPr>
              <a:t>Advanced Persistent Threat (APT)</a:t>
            </a:r>
            <a:endParaRPr dirty="0">
              <a:latin typeface="Bebas Neue"/>
              <a:ea typeface="Bebas Neue"/>
              <a:cs typeface="Bebas Neue"/>
              <a:sym typeface="Bebas Neue"/>
            </a:endParaRPr>
          </a:p>
        </p:txBody>
      </p:sp>
      <p:sp>
        <p:nvSpPr>
          <p:cNvPr id="1878" name="Google Shape;1878;p25"/>
          <p:cNvSpPr txBox="1">
            <a:spLocks noGrp="1"/>
          </p:cNvSpPr>
          <p:nvPr>
            <p:ph type="body" idx="1"/>
          </p:nvPr>
        </p:nvSpPr>
        <p:spPr>
          <a:xfrm>
            <a:off x="720000" y="1175517"/>
            <a:ext cx="7704000" cy="3326700"/>
          </a:xfrm>
          <a:prstGeom prst="rect">
            <a:avLst/>
          </a:prstGeom>
        </p:spPr>
        <p:txBody>
          <a:bodyPr spcFirstLastPara="1" wrap="square" lIns="0" tIns="0" rIns="0" bIns="0" anchor="t" anchorCtr="0">
            <a:noAutofit/>
          </a:bodyPr>
          <a:lstStyle/>
          <a:p>
            <a:pPr marL="0" lvl="0" indent="0">
              <a:buNone/>
            </a:pPr>
            <a:r>
              <a:rPr lang="en-US" sz="1600" dirty="0"/>
              <a:t>An advanced persistent threat (APT) is a broad term used to describe an attack campaign in which an intruder, or team of intruders, </a:t>
            </a:r>
            <a:r>
              <a:rPr lang="en-US" sz="1600" dirty="0" smtClean="0"/>
              <a:t>establishes </a:t>
            </a:r>
            <a:r>
              <a:rPr lang="en-US" sz="1600" dirty="0"/>
              <a:t>an illicit, long-term presence on a network in order to mine highly sensitive data. Many a times public sectors companies and large corporations face this threat </a:t>
            </a:r>
            <a:r>
              <a:rPr lang="en-US" sz="1600" dirty="0" smtClean="0"/>
              <a:t>.</a:t>
            </a:r>
            <a:endParaRPr lang="en-US" sz="1600" dirty="0" smtClean="0">
              <a:solidFill>
                <a:schemeClr val="tx1"/>
              </a:solidFill>
              <a:latin typeface="Inter"/>
            </a:endParaRPr>
          </a:p>
          <a:p>
            <a:pPr marL="127000" indent="0">
              <a:buNone/>
            </a:pPr>
            <a:endParaRPr lang="en-US" sz="1600" dirty="0" smtClean="0">
              <a:solidFill>
                <a:schemeClr val="tx1"/>
              </a:solidFill>
              <a:latin typeface="Inter"/>
            </a:endParaRPr>
          </a:p>
          <a:p>
            <a:pPr marL="127000" indent="0">
              <a:buNone/>
            </a:pPr>
            <a:r>
              <a:rPr lang="en-US" sz="1600" dirty="0"/>
              <a:t>APT attacks differ from traditional web application threats, in that:</a:t>
            </a:r>
          </a:p>
          <a:p>
            <a:pPr marL="127000" indent="0">
              <a:buNone/>
            </a:pPr>
            <a:endParaRPr lang="en-US" sz="1600" dirty="0"/>
          </a:p>
          <a:p>
            <a:pPr>
              <a:buFont typeface="Wingdings" panose="05000000000000000000" pitchFamily="2" charset="2"/>
              <a:buChar char="§"/>
            </a:pPr>
            <a:r>
              <a:rPr lang="en-US" sz="1600" dirty="0"/>
              <a:t>They’re significantly more complex.</a:t>
            </a:r>
          </a:p>
          <a:p>
            <a:pPr>
              <a:buFont typeface="Wingdings" panose="05000000000000000000" pitchFamily="2" charset="2"/>
              <a:buChar char="§"/>
            </a:pPr>
            <a:r>
              <a:rPr lang="en-US" sz="1600" dirty="0"/>
              <a:t>They’re not hit and run attacks—once a network is infiltrated, the perpetrator remains in order to attain as much information as possible.</a:t>
            </a:r>
          </a:p>
          <a:p>
            <a:pPr>
              <a:buFont typeface="Wingdings" panose="05000000000000000000" pitchFamily="2" charset="2"/>
              <a:buChar char="§"/>
            </a:pPr>
            <a:r>
              <a:rPr lang="en-US" sz="1600" dirty="0"/>
              <a:t>They’re manually executed (not automated) against a specific mark and indiscriminately launched against a large pool of targets.</a:t>
            </a:r>
          </a:p>
          <a:p>
            <a:pPr>
              <a:buFont typeface="Wingdings" panose="05000000000000000000" pitchFamily="2" charset="2"/>
              <a:buChar char="§"/>
            </a:pPr>
            <a:r>
              <a:rPr lang="en-US" sz="1600" dirty="0"/>
              <a:t>They often aim to infiltrate an entire network, as opposed to one specific part.</a:t>
            </a:r>
          </a:p>
          <a:p>
            <a:pPr marL="0" lvl="0" indent="0">
              <a:buNone/>
            </a:pPr>
            <a:endParaRPr sz="1600" dirty="0"/>
          </a:p>
        </p:txBody>
      </p:sp>
    </p:spTree>
    <p:extLst>
      <p:ext uri="{BB962C8B-B14F-4D97-AF65-F5344CB8AC3E}">
        <p14:creationId xmlns:p14="http://schemas.microsoft.com/office/powerpoint/2010/main" val="29788132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9"/>
        <p:cNvGrpSpPr/>
        <p:nvPr/>
      </p:nvGrpSpPr>
      <p:grpSpPr>
        <a:xfrm>
          <a:off x="0" y="0"/>
          <a:ext cx="0" cy="0"/>
          <a:chOff x="0" y="0"/>
          <a:chExt cx="0" cy="0"/>
        </a:xfrm>
      </p:grpSpPr>
      <p:sp>
        <p:nvSpPr>
          <p:cNvPr id="2050" name="Google Shape;2050;p32"/>
          <p:cNvSpPr txBox="1">
            <a:spLocks noGrp="1"/>
          </p:cNvSpPr>
          <p:nvPr>
            <p:ph type="title"/>
          </p:nvPr>
        </p:nvSpPr>
        <p:spPr>
          <a:xfrm>
            <a:off x="720124" y="1639950"/>
            <a:ext cx="4439173" cy="5088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US" dirty="0" smtClean="0"/>
              <a:t>Distributed denial of service (</a:t>
            </a:r>
            <a:r>
              <a:rPr lang="en-US" dirty="0" err="1" smtClean="0"/>
              <a:t>DDoS</a:t>
            </a:r>
            <a:r>
              <a:rPr lang="en-US" dirty="0" smtClean="0"/>
              <a:t>)</a:t>
            </a:r>
            <a:endParaRPr dirty="0"/>
          </a:p>
        </p:txBody>
      </p:sp>
      <p:sp>
        <p:nvSpPr>
          <p:cNvPr id="2051" name="Google Shape;2051;p32"/>
          <p:cNvSpPr txBox="1">
            <a:spLocks noGrp="1"/>
          </p:cNvSpPr>
          <p:nvPr>
            <p:ph type="subTitle" idx="1"/>
          </p:nvPr>
        </p:nvSpPr>
        <p:spPr>
          <a:xfrm>
            <a:off x="523191" y="2396001"/>
            <a:ext cx="4643329" cy="1915804"/>
          </a:xfrm>
          <a:prstGeom prst="rect">
            <a:avLst/>
          </a:prstGeom>
        </p:spPr>
        <p:txBody>
          <a:bodyPr spcFirstLastPara="1" wrap="square" lIns="0" tIns="0" rIns="0" bIns="0" anchor="ctr" anchorCtr="0">
            <a:noAutofit/>
          </a:bodyPr>
          <a:lstStyle/>
          <a:p>
            <a:pPr marL="0" indent="0"/>
            <a:r>
              <a:rPr lang="en-US" dirty="0" smtClean="0"/>
              <a:t>Denial of Service attack is </a:t>
            </a:r>
            <a:r>
              <a:rPr lang="en-US" dirty="0"/>
              <a:t>when multiple systems called botnets(zombie-machines) are used to launch </a:t>
            </a:r>
            <a:r>
              <a:rPr lang="en-US" dirty="0" smtClean="0"/>
              <a:t>requests to the targeted server.</a:t>
            </a:r>
            <a:endParaRPr lang="en-US" dirty="0"/>
          </a:p>
          <a:p>
            <a:pPr marL="0" lvl="0" indent="0"/>
            <a:r>
              <a:rPr lang="en-US" dirty="0" smtClean="0"/>
              <a:t>Servers of </a:t>
            </a:r>
            <a:r>
              <a:rPr lang="en-US" dirty="0"/>
              <a:t>companies are flooded with traffic which leave legitimate requests </a:t>
            </a:r>
            <a:r>
              <a:rPr lang="en-US" dirty="0" smtClean="0"/>
              <a:t>unattended.</a:t>
            </a:r>
          </a:p>
        </p:txBody>
      </p:sp>
      <p:grpSp>
        <p:nvGrpSpPr>
          <p:cNvPr id="2052" name="Google Shape;2052;p32"/>
          <p:cNvGrpSpPr/>
          <p:nvPr/>
        </p:nvGrpSpPr>
        <p:grpSpPr>
          <a:xfrm>
            <a:off x="5267729" y="1639950"/>
            <a:ext cx="4264442" cy="2945603"/>
            <a:chOff x="5011723" y="1494466"/>
            <a:chExt cx="4267430" cy="2947666"/>
          </a:xfrm>
        </p:grpSpPr>
        <p:grpSp>
          <p:nvGrpSpPr>
            <p:cNvPr id="2053" name="Google Shape;2053;p32"/>
            <p:cNvGrpSpPr/>
            <p:nvPr/>
          </p:nvGrpSpPr>
          <p:grpSpPr>
            <a:xfrm>
              <a:off x="5011723" y="1494466"/>
              <a:ext cx="2857496" cy="2154750"/>
              <a:chOff x="3499629" y="1503696"/>
              <a:chExt cx="1163286" cy="877163"/>
            </a:xfrm>
          </p:grpSpPr>
          <p:sp>
            <p:nvSpPr>
              <p:cNvPr id="2054" name="Google Shape;2054;p32"/>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2"/>
              <p:cNvSpPr/>
              <p:nvPr/>
            </p:nvSpPr>
            <p:spPr>
              <a:xfrm>
                <a:off x="3770468" y="2292396"/>
                <a:ext cx="122" cy="122"/>
              </a:xfrm>
              <a:custGeom>
                <a:avLst/>
                <a:gdLst/>
                <a:ahLst/>
                <a:cxnLst/>
                <a:rect l="l" t="t" r="r" b="b"/>
                <a:pathLst>
                  <a:path w="1" h="1" fill="none" extrusionOk="0">
                    <a:moveTo>
                      <a:pt x="0" y="0"/>
                    </a:moveTo>
                    <a:lnTo>
                      <a:pt x="0" y="0"/>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2"/>
              <p:cNvSpPr/>
              <p:nvPr/>
            </p:nvSpPr>
            <p:spPr>
              <a:xfrm>
                <a:off x="3770468" y="1613295"/>
                <a:ext cx="122" cy="633540"/>
              </a:xfrm>
              <a:custGeom>
                <a:avLst/>
                <a:gdLst/>
                <a:ahLst/>
                <a:cxnLst/>
                <a:rect l="l" t="t" r="r" b="b"/>
                <a:pathLst>
                  <a:path w="1" h="5214" fill="none" extrusionOk="0">
                    <a:moveTo>
                      <a:pt x="0" y="5213"/>
                    </a:moveTo>
                    <a:lnTo>
                      <a:pt x="0"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2"/>
              <p:cNvSpPr/>
              <p:nvPr/>
            </p:nvSpPr>
            <p:spPr>
              <a:xfrm>
                <a:off x="3770468" y="1591910"/>
                <a:ext cx="122" cy="122"/>
              </a:xfrm>
              <a:custGeom>
                <a:avLst/>
                <a:gdLst/>
                <a:ahLst/>
                <a:cxnLst/>
                <a:rect l="l" t="t" r="r" b="b"/>
                <a:pathLst>
                  <a:path w="1" h="1" fill="none" extrusionOk="0">
                    <a:moveTo>
                      <a:pt x="0" y="1"/>
                    </a:moveTo>
                    <a:lnTo>
                      <a:pt x="0" y="1"/>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2"/>
              <p:cNvSpPr/>
              <p:nvPr/>
            </p:nvSpPr>
            <p:spPr>
              <a:xfrm>
                <a:off x="3816033" y="1591910"/>
                <a:ext cx="633662" cy="122"/>
              </a:xfrm>
              <a:custGeom>
                <a:avLst/>
                <a:gdLst/>
                <a:ahLst/>
                <a:cxnLst/>
                <a:rect l="l" t="t" r="r" b="b"/>
                <a:pathLst>
                  <a:path w="5215" h="1" fill="none" extrusionOk="0">
                    <a:moveTo>
                      <a:pt x="1" y="1"/>
                    </a:moveTo>
                    <a:lnTo>
                      <a:pt x="5214"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2"/>
              <p:cNvSpPr/>
              <p:nvPr/>
            </p:nvSpPr>
            <p:spPr>
              <a:xfrm>
                <a:off x="4470832" y="1591910"/>
                <a:ext cx="122" cy="122"/>
              </a:xfrm>
              <a:custGeom>
                <a:avLst/>
                <a:gdLst/>
                <a:ahLst/>
                <a:cxnLst/>
                <a:rect l="l" t="t" r="r" b="b"/>
                <a:pathLst>
                  <a:path w="1" h="1" fill="none" extrusionOk="0">
                    <a:moveTo>
                      <a:pt x="0" y="1"/>
                    </a:moveTo>
                    <a:lnTo>
                      <a:pt x="0" y="1"/>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2"/>
              <p:cNvSpPr/>
              <p:nvPr/>
            </p:nvSpPr>
            <p:spPr>
              <a:xfrm>
                <a:off x="4470832" y="1634559"/>
                <a:ext cx="122" cy="633540"/>
              </a:xfrm>
              <a:custGeom>
                <a:avLst/>
                <a:gdLst/>
                <a:ahLst/>
                <a:cxnLst/>
                <a:rect l="l" t="t" r="r" b="b"/>
                <a:pathLst>
                  <a:path w="1" h="5214" fill="none" extrusionOk="0">
                    <a:moveTo>
                      <a:pt x="0" y="1"/>
                    </a:moveTo>
                    <a:lnTo>
                      <a:pt x="0" y="5214"/>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2"/>
              <p:cNvSpPr/>
              <p:nvPr/>
            </p:nvSpPr>
            <p:spPr>
              <a:xfrm>
                <a:off x="4470832" y="2292396"/>
                <a:ext cx="122" cy="122"/>
              </a:xfrm>
              <a:custGeom>
                <a:avLst/>
                <a:gdLst/>
                <a:ahLst/>
                <a:cxnLst/>
                <a:rect l="l" t="t" r="r" b="b"/>
                <a:pathLst>
                  <a:path w="1" h="1" fill="none" extrusionOk="0">
                    <a:moveTo>
                      <a:pt x="0" y="0"/>
                    </a:moveTo>
                    <a:lnTo>
                      <a:pt x="0" y="0"/>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2"/>
              <p:cNvSpPr/>
              <p:nvPr/>
            </p:nvSpPr>
            <p:spPr>
              <a:xfrm>
                <a:off x="3794769" y="2292396"/>
                <a:ext cx="633540" cy="122"/>
              </a:xfrm>
              <a:custGeom>
                <a:avLst/>
                <a:gdLst/>
                <a:ahLst/>
                <a:cxnLst/>
                <a:rect l="l" t="t" r="r" b="b"/>
                <a:pathLst>
                  <a:path w="5214" h="1" fill="none" extrusionOk="0">
                    <a:moveTo>
                      <a:pt x="5214" y="0"/>
                    </a:moveTo>
                    <a:lnTo>
                      <a:pt x="1"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2"/>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2"/>
              <p:cNvSpPr/>
              <p:nvPr/>
            </p:nvSpPr>
            <p:spPr>
              <a:xfrm>
                <a:off x="3586147" y="2030427"/>
                <a:ext cx="94533" cy="122"/>
              </a:xfrm>
              <a:custGeom>
                <a:avLst/>
                <a:gdLst/>
                <a:ahLst/>
                <a:cxnLst/>
                <a:rect l="l" t="t" r="r" b="b"/>
                <a:pathLst>
                  <a:path w="778" h="1" fill="none" extrusionOk="0">
                    <a:moveTo>
                      <a:pt x="778"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2"/>
              <p:cNvSpPr/>
              <p:nvPr/>
            </p:nvSpPr>
            <p:spPr>
              <a:xfrm>
                <a:off x="3592223" y="1793003"/>
                <a:ext cx="82382" cy="122"/>
              </a:xfrm>
              <a:custGeom>
                <a:avLst/>
                <a:gdLst/>
                <a:ahLst/>
                <a:cxnLst/>
                <a:rect l="l" t="t" r="r" b="b"/>
                <a:pathLst>
                  <a:path w="678" h="1" fill="none" extrusionOk="0">
                    <a:moveTo>
                      <a:pt x="678" y="0"/>
                    </a:moveTo>
                    <a:lnTo>
                      <a:pt x="1"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2"/>
              <p:cNvSpPr/>
              <p:nvPr/>
            </p:nvSpPr>
            <p:spPr>
              <a:xfrm>
                <a:off x="3546537" y="1680245"/>
                <a:ext cx="128069" cy="122"/>
              </a:xfrm>
              <a:custGeom>
                <a:avLst/>
                <a:gdLst/>
                <a:ahLst/>
                <a:cxnLst/>
                <a:rect l="l" t="t" r="r" b="b"/>
                <a:pathLst>
                  <a:path w="1054" h="1" fill="none" extrusionOk="0">
                    <a:moveTo>
                      <a:pt x="1054"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67" name="Google Shape;2067;p32"/>
              <p:cNvCxnSpPr/>
              <p:nvPr/>
            </p:nvCxnSpPr>
            <p:spPr>
              <a:xfrm>
                <a:off x="3499629" y="1925203"/>
                <a:ext cx="179400" cy="0"/>
              </a:xfrm>
              <a:prstGeom prst="straightConnector1">
                <a:avLst/>
              </a:prstGeom>
              <a:noFill/>
              <a:ln w="19050" cap="flat" cmpd="sng">
                <a:solidFill>
                  <a:schemeClr val="dk2"/>
                </a:solidFill>
                <a:prstDash val="solid"/>
                <a:round/>
                <a:headEnd type="none" w="med" len="med"/>
                <a:tailEnd type="none" w="med" len="med"/>
              </a:ln>
            </p:spPr>
          </p:cxnSp>
          <p:sp>
            <p:nvSpPr>
              <p:cNvPr id="2068" name="Google Shape;2068;p32"/>
              <p:cNvSpPr/>
              <p:nvPr/>
            </p:nvSpPr>
            <p:spPr>
              <a:xfrm>
                <a:off x="4565331" y="2054850"/>
                <a:ext cx="64156" cy="122"/>
              </a:xfrm>
              <a:custGeom>
                <a:avLst/>
                <a:gdLst/>
                <a:ahLst/>
                <a:cxnLst/>
                <a:rect l="l" t="t" r="r" b="b"/>
                <a:pathLst>
                  <a:path w="528" h="1" fill="none" extrusionOk="0">
                    <a:moveTo>
                      <a:pt x="1" y="0"/>
                    </a:moveTo>
                    <a:lnTo>
                      <a:pt x="527"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2"/>
              <p:cNvSpPr/>
              <p:nvPr/>
            </p:nvSpPr>
            <p:spPr>
              <a:xfrm>
                <a:off x="4562306" y="2164449"/>
                <a:ext cx="100608" cy="122"/>
              </a:xfrm>
              <a:custGeom>
                <a:avLst/>
                <a:gdLst/>
                <a:ahLst/>
                <a:cxnLst/>
                <a:rect l="l" t="t" r="r" b="b"/>
                <a:pathLst>
                  <a:path w="828" h="1" fill="none" extrusionOk="0">
                    <a:moveTo>
                      <a:pt x="1" y="1"/>
                    </a:moveTo>
                    <a:lnTo>
                      <a:pt x="828"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2"/>
              <p:cNvSpPr/>
              <p:nvPr/>
            </p:nvSpPr>
            <p:spPr>
              <a:xfrm>
                <a:off x="4562194" y="1722894"/>
                <a:ext cx="100608" cy="122"/>
              </a:xfrm>
              <a:custGeom>
                <a:avLst/>
                <a:gdLst/>
                <a:ahLst/>
                <a:cxnLst/>
                <a:rect l="l" t="t" r="r" b="b"/>
                <a:pathLst>
                  <a:path w="828" h="1" fill="none" extrusionOk="0">
                    <a:moveTo>
                      <a:pt x="1" y="1"/>
                    </a:moveTo>
                    <a:lnTo>
                      <a:pt x="828"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2"/>
              <p:cNvSpPr/>
              <p:nvPr/>
            </p:nvSpPr>
            <p:spPr>
              <a:xfrm>
                <a:off x="4562206" y="1814267"/>
                <a:ext cx="76307" cy="122"/>
              </a:xfrm>
              <a:custGeom>
                <a:avLst/>
                <a:gdLst/>
                <a:ahLst/>
                <a:cxnLst/>
                <a:rect l="l" t="t" r="r" b="b"/>
                <a:pathLst>
                  <a:path w="628" h="1" fill="none" extrusionOk="0">
                    <a:moveTo>
                      <a:pt x="1" y="1"/>
                    </a:moveTo>
                    <a:lnTo>
                      <a:pt x="627"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72" name="Google Shape;2072;p32"/>
            <p:cNvCxnSpPr/>
            <p:nvPr/>
          </p:nvCxnSpPr>
          <p:spPr>
            <a:xfrm>
              <a:off x="7613647" y="2533359"/>
              <a:ext cx="1576800" cy="0"/>
            </a:xfrm>
            <a:prstGeom prst="straightConnector1">
              <a:avLst/>
            </a:prstGeom>
            <a:noFill/>
            <a:ln w="19050" cap="flat" cmpd="sng">
              <a:solidFill>
                <a:schemeClr val="dk2"/>
              </a:solidFill>
              <a:prstDash val="solid"/>
              <a:round/>
              <a:headEnd type="none" w="med" len="med"/>
              <a:tailEnd type="none" w="med" len="med"/>
            </a:ln>
          </p:spPr>
        </p:cxnSp>
        <p:cxnSp>
          <p:nvCxnSpPr>
            <p:cNvPr id="2073" name="Google Shape;2073;p32"/>
            <p:cNvCxnSpPr/>
            <p:nvPr/>
          </p:nvCxnSpPr>
          <p:spPr>
            <a:xfrm>
              <a:off x="6419878" y="3649232"/>
              <a:ext cx="0" cy="792900"/>
            </a:xfrm>
            <a:prstGeom prst="straightConnector1">
              <a:avLst/>
            </a:prstGeom>
            <a:noFill/>
            <a:ln w="19050" cap="flat" cmpd="sng">
              <a:solidFill>
                <a:schemeClr val="dk2"/>
              </a:solidFill>
              <a:prstDash val="solid"/>
              <a:round/>
              <a:headEnd type="none" w="med" len="med"/>
              <a:tailEnd type="none" w="med" len="med"/>
            </a:ln>
          </p:spPr>
        </p:cxnSp>
        <p:cxnSp>
          <p:nvCxnSpPr>
            <p:cNvPr id="2074" name="Google Shape;2074;p32"/>
            <p:cNvCxnSpPr/>
            <p:nvPr/>
          </p:nvCxnSpPr>
          <p:spPr>
            <a:xfrm>
              <a:off x="6417753" y="4439338"/>
              <a:ext cx="2861400" cy="0"/>
            </a:xfrm>
            <a:prstGeom prst="straightConnector1">
              <a:avLst/>
            </a:prstGeom>
            <a:noFill/>
            <a:ln w="19050" cap="flat" cmpd="sng">
              <a:solidFill>
                <a:schemeClr val="dk2"/>
              </a:solidFill>
              <a:prstDash val="solid"/>
              <a:round/>
              <a:headEnd type="none" w="med" len="med"/>
              <a:tailEnd type="none" w="med" len="med"/>
            </a:ln>
          </p:spPr>
        </p:cxnSp>
      </p:grpSp>
      <p:grpSp>
        <p:nvGrpSpPr>
          <p:cNvPr id="44" name="Google Shape;11497;p63"/>
          <p:cNvGrpSpPr/>
          <p:nvPr/>
        </p:nvGrpSpPr>
        <p:grpSpPr>
          <a:xfrm>
            <a:off x="6264995" y="2200127"/>
            <a:ext cx="1062399" cy="937876"/>
            <a:chOff x="6239575" y="4416275"/>
            <a:chExt cx="489625" cy="449175"/>
          </a:xfrm>
          <a:solidFill>
            <a:srgbClr val="FFFF00"/>
          </a:solidFill>
        </p:grpSpPr>
        <p:sp>
          <p:nvSpPr>
            <p:cNvPr id="45" name="Google Shape;11498;p63"/>
            <p:cNvSpPr/>
            <p:nvPr/>
          </p:nvSpPr>
          <p:spPr>
            <a:xfrm>
              <a:off x="6239575" y="4416275"/>
              <a:ext cx="489625" cy="449175"/>
            </a:xfrm>
            <a:custGeom>
              <a:avLst/>
              <a:gdLst/>
              <a:ahLst/>
              <a:cxnLst/>
              <a:rect l="l" t="t" r="r" b="b"/>
              <a:pathLst>
                <a:path w="19585" h="17967" extrusionOk="0">
                  <a:moveTo>
                    <a:pt x="9792" y="1132"/>
                  </a:moveTo>
                  <a:cubicBezTo>
                    <a:pt x="10374" y="1132"/>
                    <a:pt x="10955" y="1424"/>
                    <a:pt x="11278" y="2009"/>
                  </a:cubicBezTo>
                  <a:lnTo>
                    <a:pt x="18111" y="14313"/>
                  </a:lnTo>
                  <a:cubicBezTo>
                    <a:pt x="18404" y="14838"/>
                    <a:pt x="18395" y="15481"/>
                    <a:pt x="18087" y="15998"/>
                  </a:cubicBezTo>
                  <a:cubicBezTo>
                    <a:pt x="17786" y="16518"/>
                    <a:pt x="17232" y="16834"/>
                    <a:pt x="16634" y="16834"/>
                  </a:cubicBezTo>
                  <a:cubicBezTo>
                    <a:pt x="16631" y="16834"/>
                    <a:pt x="16628" y="16834"/>
                    <a:pt x="16625" y="16834"/>
                  </a:cubicBezTo>
                  <a:lnTo>
                    <a:pt x="2962" y="16834"/>
                  </a:lnTo>
                  <a:cubicBezTo>
                    <a:pt x="1667" y="16834"/>
                    <a:pt x="849" y="15445"/>
                    <a:pt x="1474" y="14313"/>
                  </a:cubicBezTo>
                  <a:lnTo>
                    <a:pt x="8307" y="2009"/>
                  </a:lnTo>
                  <a:cubicBezTo>
                    <a:pt x="8630" y="1424"/>
                    <a:pt x="9211" y="1132"/>
                    <a:pt x="9792" y="1132"/>
                  </a:cubicBezTo>
                  <a:close/>
                  <a:moveTo>
                    <a:pt x="9792" y="1"/>
                  </a:moveTo>
                  <a:cubicBezTo>
                    <a:pt x="8763" y="1"/>
                    <a:pt x="7815" y="559"/>
                    <a:pt x="7317" y="1462"/>
                  </a:cubicBezTo>
                  <a:lnTo>
                    <a:pt x="483" y="13766"/>
                  </a:lnTo>
                  <a:cubicBezTo>
                    <a:pt x="0" y="14642"/>
                    <a:pt x="15" y="15711"/>
                    <a:pt x="523" y="16574"/>
                  </a:cubicBezTo>
                  <a:cubicBezTo>
                    <a:pt x="1033" y="17435"/>
                    <a:pt x="1960" y="17966"/>
                    <a:pt x="2962" y="17966"/>
                  </a:cubicBezTo>
                  <a:lnTo>
                    <a:pt x="16625" y="17966"/>
                  </a:lnTo>
                  <a:cubicBezTo>
                    <a:pt x="17625" y="17966"/>
                    <a:pt x="18555" y="17435"/>
                    <a:pt x="19062" y="16574"/>
                  </a:cubicBezTo>
                  <a:cubicBezTo>
                    <a:pt x="19572" y="15711"/>
                    <a:pt x="19585" y="14642"/>
                    <a:pt x="19101" y="13766"/>
                  </a:cubicBezTo>
                  <a:lnTo>
                    <a:pt x="12271" y="1462"/>
                  </a:lnTo>
                  <a:cubicBezTo>
                    <a:pt x="11770" y="559"/>
                    <a:pt x="10822" y="1"/>
                    <a:pt x="97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 name="Google Shape;11499;p63"/>
            <p:cNvSpPr/>
            <p:nvPr/>
          </p:nvSpPr>
          <p:spPr>
            <a:xfrm>
              <a:off x="6438550" y="4723875"/>
              <a:ext cx="88350" cy="84950"/>
            </a:xfrm>
            <a:custGeom>
              <a:avLst/>
              <a:gdLst/>
              <a:ahLst/>
              <a:cxnLst/>
              <a:rect l="l" t="t" r="r" b="b"/>
              <a:pathLst>
                <a:path w="3534" h="3398" extrusionOk="0">
                  <a:moveTo>
                    <a:pt x="1830" y="1132"/>
                  </a:moveTo>
                  <a:cubicBezTo>
                    <a:pt x="2122" y="1132"/>
                    <a:pt x="2401" y="1358"/>
                    <a:pt x="2401" y="1701"/>
                  </a:cubicBezTo>
                  <a:cubicBezTo>
                    <a:pt x="2401" y="2012"/>
                    <a:pt x="2147" y="2266"/>
                    <a:pt x="1833" y="2266"/>
                  </a:cubicBezTo>
                  <a:cubicBezTo>
                    <a:pt x="1329" y="2266"/>
                    <a:pt x="1076" y="1656"/>
                    <a:pt x="1432" y="1299"/>
                  </a:cubicBezTo>
                  <a:cubicBezTo>
                    <a:pt x="1548" y="1184"/>
                    <a:pt x="1691" y="1132"/>
                    <a:pt x="1830" y="1132"/>
                  </a:cubicBezTo>
                  <a:close/>
                  <a:moveTo>
                    <a:pt x="1833" y="1"/>
                  </a:moveTo>
                  <a:cubicBezTo>
                    <a:pt x="1145" y="1"/>
                    <a:pt x="526" y="415"/>
                    <a:pt x="263" y="1049"/>
                  </a:cubicBezTo>
                  <a:cubicBezTo>
                    <a:pt x="1" y="1683"/>
                    <a:pt x="146" y="2414"/>
                    <a:pt x="632" y="2900"/>
                  </a:cubicBezTo>
                  <a:cubicBezTo>
                    <a:pt x="957" y="3225"/>
                    <a:pt x="1391" y="3397"/>
                    <a:pt x="1833" y="3397"/>
                  </a:cubicBezTo>
                  <a:cubicBezTo>
                    <a:pt x="2052" y="3397"/>
                    <a:pt x="2273" y="3355"/>
                    <a:pt x="2483" y="3268"/>
                  </a:cubicBezTo>
                  <a:cubicBezTo>
                    <a:pt x="3117" y="3005"/>
                    <a:pt x="3533" y="2386"/>
                    <a:pt x="3533" y="1701"/>
                  </a:cubicBezTo>
                  <a:cubicBezTo>
                    <a:pt x="3530" y="762"/>
                    <a:pt x="2772" y="1"/>
                    <a:pt x="18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 name="Google Shape;11500;p63"/>
            <p:cNvSpPr/>
            <p:nvPr/>
          </p:nvSpPr>
          <p:spPr>
            <a:xfrm>
              <a:off x="6441950" y="4497425"/>
              <a:ext cx="84950" cy="198250"/>
            </a:xfrm>
            <a:custGeom>
              <a:avLst/>
              <a:gdLst/>
              <a:ahLst/>
              <a:cxnLst/>
              <a:rect l="l" t="t" r="r" b="b"/>
              <a:pathLst>
                <a:path w="3398" h="7930" extrusionOk="0">
                  <a:moveTo>
                    <a:pt x="1697" y="1133"/>
                  </a:moveTo>
                  <a:cubicBezTo>
                    <a:pt x="2011" y="1133"/>
                    <a:pt x="2265" y="1387"/>
                    <a:pt x="2265" y="1701"/>
                  </a:cubicBezTo>
                  <a:lnTo>
                    <a:pt x="2265" y="6230"/>
                  </a:lnTo>
                  <a:cubicBezTo>
                    <a:pt x="2265" y="6544"/>
                    <a:pt x="2011" y="6797"/>
                    <a:pt x="1697" y="6797"/>
                  </a:cubicBezTo>
                  <a:cubicBezTo>
                    <a:pt x="1383" y="6797"/>
                    <a:pt x="1133" y="6544"/>
                    <a:pt x="1133" y="6230"/>
                  </a:cubicBezTo>
                  <a:lnTo>
                    <a:pt x="1133" y="1701"/>
                  </a:lnTo>
                  <a:cubicBezTo>
                    <a:pt x="1133" y="1387"/>
                    <a:pt x="1383" y="1133"/>
                    <a:pt x="1697" y="1133"/>
                  </a:cubicBezTo>
                  <a:close/>
                  <a:moveTo>
                    <a:pt x="1697" y="1"/>
                  </a:moveTo>
                  <a:cubicBezTo>
                    <a:pt x="758" y="1"/>
                    <a:pt x="1" y="762"/>
                    <a:pt x="1" y="1701"/>
                  </a:cubicBezTo>
                  <a:lnTo>
                    <a:pt x="1" y="6233"/>
                  </a:lnTo>
                  <a:cubicBezTo>
                    <a:pt x="1" y="7169"/>
                    <a:pt x="758" y="7930"/>
                    <a:pt x="1697" y="7930"/>
                  </a:cubicBezTo>
                  <a:cubicBezTo>
                    <a:pt x="2636" y="7930"/>
                    <a:pt x="3397" y="7169"/>
                    <a:pt x="3397" y="6233"/>
                  </a:cubicBezTo>
                  <a:lnTo>
                    <a:pt x="3397" y="1701"/>
                  </a:lnTo>
                  <a:cubicBezTo>
                    <a:pt x="3397" y="762"/>
                    <a:pt x="2636" y="1"/>
                    <a:pt x="16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28"/>
          <p:cNvSpPr txBox="1">
            <a:spLocks noGrp="1"/>
          </p:cNvSpPr>
          <p:nvPr>
            <p:ph type="title"/>
          </p:nvPr>
        </p:nvSpPr>
        <p:spPr>
          <a:xfrm>
            <a:off x="4914300" y="1600200"/>
            <a:ext cx="3509700" cy="5871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dirty="0" smtClean="0"/>
              <a:t>SQL Injections</a:t>
            </a:r>
            <a:endParaRPr dirty="0"/>
          </a:p>
        </p:txBody>
      </p:sp>
      <p:sp>
        <p:nvSpPr>
          <p:cNvPr id="1912" name="Google Shape;1912;p28"/>
          <p:cNvSpPr txBox="1">
            <a:spLocks noGrp="1"/>
          </p:cNvSpPr>
          <p:nvPr>
            <p:ph type="subTitle" idx="1"/>
          </p:nvPr>
        </p:nvSpPr>
        <p:spPr>
          <a:xfrm>
            <a:off x="4192292" y="2427894"/>
            <a:ext cx="4231583" cy="1637256"/>
          </a:xfrm>
          <a:prstGeom prst="rect">
            <a:avLst/>
          </a:prstGeom>
        </p:spPr>
        <p:txBody>
          <a:bodyPr spcFirstLastPara="1" wrap="square" lIns="0" tIns="0" rIns="0" bIns="0" anchor="ctr" anchorCtr="0">
            <a:noAutofit/>
          </a:bodyPr>
          <a:lstStyle/>
          <a:p>
            <a:pPr marL="0" lvl="0" indent="0"/>
            <a:r>
              <a:rPr lang="en-US" sz="1800" dirty="0"/>
              <a:t>Hacker manipulates a standard </a:t>
            </a:r>
            <a:r>
              <a:rPr lang="en-US" sz="1800" dirty="0" smtClean="0"/>
              <a:t>SQL query </a:t>
            </a:r>
            <a:r>
              <a:rPr lang="en-US" sz="1800" dirty="0"/>
              <a:t>in a database driven website</a:t>
            </a:r>
            <a:r>
              <a:rPr lang="en-US" sz="1800" dirty="0" smtClean="0"/>
              <a:t>. Thus </a:t>
            </a:r>
            <a:r>
              <a:rPr lang="en-US" sz="1800" dirty="0"/>
              <a:t>the hacker can view manipulate and edit tables in a </a:t>
            </a:r>
            <a:r>
              <a:rPr lang="en-US" sz="1800" dirty="0" smtClean="0"/>
              <a:t>database.</a:t>
            </a:r>
            <a:endParaRPr sz="1800" dirty="0"/>
          </a:p>
        </p:txBody>
      </p:sp>
      <p:grpSp>
        <p:nvGrpSpPr>
          <p:cNvPr id="1913" name="Google Shape;1913;p28"/>
          <p:cNvGrpSpPr/>
          <p:nvPr/>
        </p:nvGrpSpPr>
        <p:grpSpPr>
          <a:xfrm>
            <a:off x="2079988" y="2381809"/>
            <a:ext cx="622204" cy="916058"/>
            <a:chOff x="2071313" y="2116009"/>
            <a:chExt cx="622204" cy="916058"/>
          </a:xfrm>
        </p:grpSpPr>
        <p:sp>
          <p:nvSpPr>
            <p:cNvPr id="1914" name="Google Shape;1914;p28"/>
            <p:cNvSpPr/>
            <p:nvPr/>
          </p:nvSpPr>
          <p:spPr>
            <a:xfrm>
              <a:off x="2088552" y="2798660"/>
              <a:ext cx="602092" cy="233408"/>
            </a:xfrm>
            <a:custGeom>
              <a:avLst/>
              <a:gdLst/>
              <a:ahLst/>
              <a:cxnLst/>
              <a:rect l="l" t="t" r="r" b="b"/>
              <a:pathLst>
                <a:path w="5239" h="2031" extrusionOk="0">
                  <a:moveTo>
                    <a:pt x="1" y="1"/>
                  </a:moveTo>
                  <a:lnTo>
                    <a:pt x="1" y="1504"/>
                  </a:lnTo>
                  <a:lnTo>
                    <a:pt x="1" y="1605"/>
                  </a:lnTo>
                  <a:cubicBezTo>
                    <a:pt x="1" y="1855"/>
                    <a:pt x="1179" y="2031"/>
                    <a:pt x="2607" y="2031"/>
                  </a:cubicBezTo>
                  <a:cubicBezTo>
                    <a:pt x="4061" y="2031"/>
                    <a:pt x="5239" y="1855"/>
                    <a:pt x="5239" y="1605"/>
                  </a:cubicBezTo>
                  <a:lnTo>
                    <a:pt x="5239" y="1504"/>
                  </a:lnTo>
                  <a:lnTo>
                    <a:pt x="52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28"/>
            <p:cNvSpPr/>
            <p:nvPr/>
          </p:nvSpPr>
          <p:spPr>
            <a:xfrm>
              <a:off x="2088552" y="2798660"/>
              <a:ext cx="602092" cy="233408"/>
            </a:xfrm>
            <a:custGeom>
              <a:avLst/>
              <a:gdLst/>
              <a:ahLst/>
              <a:cxnLst/>
              <a:rect l="l" t="t" r="r" b="b"/>
              <a:pathLst>
                <a:path w="5239" h="2031" fill="none" extrusionOk="0">
                  <a:moveTo>
                    <a:pt x="5239" y="1504"/>
                  </a:moveTo>
                  <a:lnTo>
                    <a:pt x="5239" y="1605"/>
                  </a:lnTo>
                  <a:cubicBezTo>
                    <a:pt x="5239" y="1855"/>
                    <a:pt x="4061" y="2031"/>
                    <a:pt x="2607" y="2031"/>
                  </a:cubicBezTo>
                  <a:cubicBezTo>
                    <a:pt x="1179" y="2031"/>
                    <a:pt x="1" y="1855"/>
                    <a:pt x="1" y="1605"/>
                  </a:cubicBezTo>
                  <a:lnTo>
                    <a:pt x="1" y="1504"/>
                  </a:lnTo>
                  <a:lnTo>
                    <a:pt x="1" y="1"/>
                  </a:lnTo>
                  <a:lnTo>
                    <a:pt x="5239" y="1"/>
                  </a:ln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8"/>
            <p:cNvSpPr/>
            <p:nvPr/>
          </p:nvSpPr>
          <p:spPr>
            <a:xfrm>
              <a:off x="2082806" y="2732463"/>
              <a:ext cx="610711" cy="129633"/>
            </a:xfrm>
            <a:custGeom>
              <a:avLst/>
              <a:gdLst/>
              <a:ahLst/>
              <a:cxnLst/>
              <a:rect l="l" t="t" r="r" b="b"/>
              <a:pathLst>
                <a:path w="5314" h="1128" extrusionOk="0">
                  <a:moveTo>
                    <a:pt x="2657" y="0"/>
                  </a:moveTo>
                  <a:cubicBezTo>
                    <a:pt x="1204" y="0"/>
                    <a:pt x="1" y="251"/>
                    <a:pt x="1" y="551"/>
                  </a:cubicBezTo>
                  <a:cubicBezTo>
                    <a:pt x="1" y="877"/>
                    <a:pt x="1204" y="1128"/>
                    <a:pt x="2657" y="1128"/>
                  </a:cubicBezTo>
                  <a:cubicBezTo>
                    <a:pt x="4136" y="1128"/>
                    <a:pt x="5314" y="877"/>
                    <a:pt x="5314" y="551"/>
                  </a:cubicBezTo>
                  <a:cubicBezTo>
                    <a:pt x="5314" y="251"/>
                    <a:pt x="4136" y="0"/>
                    <a:pt x="2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8"/>
            <p:cNvSpPr/>
            <p:nvPr/>
          </p:nvSpPr>
          <p:spPr>
            <a:xfrm>
              <a:off x="2082806" y="2732463"/>
              <a:ext cx="610711" cy="129633"/>
            </a:xfrm>
            <a:custGeom>
              <a:avLst/>
              <a:gdLst/>
              <a:ahLst/>
              <a:cxnLst/>
              <a:rect l="l" t="t" r="r" b="b"/>
              <a:pathLst>
                <a:path w="5314" h="1128" fill="none" extrusionOk="0">
                  <a:moveTo>
                    <a:pt x="5314" y="551"/>
                  </a:moveTo>
                  <a:cubicBezTo>
                    <a:pt x="5314" y="877"/>
                    <a:pt x="4136" y="1128"/>
                    <a:pt x="2657" y="1128"/>
                  </a:cubicBezTo>
                  <a:cubicBezTo>
                    <a:pt x="1204" y="1128"/>
                    <a:pt x="1" y="877"/>
                    <a:pt x="1" y="551"/>
                  </a:cubicBezTo>
                  <a:cubicBezTo>
                    <a:pt x="1" y="251"/>
                    <a:pt x="1204" y="0"/>
                    <a:pt x="2657" y="0"/>
                  </a:cubicBezTo>
                  <a:cubicBezTo>
                    <a:pt x="4136" y="0"/>
                    <a:pt x="5314" y="251"/>
                    <a:pt x="5314" y="551"/>
                  </a:cubicBez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8"/>
            <p:cNvSpPr/>
            <p:nvPr/>
          </p:nvSpPr>
          <p:spPr>
            <a:xfrm>
              <a:off x="2169229" y="2700744"/>
              <a:ext cx="414879" cy="161351"/>
            </a:xfrm>
            <a:custGeom>
              <a:avLst/>
              <a:gdLst/>
              <a:ahLst/>
              <a:cxnLst/>
              <a:rect l="l" t="t" r="r" b="b"/>
              <a:pathLst>
                <a:path w="3610" h="1404" extrusionOk="0">
                  <a:moveTo>
                    <a:pt x="0" y="0"/>
                  </a:moveTo>
                  <a:lnTo>
                    <a:pt x="0" y="1028"/>
                  </a:lnTo>
                  <a:lnTo>
                    <a:pt x="0" y="1103"/>
                  </a:lnTo>
                  <a:cubicBezTo>
                    <a:pt x="0" y="1279"/>
                    <a:pt x="802" y="1404"/>
                    <a:pt x="1805" y="1404"/>
                  </a:cubicBezTo>
                  <a:cubicBezTo>
                    <a:pt x="2807" y="1404"/>
                    <a:pt x="3609" y="1279"/>
                    <a:pt x="3609" y="1103"/>
                  </a:cubicBezTo>
                  <a:lnTo>
                    <a:pt x="3609" y="1028"/>
                  </a:lnTo>
                  <a:lnTo>
                    <a:pt x="36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8"/>
            <p:cNvSpPr/>
            <p:nvPr/>
          </p:nvSpPr>
          <p:spPr>
            <a:xfrm>
              <a:off x="2169229" y="2700744"/>
              <a:ext cx="414879" cy="161351"/>
            </a:xfrm>
            <a:custGeom>
              <a:avLst/>
              <a:gdLst/>
              <a:ahLst/>
              <a:cxnLst/>
              <a:rect l="l" t="t" r="r" b="b"/>
              <a:pathLst>
                <a:path w="3610" h="1404" fill="none" extrusionOk="0">
                  <a:moveTo>
                    <a:pt x="3609" y="1028"/>
                  </a:moveTo>
                  <a:lnTo>
                    <a:pt x="3609" y="1103"/>
                  </a:lnTo>
                  <a:cubicBezTo>
                    <a:pt x="3609" y="1279"/>
                    <a:pt x="2807" y="1404"/>
                    <a:pt x="1805" y="1404"/>
                  </a:cubicBezTo>
                  <a:cubicBezTo>
                    <a:pt x="802" y="1404"/>
                    <a:pt x="0" y="1279"/>
                    <a:pt x="0" y="1103"/>
                  </a:cubicBezTo>
                  <a:lnTo>
                    <a:pt x="0" y="1028"/>
                  </a:lnTo>
                  <a:lnTo>
                    <a:pt x="0" y="0"/>
                  </a:lnTo>
                  <a:lnTo>
                    <a:pt x="3609" y="0"/>
                  </a:ln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28"/>
            <p:cNvSpPr/>
            <p:nvPr/>
          </p:nvSpPr>
          <p:spPr>
            <a:xfrm>
              <a:off x="2074187" y="2490433"/>
              <a:ext cx="602092" cy="236281"/>
            </a:xfrm>
            <a:custGeom>
              <a:avLst/>
              <a:gdLst/>
              <a:ahLst/>
              <a:cxnLst/>
              <a:rect l="l" t="t" r="r" b="b"/>
              <a:pathLst>
                <a:path w="5239" h="2056" extrusionOk="0">
                  <a:moveTo>
                    <a:pt x="0" y="1"/>
                  </a:moveTo>
                  <a:lnTo>
                    <a:pt x="0" y="1505"/>
                  </a:lnTo>
                  <a:lnTo>
                    <a:pt x="0" y="1605"/>
                  </a:lnTo>
                  <a:cubicBezTo>
                    <a:pt x="0" y="1855"/>
                    <a:pt x="1178" y="2056"/>
                    <a:pt x="2632" y="2056"/>
                  </a:cubicBezTo>
                  <a:cubicBezTo>
                    <a:pt x="4060" y="2056"/>
                    <a:pt x="5238" y="1855"/>
                    <a:pt x="5238" y="1605"/>
                  </a:cubicBezTo>
                  <a:lnTo>
                    <a:pt x="5238" y="1505"/>
                  </a:lnTo>
                  <a:lnTo>
                    <a:pt x="52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8"/>
            <p:cNvSpPr/>
            <p:nvPr/>
          </p:nvSpPr>
          <p:spPr>
            <a:xfrm>
              <a:off x="2074187" y="2490433"/>
              <a:ext cx="602092" cy="236281"/>
            </a:xfrm>
            <a:custGeom>
              <a:avLst/>
              <a:gdLst/>
              <a:ahLst/>
              <a:cxnLst/>
              <a:rect l="l" t="t" r="r" b="b"/>
              <a:pathLst>
                <a:path w="5239" h="2056" fill="none" extrusionOk="0">
                  <a:moveTo>
                    <a:pt x="5238" y="1505"/>
                  </a:moveTo>
                  <a:lnTo>
                    <a:pt x="5238" y="1605"/>
                  </a:lnTo>
                  <a:cubicBezTo>
                    <a:pt x="5238" y="1855"/>
                    <a:pt x="4060" y="2056"/>
                    <a:pt x="2632" y="2056"/>
                  </a:cubicBezTo>
                  <a:cubicBezTo>
                    <a:pt x="1178" y="2056"/>
                    <a:pt x="0" y="1855"/>
                    <a:pt x="0" y="1605"/>
                  </a:cubicBezTo>
                  <a:lnTo>
                    <a:pt x="0" y="1505"/>
                  </a:lnTo>
                  <a:lnTo>
                    <a:pt x="0" y="1"/>
                  </a:lnTo>
                  <a:lnTo>
                    <a:pt x="5238" y="1"/>
                  </a:ln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8"/>
            <p:cNvSpPr/>
            <p:nvPr/>
          </p:nvSpPr>
          <p:spPr>
            <a:xfrm>
              <a:off x="2071313" y="2424236"/>
              <a:ext cx="610711" cy="124001"/>
            </a:xfrm>
            <a:custGeom>
              <a:avLst/>
              <a:gdLst/>
              <a:ahLst/>
              <a:cxnLst/>
              <a:rect l="l" t="t" r="r" b="b"/>
              <a:pathLst>
                <a:path w="5314" h="1079" extrusionOk="0">
                  <a:moveTo>
                    <a:pt x="2657" y="0"/>
                  </a:moveTo>
                  <a:cubicBezTo>
                    <a:pt x="1178" y="0"/>
                    <a:pt x="0" y="251"/>
                    <a:pt x="0" y="552"/>
                  </a:cubicBezTo>
                  <a:cubicBezTo>
                    <a:pt x="0" y="853"/>
                    <a:pt x="1178" y="1078"/>
                    <a:pt x="2657" y="1078"/>
                  </a:cubicBezTo>
                  <a:cubicBezTo>
                    <a:pt x="4111" y="1078"/>
                    <a:pt x="5314" y="853"/>
                    <a:pt x="5314" y="552"/>
                  </a:cubicBezTo>
                  <a:cubicBezTo>
                    <a:pt x="5314" y="251"/>
                    <a:pt x="4111" y="0"/>
                    <a:pt x="2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8"/>
            <p:cNvSpPr/>
            <p:nvPr/>
          </p:nvSpPr>
          <p:spPr>
            <a:xfrm>
              <a:off x="2247033" y="2490433"/>
              <a:ext cx="259271" cy="43326"/>
            </a:xfrm>
            <a:custGeom>
              <a:avLst/>
              <a:gdLst/>
              <a:ahLst/>
              <a:cxnLst/>
              <a:rect l="l" t="t" r="r" b="b"/>
              <a:pathLst>
                <a:path w="2256" h="377" extrusionOk="0">
                  <a:moveTo>
                    <a:pt x="1128" y="1"/>
                  </a:moveTo>
                  <a:cubicBezTo>
                    <a:pt x="501" y="1"/>
                    <a:pt x="0" y="76"/>
                    <a:pt x="0" y="176"/>
                  </a:cubicBezTo>
                  <a:cubicBezTo>
                    <a:pt x="0" y="302"/>
                    <a:pt x="501" y="377"/>
                    <a:pt x="1128" y="377"/>
                  </a:cubicBezTo>
                  <a:cubicBezTo>
                    <a:pt x="1754" y="377"/>
                    <a:pt x="2256" y="302"/>
                    <a:pt x="2256" y="176"/>
                  </a:cubicBezTo>
                  <a:cubicBezTo>
                    <a:pt x="2256" y="76"/>
                    <a:pt x="1754" y="1"/>
                    <a:pt x="1128" y="1"/>
                  </a:cubicBezTo>
                  <a:close/>
                </a:path>
              </a:pathLst>
            </a:custGeom>
            <a:solidFill>
              <a:srgbClr val="00A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8"/>
            <p:cNvSpPr/>
            <p:nvPr/>
          </p:nvSpPr>
          <p:spPr>
            <a:xfrm>
              <a:off x="2071313" y="2424236"/>
              <a:ext cx="610711" cy="124001"/>
            </a:xfrm>
            <a:custGeom>
              <a:avLst/>
              <a:gdLst/>
              <a:ahLst/>
              <a:cxnLst/>
              <a:rect l="l" t="t" r="r" b="b"/>
              <a:pathLst>
                <a:path w="5314" h="1079" fill="none" extrusionOk="0">
                  <a:moveTo>
                    <a:pt x="5314" y="552"/>
                  </a:moveTo>
                  <a:cubicBezTo>
                    <a:pt x="5314" y="853"/>
                    <a:pt x="4111" y="1078"/>
                    <a:pt x="2657" y="1078"/>
                  </a:cubicBezTo>
                  <a:cubicBezTo>
                    <a:pt x="1178" y="1078"/>
                    <a:pt x="0" y="853"/>
                    <a:pt x="0" y="552"/>
                  </a:cubicBezTo>
                  <a:cubicBezTo>
                    <a:pt x="0" y="251"/>
                    <a:pt x="1178" y="0"/>
                    <a:pt x="2657" y="0"/>
                  </a:cubicBezTo>
                  <a:cubicBezTo>
                    <a:pt x="4111" y="0"/>
                    <a:pt x="5314" y="251"/>
                    <a:pt x="5314" y="552"/>
                  </a:cubicBez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8"/>
            <p:cNvSpPr/>
            <p:nvPr/>
          </p:nvSpPr>
          <p:spPr>
            <a:xfrm>
              <a:off x="2169229" y="2392517"/>
              <a:ext cx="414879" cy="161466"/>
            </a:xfrm>
            <a:custGeom>
              <a:avLst/>
              <a:gdLst/>
              <a:ahLst/>
              <a:cxnLst/>
              <a:rect l="l" t="t" r="r" b="b"/>
              <a:pathLst>
                <a:path w="3610" h="1405" extrusionOk="0">
                  <a:moveTo>
                    <a:pt x="0" y="1"/>
                  </a:moveTo>
                  <a:lnTo>
                    <a:pt x="0" y="1028"/>
                  </a:lnTo>
                  <a:lnTo>
                    <a:pt x="0" y="1103"/>
                  </a:lnTo>
                  <a:cubicBezTo>
                    <a:pt x="0" y="1279"/>
                    <a:pt x="802" y="1404"/>
                    <a:pt x="1805" y="1404"/>
                  </a:cubicBezTo>
                  <a:cubicBezTo>
                    <a:pt x="2807" y="1404"/>
                    <a:pt x="3609" y="1279"/>
                    <a:pt x="3609" y="1103"/>
                  </a:cubicBezTo>
                  <a:lnTo>
                    <a:pt x="3609" y="1028"/>
                  </a:lnTo>
                  <a:lnTo>
                    <a:pt x="36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8"/>
            <p:cNvSpPr/>
            <p:nvPr/>
          </p:nvSpPr>
          <p:spPr>
            <a:xfrm>
              <a:off x="2169229" y="2392517"/>
              <a:ext cx="414879" cy="161466"/>
            </a:xfrm>
            <a:custGeom>
              <a:avLst/>
              <a:gdLst/>
              <a:ahLst/>
              <a:cxnLst/>
              <a:rect l="l" t="t" r="r" b="b"/>
              <a:pathLst>
                <a:path w="3610" h="1405" fill="none" extrusionOk="0">
                  <a:moveTo>
                    <a:pt x="3609" y="1028"/>
                  </a:moveTo>
                  <a:lnTo>
                    <a:pt x="3609" y="1103"/>
                  </a:lnTo>
                  <a:cubicBezTo>
                    <a:pt x="3609" y="1279"/>
                    <a:pt x="2807" y="1404"/>
                    <a:pt x="1805" y="1404"/>
                  </a:cubicBezTo>
                  <a:cubicBezTo>
                    <a:pt x="802" y="1404"/>
                    <a:pt x="0" y="1279"/>
                    <a:pt x="0" y="1103"/>
                  </a:cubicBezTo>
                  <a:lnTo>
                    <a:pt x="0" y="1028"/>
                  </a:lnTo>
                  <a:lnTo>
                    <a:pt x="0" y="1"/>
                  </a:lnTo>
                  <a:lnTo>
                    <a:pt x="3609" y="1"/>
                  </a:ln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8"/>
            <p:cNvSpPr/>
            <p:nvPr/>
          </p:nvSpPr>
          <p:spPr>
            <a:xfrm>
              <a:off x="2074187" y="2182320"/>
              <a:ext cx="602092" cy="236281"/>
            </a:xfrm>
            <a:custGeom>
              <a:avLst/>
              <a:gdLst/>
              <a:ahLst/>
              <a:cxnLst/>
              <a:rect l="l" t="t" r="r" b="b"/>
              <a:pathLst>
                <a:path w="5239" h="2056" extrusionOk="0">
                  <a:moveTo>
                    <a:pt x="0" y="0"/>
                  </a:moveTo>
                  <a:lnTo>
                    <a:pt x="0" y="1504"/>
                  </a:lnTo>
                  <a:lnTo>
                    <a:pt x="0" y="1604"/>
                  </a:lnTo>
                  <a:cubicBezTo>
                    <a:pt x="0" y="1855"/>
                    <a:pt x="1178" y="2055"/>
                    <a:pt x="2632" y="2055"/>
                  </a:cubicBezTo>
                  <a:cubicBezTo>
                    <a:pt x="4060" y="2055"/>
                    <a:pt x="5238" y="1855"/>
                    <a:pt x="5238" y="1604"/>
                  </a:cubicBezTo>
                  <a:lnTo>
                    <a:pt x="5238" y="1504"/>
                  </a:lnTo>
                  <a:lnTo>
                    <a:pt x="523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8"/>
            <p:cNvSpPr/>
            <p:nvPr/>
          </p:nvSpPr>
          <p:spPr>
            <a:xfrm>
              <a:off x="2074187" y="2182320"/>
              <a:ext cx="602092" cy="236281"/>
            </a:xfrm>
            <a:custGeom>
              <a:avLst/>
              <a:gdLst/>
              <a:ahLst/>
              <a:cxnLst/>
              <a:rect l="l" t="t" r="r" b="b"/>
              <a:pathLst>
                <a:path w="5239" h="2056" fill="none" extrusionOk="0">
                  <a:moveTo>
                    <a:pt x="5238" y="1504"/>
                  </a:moveTo>
                  <a:lnTo>
                    <a:pt x="5238" y="1604"/>
                  </a:lnTo>
                  <a:cubicBezTo>
                    <a:pt x="5238" y="1855"/>
                    <a:pt x="4060" y="2055"/>
                    <a:pt x="2632" y="2055"/>
                  </a:cubicBezTo>
                  <a:cubicBezTo>
                    <a:pt x="1178" y="2055"/>
                    <a:pt x="0" y="1855"/>
                    <a:pt x="0" y="1604"/>
                  </a:cubicBezTo>
                  <a:lnTo>
                    <a:pt x="0" y="1504"/>
                  </a:lnTo>
                  <a:lnTo>
                    <a:pt x="0" y="0"/>
                  </a:lnTo>
                  <a:lnTo>
                    <a:pt x="5238" y="0"/>
                  </a:ln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8"/>
            <p:cNvSpPr/>
            <p:nvPr/>
          </p:nvSpPr>
          <p:spPr>
            <a:xfrm>
              <a:off x="2071313" y="2116009"/>
              <a:ext cx="610711" cy="121128"/>
            </a:xfrm>
            <a:custGeom>
              <a:avLst/>
              <a:gdLst/>
              <a:ahLst/>
              <a:cxnLst/>
              <a:rect l="l" t="t" r="r" b="b"/>
              <a:pathLst>
                <a:path w="5314" h="1054" extrusionOk="0">
                  <a:moveTo>
                    <a:pt x="2657" y="1"/>
                  </a:moveTo>
                  <a:cubicBezTo>
                    <a:pt x="1178" y="1"/>
                    <a:pt x="0" y="226"/>
                    <a:pt x="0" y="527"/>
                  </a:cubicBezTo>
                  <a:cubicBezTo>
                    <a:pt x="0" y="803"/>
                    <a:pt x="1178" y="1053"/>
                    <a:pt x="2657" y="1053"/>
                  </a:cubicBezTo>
                  <a:cubicBezTo>
                    <a:pt x="4111" y="1053"/>
                    <a:pt x="5314" y="803"/>
                    <a:pt x="5314" y="527"/>
                  </a:cubicBezTo>
                  <a:cubicBezTo>
                    <a:pt x="5314" y="226"/>
                    <a:pt x="4111" y="1"/>
                    <a:pt x="26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8"/>
            <p:cNvSpPr/>
            <p:nvPr/>
          </p:nvSpPr>
          <p:spPr>
            <a:xfrm>
              <a:off x="2071313" y="2116009"/>
              <a:ext cx="610711" cy="121128"/>
            </a:xfrm>
            <a:custGeom>
              <a:avLst/>
              <a:gdLst/>
              <a:ahLst/>
              <a:cxnLst/>
              <a:rect l="l" t="t" r="r" b="b"/>
              <a:pathLst>
                <a:path w="5314" h="1054" fill="none" extrusionOk="0">
                  <a:moveTo>
                    <a:pt x="5314" y="527"/>
                  </a:moveTo>
                  <a:cubicBezTo>
                    <a:pt x="5314" y="803"/>
                    <a:pt x="4111" y="1053"/>
                    <a:pt x="2657" y="1053"/>
                  </a:cubicBezTo>
                  <a:cubicBezTo>
                    <a:pt x="1178" y="1053"/>
                    <a:pt x="0" y="803"/>
                    <a:pt x="0" y="527"/>
                  </a:cubicBezTo>
                  <a:cubicBezTo>
                    <a:pt x="0" y="226"/>
                    <a:pt x="1178" y="1"/>
                    <a:pt x="2657" y="1"/>
                  </a:cubicBezTo>
                  <a:cubicBezTo>
                    <a:pt x="4111" y="1"/>
                    <a:pt x="5314" y="226"/>
                    <a:pt x="5314" y="527"/>
                  </a:cubicBezTo>
                  <a:close/>
                </a:path>
              </a:pathLst>
            </a:custGeom>
            <a:noFill/>
            <a:ln w="19050" cap="flat" cmpd="sng">
              <a:solidFill>
                <a:schemeClr val="accent3"/>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8"/>
            <p:cNvSpPr/>
            <p:nvPr/>
          </p:nvSpPr>
          <p:spPr>
            <a:xfrm>
              <a:off x="2247033" y="2162094"/>
              <a:ext cx="259271" cy="43326"/>
            </a:xfrm>
            <a:custGeom>
              <a:avLst/>
              <a:gdLst/>
              <a:ahLst/>
              <a:cxnLst/>
              <a:rect l="l" t="t" r="r" b="b"/>
              <a:pathLst>
                <a:path w="2256" h="377" extrusionOk="0">
                  <a:moveTo>
                    <a:pt x="1128" y="1"/>
                  </a:moveTo>
                  <a:cubicBezTo>
                    <a:pt x="501" y="1"/>
                    <a:pt x="0" y="76"/>
                    <a:pt x="0" y="176"/>
                  </a:cubicBezTo>
                  <a:cubicBezTo>
                    <a:pt x="0" y="301"/>
                    <a:pt x="501" y="377"/>
                    <a:pt x="1128" y="377"/>
                  </a:cubicBezTo>
                  <a:cubicBezTo>
                    <a:pt x="1754" y="377"/>
                    <a:pt x="2256" y="301"/>
                    <a:pt x="2256" y="176"/>
                  </a:cubicBezTo>
                  <a:cubicBezTo>
                    <a:pt x="2256" y="76"/>
                    <a:pt x="1754" y="1"/>
                    <a:pt x="11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471734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2"/>
        <p:cNvGrpSpPr/>
        <p:nvPr/>
      </p:nvGrpSpPr>
      <p:grpSpPr>
        <a:xfrm>
          <a:off x="0" y="0"/>
          <a:ext cx="0" cy="0"/>
          <a:chOff x="0" y="0"/>
          <a:chExt cx="0" cy="0"/>
        </a:xfrm>
      </p:grpSpPr>
      <p:sp>
        <p:nvSpPr>
          <p:cNvPr id="2393" name="Google Shape;2393;p41"/>
          <p:cNvSpPr txBox="1">
            <a:spLocks noGrp="1"/>
          </p:cNvSpPr>
          <p:nvPr>
            <p:ph type="title"/>
          </p:nvPr>
        </p:nvSpPr>
        <p:spPr>
          <a:xfrm>
            <a:off x="1779225" y="1795800"/>
            <a:ext cx="5585550" cy="1187700"/>
          </a:xfrm>
          <a:prstGeom prst="rect">
            <a:avLst/>
          </a:prstGeom>
        </p:spPr>
        <p:txBody>
          <a:bodyPr spcFirstLastPara="1" wrap="square" lIns="0" tIns="0" rIns="0" bIns="0" anchor="ctr" anchorCtr="0">
            <a:noAutofit/>
          </a:bodyPr>
          <a:lstStyle/>
          <a:p>
            <a:pPr lvl="0"/>
            <a:r>
              <a:rPr lang="en-IN" dirty="0" smtClean="0"/>
              <a:t>&gt;11,58,208</a:t>
            </a:r>
            <a:endParaRPr sz="7200" dirty="0"/>
          </a:p>
        </p:txBody>
      </p:sp>
      <p:sp>
        <p:nvSpPr>
          <p:cNvPr id="2394" name="Google Shape;2394;p41"/>
          <p:cNvSpPr txBox="1">
            <a:spLocks noGrp="1"/>
          </p:cNvSpPr>
          <p:nvPr>
            <p:ph type="subTitle" idx="1"/>
          </p:nvPr>
        </p:nvSpPr>
        <p:spPr>
          <a:xfrm>
            <a:off x="2101357" y="3370075"/>
            <a:ext cx="5075100" cy="3642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sz="1600" dirty="0" smtClean="0"/>
              <a:t>Cyber Attacks in India as of 2020</a:t>
            </a:r>
            <a:endParaRPr sz="16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98"/>
        <p:cNvGrpSpPr/>
        <p:nvPr/>
      </p:nvGrpSpPr>
      <p:grpSpPr>
        <a:xfrm>
          <a:off x="0" y="0"/>
          <a:ext cx="0" cy="0"/>
          <a:chOff x="0" y="0"/>
          <a:chExt cx="0" cy="0"/>
        </a:xfrm>
      </p:grpSpPr>
      <p:sp>
        <p:nvSpPr>
          <p:cNvPr id="2399" name="Google Shape;2399;p42"/>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dirty="0" smtClean="0"/>
              <a:t>Cyber Attacks in India</a:t>
            </a:r>
            <a:endParaRPr dirty="0"/>
          </a:p>
        </p:txBody>
      </p:sp>
      <p:grpSp>
        <p:nvGrpSpPr>
          <p:cNvPr id="2400" name="Google Shape;2400;p42"/>
          <p:cNvGrpSpPr/>
          <p:nvPr/>
        </p:nvGrpSpPr>
        <p:grpSpPr>
          <a:xfrm>
            <a:off x="1988314" y="2550571"/>
            <a:ext cx="5188580" cy="979579"/>
            <a:chOff x="1977714" y="2446347"/>
            <a:chExt cx="5188580" cy="979579"/>
          </a:xfrm>
        </p:grpSpPr>
        <p:sp>
          <p:nvSpPr>
            <p:cNvPr id="2401" name="Google Shape;2401;p42"/>
            <p:cNvSpPr/>
            <p:nvPr/>
          </p:nvSpPr>
          <p:spPr>
            <a:xfrm rot="-5400000">
              <a:off x="3965014" y="459046"/>
              <a:ext cx="979579" cy="4954179"/>
            </a:xfrm>
            <a:custGeom>
              <a:avLst/>
              <a:gdLst/>
              <a:ahLst/>
              <a:cxnLst/>
              <a:rect l="l" t="t" r="r" b="b"/>
              <a:pathLst>
                <a:path w="3560" h="6367" fill="none" extrusionOk="0">
                  <a:moveTo>
                    <a:pt x="3559" y="6366"/>
                  </a:moveTo>
                  <a:lnTo>
                    <a:pt x="0" y="6366"/>
                  </a:lnTo>
                  <a:lnTo>
                    <a:pt x="0" y="0"/>
                  </a:lnTo>
                  <a:lnTo>
                    <a:pt x="3559" y="0"/>
                  </a:lnTo>
                  <a:close/>
                </a:path>
              </a:pathLst>
            </a:custGeom>
            <a:noFill/>
            <a:ln w="95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2"/>
            <p:cNvSpPr/>
            <p:nvPr/>
          </p:nvSpPr>
          <p:spPr>
            <a:xfrm rot="-5400000">
              <a:off x="6786704" y="2818783"/>
              <a:ext cx="524464" cy="234716"/>
            </a:xfrm>
            <a:custGeom>
              <a:avLst/>
              <a:gdLst/>
              <a:ahLst/>
              <a:cxnLst/>
              <a:rect l="l" t="t" r="r" b="b"/>
              <a:pathLst>
                <a:path w="1906" h="853" fill="none" extrusionOk="0">
                  <a:moveTo>
                    <a:pt x="1905" y="853"/>
                  </a:moveTo>
                  <a:lnTo>
                    <a:pt x="0" y="853"/>
                  </a:lnTo>
                  <a:lnTo>
                    <a:pt x="0" y="0"/>
                  </a:lnTo>
                  <a:lnTo>
                    <a:pt x="1905" y="0"/>
                  </a:lnTo>
                  <a:close/>
                </a:path>
              </a:pathLst>
            </a:custGeom>
            <a:noFill/>
            <a:ln w="95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2"/>
            <p:cNvSpPr/>
            <p:nvPr/>
          </p:nvSpPr>
          <p:spPr>
            <a:xfrm rot="-5400000">
              <a:off x="6259221"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2"/>
            <p:cNvSpPr/>
            <p:nvPr/>
          </p:nvSpPr>
          <p:spPr>
            <a:xfrm rot="-5400000">
              <a:off x="5859138" y="2767049"/>
              <a:ext cx="772663" cy="338178"/>
            </a:xfrm>
            <a:custGeom>
              <a:avLst/>
              <a:gdLst/>
              <a:ahLst/>
              <a:cxnLst/>
              <a:rect l="l" t="t" r="r" b="b"/>
              <a:pathLst>
                <a:path w="2808" h="1229" extrusionOk="0">
                  <a:moveTo>
                    <a:pt x="0" y="1"/>
                  </a:moveTo>
                  <a:lnTo>
                    <a:pt x="0" y="1229"/>
                  </a:lnTo>
                  <a:lnTo>
                    <a:pt x="2807" y="1229"/>
                  </a:lnTo>
                  <a:lnTo>
                    <a:pt x="280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2"/>
            <p:cNvSpPr/>
            <p:nvPr/>
          </p:nvSpPr>
          <p:spPr>
            <a:xfrm rot="-5400000">
              <a:off x="5455754" y="2763472"/>
              <a:ext cx="772663" cy="345332"/>
            </a:xfrm>
            <a:custGeom>
              <a:avLst/>
              <a:gdLst/>
              <a:ahLst/>
              <a:cxnLst/>
              <a:rect l="l" t="t" r="r" b="b"/>
              <a:pathLst>
                <a:path w="2808" h="1255" extrusionOk="0">
                  <a:moveTo>
                    <a:pt x="0" y="1"/>
                  </a:moveTo>
                  <a:lnTo>
                    <a:pt x="0" y="1254"/>
                  </a:lnTo>
                  <a:lnTo>
                    <a:pt x="2807" y="1254"/>
                  </a:lnTo>
                  <a:lnTo>
                    <a:pt x="280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2"/>
            <p:cNvSpPr/>
            <p:nvPr/>
          </p:nvSpPr>
          <p:spPr>
            <a:xfrm rot="-5400000">
              <a:off x="50523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2"/>
            <p:cNvSpPr/>
            <p:nvPr/>
          </p:nvSpPr>
          <p:spPr>
            <a:xfrm rot="-5400000">
              <a:off x="46525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2"/>
            <p:cNvSpPr/>
            <p:nvPr/>
          </p:nvSpPr>
          <p:spPr>
            <a:xfrm rot="-5400000">
              <a:off x="42527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2"/>
            <p:cNvSpPr/>
            <p:nvPr/>
          </p:nvSpPr>
          <p:spPr>
            <a:xfrm rot="-5400000">
              <a:off x="38529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2"/>
            <p:cNvSpPr/>
            <p:nvPr/>
          </p:nvSpPr>
          <p:spPr>
            <a:xfrm rot="-5400000">
              <a:off x="34531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2"/>
            <p:cNvSpPr/>
            <p:nvPr/>
          </p:nvSpPr>
          <p:spPr>
            <a:xfrm rot="-5400000">
              <a:off x="30533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2"/>
            <p:cNvSpPr/>
            <p:nvPr/>
          </p:nvSpPr>
          <p:spPr>
            <a:xfrm rot="-5400000">
              <a:off x="26535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2"/>
            <p:cNvSpPr/>
            <p:nvPr/>
          </p:nvSpPr>
          <p:spPr>
            <a:xfrm rot="-5400000">
              <a:off x="22537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2"/>
            <p:cNvSpPr/>
            <p:nvPr/>
          </p:nvSpPr>
          <p:spPr>
            <a:xfrm rot="-5400000">
              <a:off x="1853970" y="2767049"/>
              <a:ext cx="772663" cy="338178"/>
            </a:xfrm>
            <a:custGeom>
              <a:avLst/>
              <a:gdLst/>
              <a:ahLst/>
              <a:cxnLst/>
              <a:rect l="l" t="t" r="r" b="b"/>
              <a:pathLst>
                <a:path w="2808" h="1229" extrusionOk="0">
                  <a:moveTo>
                    <a:pt x="0" y="0"/>
                  </a:moveTo>
                  <a:lnTo>
                    <a:pt x="0" y="1228"/>
                  </a:lnTo>
                  <a:lnTo>
                    <a:pt x="2807" y="1228"/>
                  </a:lnTo>
                  <a:lnTo>
                    <a:pt x="2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5" name="Google Shape;2415;p42"/>
          <p:cNvSpPr txBox="1"/>
          <p:nvPr/>
        </p:nvSpPr>
        <p:spPr>
          <a:xfrm>
            <a:off x="4357563" y="1768225"/>
            <a:ext cx="2091000" cy="645300"/>
          </a:xfrm>
          <a:prstGeom prst="rect">
            <a:avLst/>
          </a:prstGeom>
          <a:noFill/>
          <a:ln>
            <a:noFill/>
          </a:ln>
        </p:spPr>
        <p:txBody>
          <a:bodyPr spcFirstLastPara="1" wrap="square" lIns="0" tIns="0" rIns="0" bIns="0" anchor="ctr" anchorCtr="0">
            <a:noAutofit/>
          </a:bodyPr>
          <a:lstStyle/>
          <a:p>
            <a:pPr lvl="0" algn="ctr"/>
            <a:r>
              <a:rPr lang="en" sz="1800" b="1" dirty="0">
                <a:solidFill>
                  <a:schemeClr val="dk1"/>
                </a:solidFill>
                <a:latin typeface="Roboto"/>
                <a:ea typeface="Roboto"/>
                <a:cs typeface="Roboto"/>
                <a:sym typeface="Roboto"/>
              </a:rPr>
              <a:t>3,94,499</a:t>
            </a:r>
            <a:endParaRPr sz="1800" b="1" dirty="0">
              <a:solidFill>
                <a:schemeClr val="dk1"/>
              </a:solidFill>
              <a:latin typeface="Roboto"/>
              <a:ea typeface="Roboto"/>
              <a:cs typeface="Roboto"/>
              <a:sym typeface="Roboto"/>
            </a:endParaRPr>
          </a:p>
        </p:txBody>
      </p:sp>
      <p:sp>
        <p:nvSpPr>
          <p:cNvPr id="2416" name="Google Shape;2416;p42"/>
          <p:cNvSpPr txBox="1"/>
          <p:nvPr/>
        </p:nvSpPr>
        <p:spPr>
          <a:xfrm>
            <a:off x="4357563" y="1451425"/>
            <a:ext cx="2091000" cy="316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400">
                <a:solidFill>
                  <a:schemeClr val="dk2"/>
                </a:solidFill>
                <a:latin typeface="Bebas Neue"/>
                <a:ea typeface="Bebas Neue"/>
                <a:cs typeface="Bebas Neue"/>
                <a:sym typeface="Bebas Neue"/>
              </a:rPr>
              <a:t>2019</a:t>
            </a:r>
            <a:endParaRPr sz="2400">
              <a:solidFill>
                <a:schemeClr val="dk2"/>
              </a:solidFill>
              <a:latin typeface="Bebas Neue"/>
              <a:ea typeface="Bebas Neue"/>
              <a:cs typeface="Bebas Neue"/>
              <a:sym typeface="Bebas Neue"/>
            </a:endParaRPr>
          </a:p>
        </p:txBody>
      </p:sp>
      <p:sp>
        <p:nvSpPr>
          <p:cNvPr id="2417" name="Google Shape;2417;p42"/>
          <p:cNvSpPr txBox="1"/>
          <p:nvPr/>
        </p:nvSpPr>
        <p:spPr>
          <a:xfrm>
            <a:off x="766213" y="1768225"/>
            <a:ext cx="2042100" cy="645300"/>
          </a:xfrm>
          <a:prstGeom prst="rect">
            <a:avLst/>
          </a:prstGeom>
          <a:noFill/>
          <a:ln>
            <a:noFill/>
          </a:ln>
        </p:spPr>
        <p:txBody>
          <a:bodyPr spcFirstLastPara="1" wrap="square" lIns="0" tIns="0" rIns="0" bIns="0" anchor="ctr" anchorCtr="0">
            <a:noAutofit/>
          </a:bodyPr>
          <a:lstStyle/>
          <a:p>
            <a:pPr algn="ctr"/>
            <a:r>
              <a:rPr lang="en" sz="1800" b="1" dirty="0">
                <a:solidFill>
                  <a:schemeClr val="dk1"/>
                </a:solidFill>
                <a:latin typeface="Roboto"/>
                <a:ea typeface="Roboto"/>
                <a:cs typeface="Roboto"/>
                <a:sym typeface="Roboto"/>
              </a:rPr>
              <a:t>53,117</a:t>
            </a:r>
            <a:endParaRPr sz="1800" b="1" dirty="0">
              <a:solidFill>
                <a:schemeClr val="dk1"/>
              </a:solidFill>
              <a:latin typeface="Roboto"/>
              <a:ea typeface="Roboto"/>
              <a:cs typeface="Roboto"/>
              <a:sym typeface="Roboto"/>
            </a:endParaRPr>
          </a:p>
        </p:txBody>
      </p:sp>
      <p:sp>
        <p:nvSpPr>
          <p:cNvPr id="2418" name="Google Shape;2418;p42"/>
          <p:cNvSpPr txBox="1"/>
          <p:nvPr/>
        </p:nvSpPr>
        <p:spPr>
          <a:xfrm>
            <a:off x="766213" y="1451425"/>
            <a:ext cx="2042100" cy="316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400">
                <a:solidFill>
                  <a:schemeClr val="dk2"/>
                </a:solidFill>
                <a:latin typeface="Bebas Neue"/>
                <a:ea typeface="Bebas Neue"/>
                <a:cs typeface="Bebas Neue"/>
                <a:sym typeface="Bebas Neue"/>
              </a:rPr>
              <a:t>2017</a:t>
            </a:r>
            <a:endParaRPr sz="2400">
              <a:solidFill>
                <a:schemeClr val="dk2"/>
              </a:solidFill>
              <a:latin typeface="Bebas Neue"/>
              <a:ea typeface="Bebas Neue"/>
              <a:cs typeface="Bebas Neue"/>
              <a:sym typeface="Bebas Neue"/>
            </a:endParaRPr>
          </a:p>
        </p:txBody>
      </p:sp>
      <p:sp>
        <p:nvSpPr>
          <p:cNvPr id="2419" name="Google Shape;2419;p42"/>
          <p:cNvSpPr txBox="1"/>
          <p:nvPr/>
        </p:nvSpPr>
        <p:spPr>
          <a:xfrm>
            <a:off x="6286788" y="3983997"/>
            <a:ext cx="2091000" cy="645300"/>
          </a:xfrm>
          <a:prstGeom prst="rect">
            <a:avLst/>
          </a:prstGeom>
          <a:noFill/>
          <a:ln>
            <a:noFill/>
          </a:ln>
        </p:spPr>
        <p:txBody>
          <a:bodyPr spcFirstLastPara="1" wrap="square" lIns="0" tIns="0" rIns="0" bIns="0" anchor="ctr" anchorCtr="0">
            <a:noAutofit/>
          </a:bodyPr>
          <a:lstStyle/>
          <a:p>
            <a:pPr lvl="0" algn="ctr"/>
            <a:r>
              <a:rPr lang="en" sz="1800" b="1" dirty="0">
                <a:solidFill>
                  <a:schemeClr val="dk1"/>
                </a:solidFill>
                <a:latin typeface="Roboto"/>
                <a:ea typeface="Roboto"/>
                <a:cs typeface="Roboto"/>
                <a:sym typeface="Roboto"/>
              </a:rPr>
              <a:t>11,58,208</a:t>
            </a:r>
            <a:endParaRPr sz="1800" b="1" dirty="0">
              <a:solidFill>
                <a:schemeClr val="dk1"/>
              </a:solidFill>
              <a:latin typeface="Roboto"/>
              <a:ea typeface="Roboto"/>
              <a:cs typeface="Roboto"/>
              <a:sym typeface="Roboto"/>
            </a:endParaRPr>
          </a:p>
        </p:txBody>
      </p:sp>
      <p:sp>
        <p:nvSpPr>
          <p:cNvPr id="2420" name="Google Shape;2420;p42"/>
          <p:cNvSpPr txBox="1"/>
          <p:nvPr/>
        </p:nvSpPr>
        <p:spPr>
          <a:xfrm>
            <a:off x="6286795" y="3667200"/>
            <a:ext cx="2091000" cy="316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400">
                <a:solidFill>
                  <a:schemeClr val="dk2"/>
                </a:solidFill>
                <a:latin typeface="Bebas Neue"/>
                <a:ea typeface="Bebas Neue"/>
                <a:cs typeface="Bebas Neue"/>
                <a:sym typeface="Bebas Neue"/>
              </a:rPr>
              <a:t>2020</a:t>
            </a:r>
            <a:endParaRPr sz="2400">
              <a:solidFill>
                <a:schemeClr val="dk2"/>
              </a:solidFill>
              <a:latin typeface="Bebas Neue"/>
              <a:ea typeface="Bebas Neue"/>
              <a:cs typeface="Bebas Neue"/>
              <a:sym typeface="Bebas Neue"/>
            </a:endParaRPr>
          </a:p>
        </p:txBody>
      </p:sp>
      <p:sp>
        <p:nvSpPr>
          <p:cNvPr id="2421" name="Google Shape;2421;p42"/>
          <p:cNvSpPr txBox="1"/>
          <p:nvPr/>
        </p:nvSpPr>
        <p:spPr>
          <a:xfrm>
            <a:off x="2819791" y="3983997"/>
            <a:ext cx="2042100" cy="645300"/>
          </a:xfrm>
          <a:prstGeom prst="rect">
            <a:avLst/>
          </a:prstGeom>
          <a:noFill/>
          <a:ln>
            <a:noFill/>
          </a:ln>
        </p:spPr>
        <p:txBody>
          <a:bodyPr spcFirstLastPara="1" wrap="square" lIns="0" tIns="0" rIns="0" bIns="0" anchor="ctr" anchorCtr="0">
            <a:noAutofit/>
          </a:bodyPr>
          <a:lstStyle/>
          <a:p>
            <a:pPr lvl="0" algn="ctr"/>
            <a:r>
              <a:rPr lang="en" sz="1800" b="1" dirty="0">
                <a:solidFill>
                  <a:schemeClr val="dk1"/>
                </a:solidFill>
                <a:latin typeface="Roboto"/>
                <a:ea typeface="Roboto"/>
                <a:cs typeface="Roboto"/>
                <a:sym typeface="Roboto"/>
              </a:rPr>
              <a:t>208,456</a:t>
            </a:r>
            <a:endParaRPr sz="1800" b="1" dirty="0">
              <a:solidFill>
                <a:schemeClr val="dk1"/>
              </a:solidFill>
              <a:latin typeface="Roboto"/>
              <a:ea typeface="Roboto"/>
              <a:cs typeface="Roboto"/>
              <a:sym typeface="Roboto"/>
            </a:endParaRPr>
          </a:p>
        </p:txBody>
      </p:sp>
      <p:sp>
        <p:nvSpPr>
          <p:cNvPr id="2422" name="Google Shape;2422;p42"/>
          <p:cNvSpPr txBox="1"/>
          <p:nvPr/>
        </p:nvSpPr>
        <p:spPr>
          <a:xfrm>
            <a:off x="2869846" y="3667200"/>
            <a:ext cx="2042100" cy="316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400">
                <a:solidFill>
                  <a:schemeClr val="dk2"/>
                </a:solidFill>
                <a:latin typeface="Bebas Neue"/>
                <a:ea typeface="Bebas Neue"/>
                <a:cs typeface="Bebas Neue"/>
                <a:sym typeface="Bebas Neue"/>
              </a:rPr>
              <a:t>2018</a:t>
            </a:r>
            <a:endParaRPr sz="2400">
              <a:solidFill>
                <a:schemeClr val="dk2"/>
              </a:solidFill>
              <a:latin typeface="Bebas Neue"/>
              <a:ea typeface="Bebas Neue"/>
              <a:cs typeface="Bebas Neue"/>
              <a:sym typeface="Bebas Neue"/>
            </a:endParaRPr>
          </a:p>
        </p:txBody>
      </p:sp>
      <p:cxnSp>
        <p:nvCxnSpPr>
          <p:cNvPr id="2423" name="Google Shape;2423;p42"/>
          <p:cNvCxnSpPr>
            <a:stCxn id="2417" idx="2"/>
          </p:cNvCxnSpPr>
          <p:nvPr/>
        </p:nvCxnSpPr>
        <p:spPr>
          <a:xfrm rot="-5400000" flipH="1">
            <a:off x="1664563" y="2536225"/>
            <a:ext cx="731700" cy="486300"/>
          </a:xfrm>
          <a:prstGeom prst="bentConnector3">
            <a:avLst>
              <a:gd name="adj1" fmla="val 50000"/>
            </a:avLst>
          </a:prstGeom>
          <a:noFill/>
          <a:ln w="19050" cap="flat" cmpd="sng">
            <a:solidFill>
              <a:schemeClr val="dk2"/>
            </a:solidFill>
            <a:prstDash val="solid"/>
            <a:round/>
            <a:headEnd type="none" w="med" len="med"/>
            <a:tailEnd type="oval" w="med" len="med"/>
          </a:ln>
        </p:spPr>
      </p:cxnSp>
      <p:cxnSp>
        <p:nvCxnSpPr>
          <p:cNvPr id="2424" name="Google Shape;2424;p42"/>
          <p:cNvCxnSpPr>
            <a:stCxn id="2420" idx="0"/>
          </p:cNvCxnSpPr>
          <p:nvPr/>
        </p:nvCxnSpPr>
        <p:spPr>
          <a:xfrm rot="5400000" flipH="1">
            <a:off x="6696595" y="3031500"/>
            <a:ext cx="626400" cy="645000"/>
          </a:xfrm>
          <a:prstGeom prst="bentConnector2">
            <a:avLst/>
          </a:prstGeom>
          <a:noFill/>
          <a:ln w="19050" cap="flat" cmpd="sng">
            <a:solidFill>
              <a:schemeClr val="dk2"/>
            </a:solidFill>
            <a:prstDash val="solid"/>
            <a:round/>
            <a:headEnd type="none" w="med" len="med"/>
            <a:tailEnd type="oval" w="med" len="med"/>
          </a:ln>
        </p:spPr>
      </p:cxnSp>
      <p:cxnSp>
        <p:nvCxnSpPr>
          <p:cNvPr id="2425" name="Google Shape;2425;p42"/>
          <p:cNvCxnSpPr/>
          <p:nvPr/>
        </p:nvCxnSpPr>
        <p:spPr>
          <a:xfrm rot="10800000" flipH="1">
            <a:off x="2972255" y="3040360"/>
            <a:ext cx="875100" cy="1257300"/>
          </a:xfrm>
          <a:prstGeom prst="bentConnector4">
            <a:avLst>
              <a:gd name="adj1" fmla="val -26121"/>
              <a:gd name="adj2" fmla="val 55062"/>
            </a:avLst>
          </a:prstGeom>
          <a:noFill/>
          <a:ln w="19050" cap="flat" cmpd="sng">
            <a:solidFill>
              <a:schemeClr val="dk2"/>
            </a:solidFill>
            <a:prstDash val="solid"/>
            <a:round/>
            <a:headEnd type="none" w="med" len="med"/>
            <a:tailEnd type="oval" w="med" len="med"/>
          </a:ln>
        </p:spPr>
      </p:cxnSp>
      <p:cxnSp>
        <p:nvCxnSpPr>
          <p:cNvPr id="2426" name="Google Shape;2426;p42"/>
          <p:cNvCxnSpPr>
            <a:stCxn id="2415" idx="2"/>
          </p:cNvCxnSpPr>
          <p:nvPr/>
        </p:nvCxnSpPr>
        <p:spPr>
          <a:xfrm rot="-5400000" flipH="1">
            <a:off x="5298513" y="2518075"/>
            <a:ext cx="644700" cy="435600"/>
          </a:xfrm>
          <a:prstGeom prst="bentConnector3">
            <a:avLst>
              <a:gd name="adj1" fmla="val 50000"/>
            </a:avLst>
          </a:prstGeom>
          <a:noFill/>
          <a:ln w="19050" cap="flat" cmpd="sng">
            <a:solidFill>
              <a:schemeClr val="dk2"/>
            </a:solidFill>
            <a:prstDash val="solid"/>
            <a:round/>
            <a:headEnd type="none" w="med" len="med"/>
            <a:tailEnd type="oval" w="med" len="med"/>
          </a:ln>
        </p:spPr>
      </p:cxnSp>
      <p:sp>
        <p:nvSpPr>
          <p:cNvPr id="32" name="Google Shape;2051;p32"/>
          <p:cNvSpPr txBox="1">
            <a:spLocks/>
          </p:cNvSpPr>
          <p:nvPr/>
        </p:nvSpPr>
        <p:spPr>
          <a:xfrm>
            <a:off x="5618391" y="4701027"/>
            <a:ext cx="3149214" cy="185055"/>
          </a:xfrm>
          <a:prstGeom prst="rect">
            <a:avLst/>
          </a:prstGeom>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solidFill>
                  <a:schemeClr val="dk1"/>
                </a:solidFill>
                <a:latin typeface="Roboto"/>
                <a:ea typeface="Roboto"/>
                <a:cs typeface="Roboto"/>
              </a:rPr>
              <a:t>Source: https://</a:t>
            </a:r>
            <a:r>
              <a:rPr lang="en-US" dirty="0" smtClean="0">
                <a:solidFill>
                  <a:schemeClr val="dk1"/>
                </a:solidFill>
                <a:latin typeface="Roboto"/>
                <a:ea typeface="Roboto"/>
                <a:cs typeface="Roboto"/>
              </a:rPr>
              <a:t>www.livemint.com</a:t>
            </a:r>
            <a:endParaRPr lang="en-US" dirty="0">
              <a:solidFill>
                <a:schemeClr val="dk1"/>
              </a:solidFill>
              <a:latin typeface="Roboto"/>
              <a:ea typeface="Roboto"/>
              <a:cs typeface="Roboto"/>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25"/>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IN" dirty="0" smtClean="0">
                <a:latin typeface="Bebas Neue"/>
                <a:ea typeface="Bebas Neue"/>
                <a:cs typeface="Bebas Neue"/>
                <a:sym typeface="Bebas Neue"/>
              </a:rPr>
              <a:t>I</a:t>
            </a:r>
            <a:r>
              <a:rPr lang="en" dirty="0" smtClean="0">
                <a:latin typeface="Bebas Neue"/>
                <a:ea typeface="Bebas Neue"/>
                <a:cs typeface="Bebas Neue"/>
                <a:sym typeface="Bebas Neue"/>
              </a:rPr>
              <a:t>mpact of cyber attack</a:t>
            </a:r>
            <a:endParaRPr dirty="0">
              <a:latin typeface="Bebas Neue"/>
              <a:ea typeface="Bebas Neue"/>
              <a:cs typeface="Bebas Neue"/>
              <a:sym typeface="Bebas Neue"/>
            </a:endParaRPr>
          </a:p>
        </p:txBody>
      </p:sp>
      <p:sp>
        <p:nvSpPr>
          <p:cNvPr id="1878" name="Google Shape;1878;p25"/>
          <p:cNvSpPr txBox="1">
            <a:spLocks noGrp="1"/>
          </p:cNvSpPr>
          <p:nvPr>
            <p:ph type="body" idx="1"/>
          </p:nvPr>
        </p:nvSpPr>
        <p:spPr>
          <a:xfrm>
            <a:off x="720000" y="1242425"/>
            <a:ext cx="7704000" cy="3326700"/>
          </a:xfrm>
          <a:prstGeom prst="rect">
            <a:avLst/>
          </a:prstGeom>
        </p:spPr>
        <p:txBody>
          <a:bodyPr spcFirstLastPara="1" wrap="square" lIns="0" tIns="0" rIns="0" bIns="0" anchor="t" anchorCtr="0">
            <a:noAutofit/>
          </a:bodyPr>
          <a:lstStyle/>
          <a:p>
            <a:pPr marL="0" lvl="0" indent="0">
              <a:buNone/>
            </a:pPr>
            <a:r>
              <a:rPr lang="en-US" sz="1800" dirty="0">
                <a:solidFill>
                  <a:schemeClr val="tx1"/>
                </a:solidFill>
              </a:rPr>
              <a:t>A successful cyber attack can cause major damage to your business. It can affect your bottom line, as well as your business' standing and consumer trust.</a:t>
            </a:r>
          </a:p>
          <a:p>
            <a:pPr marL="0" lvl="0" indent="0">
              <a:buNone/>
            </a:pPr>
            <a:endParaRPr lang="en-US" sz="1800" dirty="0">
              <a:solidFill>
                <a:schemeClr val="tx1"/>
              </a:solidFill>
            </a:endParaRPr>
          </a:p>
          <a:p>
            <a:pPr marL="0" lvl="0" indent="0">
              <a:buNone/>
            </a:pPr>
            <a:endParaRPr lang="en-US" sz="1800" dirty="0" smtClean="0">
              <a:solidFill>
                <a:schemeClr val="tx1"/>
              </a:solidFill>
              <a:latin typeface="Open Sans" panose="020B0604020202020204" pitchFamily="34" charset="0"/>
              <a:sym typeface="Roboto"/>
            </a:endParaRPr>
          </a:p>
          <a:p>
            <a:pPr marL="0" lvl="0" indent="0">
              <a:buNone/>
            </a:pPr>
            <a:endParaRPr lang="en-US" sz="1800" dirty="0">
              <a:solidFill>
                <a:schemeClr val="tx1"/>
              </a:solidFill>
              <a:latin typeface="Open Sans" panose="020B0604020202020204" pitchFamily="34" charset="0"/>
              <a:sym typeface="Roboto"/>
            </a:endParaRPr>
          </a:p>
          <a:p>
            <a:pPr marL="171450" lvl="0" indent="-171450">
              <a:buFont typeface="Wingdings" panose="05000000000000000000" pitchFamily="2" charset="2"/>
              <a:buChar char="§"/>
            </a:pPr>
            <a:r>
              <a:rPr lang="en-US" sz="1800" dirty="0" smtClean="0">
                <a:solidFill>
                  <a:schemeClr val="tx1"/>
                </a:solidFill>
                <a:sym typeface="Roboto"/>
              </a:rPr>
              <a:t>Economic Damage</a:t>
            </a:r>
          </a:p>
          <a:p>
            <a:pPr marL="171450" lvl="0" indent="-171450">
              <a:buFont typeface="Wingdings" panose="05000000000000000000" pitchFamily="2" charset="2"/>
              <a:buChar char="§"/>
            </a:pPr>
            <a:r>
              <a:rPr lang="en-US" sz="1800" dirty="0" smtClean="0">
                <a:solidFill>
                  <a:schemeClr val="tx1"/>
                </a:solidFill>
              </a:rPr>
              <a:t>Reputational Damage</a:t>
            </a:r>
          </a:p>
          <a:p>
            <a:pPr marL="171450" lvl="0" indent="-171450">
              <a:buFont typeface="Wingdings" panose="05000000000000000000" pitchFamily="2" charset="2"/>
              <a:buChar char="§"/>
            </a:pPr>
            <a:r>
              <a:rPr lang="en-US" sz="1800" dirty="0" smtClean="0">
                <a:solidFill>
                  <a:schemeClr val="tx1"/>
                </a:solidFill>
                <a:sym typeface="Roboto"/>
              </a:rPr>
              <a:t>Legal Consequences</a:t>
            </a:r>
            <a:endParaRPr sz="1800" dirty="0">
              <a:solidFill>
                <a:schemeClr val="tx1"/>
              </a:solidFill>
              <a:sym typeface="Roboto"/>
            </a:endParaRPr>
          </a:p>
        </p:txBody>
      </p:sp>
      <p:pic>
        <p:nvPicPr>
          <p:cNvPr id="4" name="Picture 3">
            <a:extLst>
              <a:ext uri="{FF2B5EF4-FFF2-40B4-BE49-F238E27FC236}">
                <a16:creationId xmlns:a16="http://schemas.microsoft.com/office/drawing/2014/main" id="{DA9C1BC3-E6A8-44AA-99D3-C02484A69151}"/>
              </a:ext>
            </a:extLst>
          </p:cNvPr>
          <p:cNvPicPr>
            <a:picLocks noChangeAspect="1"/>
          </p:cNvPicPr>
          <p:nvPr/>
        </p:nvPicPr>
        <p:blipFill>
          <a:blip r:embed="rId3"/>
          <a:stretch>
            <a:fillRect/>
          </a:stretch>
        </p:blipFill>
        <p:spPr>
          <a:xfrm>
            <a:off x="4650800" y="2515575"/>
            <a:ext cx="2619375" cy="174307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25"/>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dirty="0" smtClean="0">
                <a:latin typeface="Bebas Neue"/>
                <a:ea typeface="Bebas Neue"/>
                <a:cs typeface="Bebas Neue"/>
                <a:sym typeface="Bebas Neue"/>
              </a:rPr>
              <a:t>Cyber Security Practices</a:t>
            </a:r>
            <a:endParaRPr dirty="0">
              <a:latin typeface="Bebas Neue"/>
              <a:ea typeface="Bebas Neue"/>
              <a:cs typeface="Bebas Neue"/>
              <a:sym typeface="Bebas Neue"/>
            </a:endParaRPr>
          </a:p>
        </p:txBody>
      </p:sp>
      <p:sp>
        <p:nvSpPr>
          <p:cNvPr id="1878" name="Google Shape;1878;p25"/>
          <p:cNvSpPr txBox="1">
            <a:spLocks noGrp="1"/>
          </p:cNvSpPr>
          <p:nvPr>
            <p:ph type="body" idx="1"/>
          </p:nvPr>
        </p:nvSpPr>
        <p:spPr>
          <a:xfrm>
            <a:off x="720000" y="1650569"/>
            <a:ext cx="7704000" cy="2817818"/>
          </a:xfrm>
          <a:prstGeom prst="rect">
            <a:avLst/>
          </a:prstGeom>
        </p:spPr>
        <p:txBody>
          <a:bodyPr spcFirstLastPara="1" wrap="square" lIns="0" tIns="0" rIns="0" bIns="0" anchor="t" anchorCtr="0">
            <a:noAutofit/>
          </a:bodyPr>
          <a:lstStyle/>
          <a:p>
            <a:pPr marL="355600" indent="-228600">
              <a:buFont typeface="+mj-lt"/>
              <a:buAutoNum type="arabicPeriod"/>
            </a:pPr>
            <a:r>
              <a:rPr lang="en-IN" sz="1800" dirty="0">
                <a:solidFill>
                  <a:schemeClr val="tx1"/>
                </a:solidFill>
                <a:latin typeface="Roboto" panose="020B0604020202020204" charset="0"/>
                <a:ea typeface="Roboto" panose="020B0604020202020204" charset="0"/>
                <a:cs typeface="Arial"/>
                <a:sym typeface="Arial"/>
              </a:rPr>
              <a:t>Use a firewall</a:t>
            </a:r>
          </a:p>
          <a:p>
            <a:pPr marL="355600" indent="-228600">
              <a:buFont typeface="+mj-lt"/>
              <a:buAutoNum type="arabicPeriod"/>
            </a:pPr>
            <a:r>
              <a:rPr lang="en-US" sz="1800" dirty="0">
                <a:solidFill>
                  <a:schemeClr val="tx1"/>
                </a:solidFill>
                <a:latin typeface="Roboto" panose="020B0604020202020204" charset="0"/>
                <a:ea typeface="Roboto" panose="020B0604020202020204" charset="0"/>
                <a:cs typeface="Arial"/>
                <a:sym typeface="Arial"/>
              </a:rPr>
              <a:t>Document your cybersecurity policies</a:t>
            </a:r>
          </a:p>
          <a:p>
            <a:pPr marL="355600" indent="-228600">
              <a:buFont typeface="+mj-lt"/>
              <a:buAutoNum type="arabicPeriod"/>
            </a:pPr>
            <a:r>
              <a:rPr lang="en-IN" sz="1800" dirty="0">
                <a:solidFill>
                  <a:schemeClr val="tx1"/>
                </a:solidFill>
                <a:latin typeface="Roboto" panose="020B0604020202020204" charset="0"/>
                <a:ea typeface="Roboto" panose="020B0604020202020204" charset="0"/>
                <a:cs typeface="Arial"/>
                <a:sym typeface="Arial"/>
              </a:rPr>
              <a:t>Plan for mobile devices</a:t>
            </a:r>
          </a:p>
          <a:p>
            <a:pPr marL="355600" indent="-228600">
              <a:buFont typeface="+mj-lt"/>
              <a:buAutoNum type="arabicPeriod"/>
            </a:pPr>
            <a:r>
              <a:rPr lang="en-IN" sz="1800" dirty="0">
                <a:solidFill>
                  <a:schemeClr val="tx1"/>
                </a:solidFill>
                <a:latin typeface="Roboto" panose="020B0604020202020204" charset="0"/>
                <a:ea typeface="Roboto" panose="020B0604020202020204" charset="0"/>
                <a:cs typeface="Arial"/>
                <a:sym typeface="Arial"/>
              </a:rPr>
              <a:t>Educate all employees</a:t>
            </a:r>
          </a:p>
          <a:p>
            <a:pPr marL="355600" indent="-228600">
              <a:buFont typeface="+mj-lt"/>
              <a:buAutoNum type="arabicPeriod"/>
            </a:pPr>
            <a:r>
              <a:rPr lang="en-US" sz="1800" dirty="0">
                <a:solidFill>
                  <a:schemeClr val="tx1"/>
                </a:solidFill>
                <a:latin typeface="Roboto" panose="020B0604020202020204" charset="0"/>
                <a:ea typeface="Roboto" panose="020B0604020202020204" charset="0"/>
                <a:cs typeface="Arial"/>
                <a:sym typeface="Arial"/>
              </a:rPr>
              <a:t>Enforce safe password practices</a:t>
            </a:r>
          </a:p>
          <a:p>
            <a:pPr marL="355600" indent="-228600">
              <a:buFont typeface="+mj-lt"/>
              <a:buAutoNum type="arabicPeriod"/>
            </a:pPr>
            <a:r>
              <a:rPr lang="en-US" sz="1800" dirty="0">
                <a:solidFill>
                  <a:schemeClr val="tx1"/>
                </a:solidFill>
                <a:latin typeface="Roboto" panose="020B0604020202020204" charset="0"/>
                <a:ea typeface="Roboto" panose="020B0604020202020204" charset="0"/>
                <a:cs typeface="Arial"/>
                <a:sym typeface="Arial"/>
              </a:rPr>
              <a:t>Regularly back up all data</a:t>
            </a:r>
          </a:p>
          <a:p>
            <a:pPr marL="355600" indent="-228600">
              <a:buFont typeface="+mj-lt"/>
              <a:buAutoNum type="arabicPeriod"/>
            </a:pPr>
            <a:r>
              <a:rPr lang="en-IN" sz="1800" dirty="0">
                <a:solidFill>
                  <a:schemeClr val="tx1"/>
                </a:solidFill>
                <a:latin typeface="Roboto" panose="020B0604020202020204" charset="0"/>
                <a:ea typeface="Roboto" panose="020B0604020202020204" charset="0"/>
                <a:cs typeface="Arial"/>
                <a:sym typeface="Arial"/>
              </a:rPr>
              <a:t>Install anti-malware software</a:t>
            </a:r>
          </a:p>
        </p:txBody>
      </p:sp>
      <p:grpSp>
        <p:nvGrpSpPr>
          <p:cNvPr id="57" name="Google Shape;12634;p67"/>
          <p:cNvGrpSpPr/>
          <p:nvPr/>
        </p:nvGrpSpPr>
        <p:grpSpPr>
          <a:xfrm>
            <a:off x="6985304" y="2271328"/>
            <a:ext cx="359154" cy="359154"/>
            <a:chOff x="-46772025" y="2701925"/>
            <a:chExt cx="300900" cy="300900"/>
          </a:xfrm>
          <a:solidFill>
            <a:srgbClr val="FF0000"/>
          </a:solidFill>
        </p:grpSpPr>
        <p:sp>
          <p:nvSpPr>
            <p:cNvPr id="58" name="Google Shape;12635;p67"/>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2636;p67"/>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12634;p67"/>
          <p:cNvGrpSpPr/>
          <p:nvPr/>
        </p:nvGrpSpPr>
        <p:grpSpPr>
          <a:xfrm>
            <a:off x="7373501" y="2296649"/>
            <a:ext cx="359154" cy="359154"/>
            <a:chOff x="-46772025" y="2701925"/>
            <a:chExt cx="300900" cy="300900"/>
          </a:xfrm>
          <a:solidFill>
            <a:srgbClr val="FF0000"/>
          </a:solidFill>
        </p:grpSpPr>
        <p:sp>
          <p:nvSpPr>
            <p:cNvPr id="61" name="Google Shape;12635;p67"/>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636;p67"/>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12634;p67"/>
          <p:cNvGrpSpPr/>
          <p:nvPr/>
        </p:nvGrpSpPr>
        <p:grpSpPr>
          <a:xfrm>
            <a:off x="5531584" y="2142585"/>
            <a:ext cx="359154" cy="359154"/>
            <a:chOff x="-46772025" y="2701925"/>
            <a:chExt cx="300900" cy="300900"/>
          </a:xfrm>
          <a:solidFill>
            <a:srgbClr val="FF0000"/>
          </a:solidFill>
        </p:grpSpPr>
        <p:sp>
          <p:nvSpPr>
            <p:cNvPr id="64" name="Google Shape;12635;p67"/>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2636;p67"/>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12634;p67"/>
          <p:cNvGrpSpPr/>
          <p:nvPr/>
        </p:nvGrpSpPr>
        <p:grpSpPr>
          <a:xfrm>
            <a:off x="6655709" y="2832607"/>
            <a:ext cx="359154" cy="359154"/>
            <a:chOff x="-46772025" y="2701925"/>
            <a:chExt cx="300900" cy="300900"/>
          </a:xfrm>
          <a:solidFill>
            <a:srgbClr val="FF0000"/>
          </a:solidFill>
        </p:grpSpPr>
        <p:sp>
          <p:nvSpPr>
            <p:cNvPr id="67" name="Google Shape;12635;p67"/>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2636;p67"/>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12634;p67"/>
          <p:cNvGrpSpPr/>
          <p:nvPr/>
        </p:nvGrpSpPr>
        <p:grpSpPr>
          <a:xfrm>
            <a:off x="6289781" y="1672342"/>
            <a:ext cx="359154" cy="359154"/>
            <a:chOff x="-46772025" y="2701925"/>
            <a:chExt cx="300900" cy="300900"/>
          </a:xfrm>
          <a:solidFill>
            <a:srgbClr val="FF0000"/>
          </a:solidFill>
        </p:grpSpPr>
        <p:sp>
          <p:nvSpPr>
            <p:cNvPr id="70" name="Google Shape;12635;p67"/>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2636;p67"/>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12634;p67"/>
          <p:cNvGrpSpPr/>
          <p:nvPr/>
        </p:nvGrpSpPr>
        <p:grpSpPr>
          <a:xfrm>
            <a:off x="8051207" y="3159739"/>
            <a:ext cx="359154" cy="359154"/>
            <a:chOff x="-46772025" y="2701925"/>
            <a:chExt cx="300900" cy="300900"/>
          </a:xfrm>
          <a:solidFill>
            <a:srgbClr val="FF0000"/>
          </a:solidFill>
        </p:grpSpPr>
        <p:sp>
          <p:nvSpPr>
            <p:cNvPr id="73" name="Google Shape;12635;p67"/>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2636;p67"/>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9049;p58"/>
          <p:cNvGrpSpPr/>
          <p:nvPr/>
        </p:nvGrpSpPr>
        <p:grpSpPr>
          <a:xfrm>
            <a:off x="5046982" y="1419735"/>
            <a:ext cx="3725322" cy="2472136"/>
            <a:chOff x="3597785" y="3065882"/>
            <a:chExt cx="2241344" cy="1330656"/>
          </a:xfrm>
        </p:grpSpPr>
        <p:grpSp>
          <p:nvGrpSpPr>
            <p:cNvPr id="76" name="Google Shape;9050;p58"/>
            <p:cNvGrpSpPr/>
            <p:nvPr/>
          </p:nvGrpSpPr>
          <p:grpSpPr>
            <a:xfrm>
              <a:off x="5296908" y="3937355"/>
              <a:ext cx="143198" cy="32380"/>
              <a:chOff x="5296908" y="3937355"/>
              <a:chExt cx="143198" cy="32380"/>
            </a:xfrm>
          </p:grpSpPr>
          <p:sp>
            <p:nvSpPr>
              <p:cNvPr id="880" name="Google Shape;9051;p58"/>
              <p:cNvSpPr/>
              <p:nvPr/>
            </p:nvSpPr>
            <p:spPr>
              <a:xfrm>
                <a:off x="5319457" y="3952794"/>
                <a:ext cx="111895" cy="8"/>
              </a:xfrm>
              <a:custGeom>
                <a:avLst/>
                <a:gdLst/>
                <a:ahLst/>
                <a:cxnLst/>
                <a:rect l="l" t="t" r="r" b="b"/>
                <a:pathLst>
                  <a:path w="14227" h="1" fill="none" extrusionOk="0">
                    <a:moveTo>
                      <a:pt x="1" y="0"/>
                    </a:moveTo>
                    <a:lnTo>
                      <a:pt x="142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1" name="Google Shape;9052;p58"/>
              <p:cNvGrpSpPr/>
              <p:nvPr/>
            </p:nvGrpSpPr>
            <p:grpSpPr>
              <a:xfrm>
                <a:off x="5402331" y="3937355"/>
                <a:ext cx="37776" cy="32380"/>
                <a:chOff x="5402331" y="3937355"/>
                <a:chExt cx="37776" cy="32380"/>
              </a:xfrm>
            </p:grpSpPr>
            <p:sp>
              <p:nvSpPr>
                <p:cNvPr id="885" name="Google Shape;9053;p58"/>
                <p:cNvSpPr/>
                <p:nvPr/>
              </p:nvSpPr>
              <p:spPr>
                <a:xfrm>
                  <a:off x="5402331" y="3937355"/>
                  <a:ext cx="37776" cy="32380"/>
                </a:xfrm>
                <a:custGeom>
                  <a:avLst/>
                  <a:gdLst/>
                  <a:ahLst/>
                  <a:cxnLst/>
                  <a:rect l="l" t="t" r="r" b="b"/>
                  <a:pathLst>
                    <a:path w="4803" h="4117" extrusionOk="0">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9054;p58"/>
                <p:cNvSpPr/>
                <p:nvPr/>
              </p:nvSpPr>
              <p:spPr>
                <a:xfrm>
                  <a:off x="5415174" y="3946990"/>
                  <a:ext cx="15321" cy="13064"/>
                </a:xfrm>
                <a:custGeom>
                  <a:avLst/>
                  <a:gdLst/>
                  <a:ahLst/>
                  <a:cxnLst/>
                  <a:rect l="l" t="t" r="r" b="b"/>
                  <a:pathLst>
                    <a:path w="1948" h="1661" extrusionOk="0">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 name="Google Shape;9055;p58"/>
              <p:cNvGrpSpPr/>
              <p:nvPr/>
            </p:nvGrpSpPr>
            <p:grpSpPr>
              <a:xfrm>
                <a:off x="5296908" y="3937355"/>
                <a:ext cx="37783" cy="32380"/>
                <a:chOff x="5296908" y="3937355"/>
                <a:chExt cx="37783" cy="32380"/>
              </a:xfrm>
            </p:grpSpPr>
            <p:sp>
              <p:nvSpPr>
                <p:cNvPr id="883" name="Google Shape;9056;p58"/>
                <p:cNvSpPr/>
                <p:nvPr/>
              </p:nvSpPr>
              <p:spPr>
                <a:xfrm>
                  <a:off x="5296908" y="3937355"/>
                  <a:ext cx="37783" cy="32380"/>
                </a:xfrm>
                <a:custGeom>
                  <a:avLst/>
                  <a:gdLst/>
                  <a:ahLst/>
                  <a:cxnLst/>
                  <a:rect l="l" t="t" r="r" b="b"/>
                  <a:pathLst>
                    <a:path w="4804" h="4117" extrusionOk="0">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9057;p58"/>
                <p:cNvSpPr/>
                <p:nvPr/>
              </p:nvSpPr>
              <p:spPr>
                <a:xfrm>
                  <a:off x="5309846" y="3946990"/>
                  <a:ext cx="15235" cy="13064"/>
                </a:xfrm>
                <a:custGeom>
                  <a:avLst/>
                  <a:gdLst/>
                  <a:ahLst/>
                  <a:cxnLst/>
                  <a:rect l="l" t="t" r="r" b="b"/>
                  <a:pathLst>
                    <a:path w="1937" h="1661" extrusionOk="0">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 name="Google Shape;9058;p58"/>
            <p:cNvGrpSpPr/>
            <p:nvPr/>
          </p:nvGrpSpPr>
          <p:grpSpPr>
            <a:xfrm>
              <a:off x="4724163" y="3119631"/>
              <a:ext cx="120838" cy="84218"/>
              <a:chOff x="4724163" y="3119631"/>
              <a:chExt cx="120838" cy="84218"/>
            </a:xfrm>
          </p:grpSpPr>
          <p:grpSp>
            <p:nvGrpSpPr>
              <p:cNvPr id="865" name="Google Shape;9059;p58"/>
              <p:cNvGrpSpPr/>
              <p:nvPr/>
            </p:nvGrpSpPr>
            <p:grpSpPr>
              <a:xfrm>
                <a:off x="4746712" y="3132773"/>
                <a:ext cx="86869" cy="56424"/>
                <a:chOff x="4746712" y="3132773"/>
                <a:chExt cx="86869" cy="56424"/>
              </a:xfrm>
            </p:grpSpPr>
            <p:sp>
              <p:nvSpPr>
                <p:cNvPr id="878" name="Google Shape;9060;p58"/>
                <p:cNvSpPr/>
                <p:nvPr/>
              </p:nvSpPr>
              <p:spPr>
                <a:xfrm>
                  <a:off x="4746712" y="3132773"/>
                  <a:ext cx="86869" cy="56424"/>
                </a:xfrm>
                <a:custGeom>
                  <a:avLst/>
                  <a:gdLst/>
                  <a:ahLst/>
                  <a:cxnLst/>
                  <a:rect l="l" t="t" r="r" b="b"/>
                  <a:pathLst>
                    <a:path w="11045" h="7174" fill="none" extrusionOk="0">
                      <a:moveTo>
                        <a:pt x="0" y="1597"/>
                      </a:moveTo>
                      <a:cubicBezTo>
                        <a:pt x="242" y="1743"/>
                        <a:pt x="3532" y="7174"/>
                        <a:pt x="3532" y="7174"/>
                      </a:cubicBezTo>
                      <a:lnTo>
                        <a:pt x="6290" y="3315"/>
                      </a:lnTo>
                      <a:lnTo>
                        <a:pt x="11044" y="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9061;p58"/>
                <p:cNvSpPr/>
                <p:nvPr/>
              </p:nvSpPr>
              <p:spPr>
                <a:xfrm>
                  <a:off x="4746712" y="3145334"/>
                  <a:ext cx="49479" cy="13520"/>
                </a:xfrm>
                <a:custGeom>
                  <a:avLst/>
                  <a:gdLst/>
                  <a:ahLst/>
                  <a:cxnLst/>
                  <a:rect l="l" t="t" r="r" b="b"/>
                  <a:pathLst>
                    <a:path w="6291" h="1719" fill="none" extrusionOk="0">
                      <a:moveTo>
                        <a:pt x="0" y="0"/>
                      </a:moveTo>
                      <a:lnTo>
                        <a:pt x="6290" y="171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 name="Google Shape;9062;p58"/>
              <p:cNvGrpSpPr/>
              <p:nvPr/>
            </p:nvGrpSpPr>
            <p:grpSpPr>
              <a:xfrm>
                <a:off x="4773634" y="3143336"/>
                <a:ext cx="37776" cy="32451"/>
                <a:chOff x="4773634" y="3143336"/>
                <a:chExt cx="37776" cy="32451"/>
              </a:xfrm>
            </p:grpSpPr>
            <p:sp>
              <p:nvSpPr>
                <p:cNvPr id="876" name="Google Shape;9063;p58"/>
                <p:cNvSpPr/>
                <p:nvPr/>
              </p:nvSpPr>
              <p:spPr>
                <a:xfrm>
                  <a:off x="4773634" y="3143336"/>
                  <a:ext cx="37776" cy="32451"/>
                </a:xfrm>
                <a:custGeom>
                  <a:avLst/>
                  <a:gdLst/>
                  <a:ahLst/>
                  <a:cxnLst/>
                  <a:rect l="l" t="t" r="r" b="b"/>
                  <a:pathLst>
                    <a:path w="4803" h="4126" extrusionOk="0">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9064;p58"/>
                <p:cNvSpPr/>
                <p:nvPr/>
              </p:nvSpPr>
              <p:spPr>
                <a:xfrm>
                  <a:off x="4788664" y="3153041"/>
                  <a:ext cx="13048" cy="13040"/>
                </a:xfrm>
                <a:custGeom>
                  <a:avLst/>
                  <a:gdLst/>
                  <a:ahLst/>
                  <a:cxnLst/>
                  <a:rect l="l" t="t" r="r" b="b"/>
                  <a:pathLst>
                    <a:path w="1659" h="1658" extrusionOk="0">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 name="Google Shape;9065;p58"/>
              <p:cNvGrpSpPr/>
              <p:nvPr/>
            </p:nvGrpSpPr>
            <p:grpSpPr>
              <a:xfrm>
                <a:off x="4724163" y="3131248"/>
                <a:ext cx="37776" cy="32459"/>
                <a:chOff x="4724163" y="3131248"/>
                <a:chExt cx="37776" cy="32459"/>
              </a:xfrm>
            </p:grpSpPr>
            <p:sp>
              <p:nvSpPr>
                <p:cNvPr id="874" name="Google Shape;9066;p58"/>
                <p:cNvSpPr/>
                <p:nvPr/>
              </p:nvSpPr>
              <p:spPr>
                <a:xfrm>
                  <a:off x="4724163" y="3131248"/>
                  <a:ext cx="37776" cy="32459"/>
                </a:xfrm>
                <a:custGeom>
                  <a:avLst/>
                  <a:gdLst/>
                  <a:ahLst/>
                  <a:cxnLst/>
                  <a:rect l="l" t="t" r="r" b="b"/>
                  <a:pathLst>
                    <a:path w="4803" h="4127" extrusionOk="0">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9067;p58"/>
                <p:cNvSpPr/>
                <p:nvPr/>
              </p:nvSpPr>
              <p:spPr>
                <a:xfrm>
                  <a:off x="4739288" y="3140953"/>
                  <a:ext cx="13040" cy="13048"/>
                </a:xfrm>
                <a:custGeom>
                  <a:avLst/>
                  <a:gdLst/>
                  <a:ahLst/>
                  <a:cxnLst/>
                  <a:rect l="l" t="t" r="r" b="b"/>
                  <a:pathLst>
                    <a:path w="1658" h="1659" extrusionOk="0">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 name="Google Shape;9068;p58"/>
              <p:cNvGrpSpPr/>
              <p:nvPr/>
            </p:nvGrpSpPr>
            <p:grpSpPr>
              <a:xfrm>
                <a:off x="4755081" y="3176054"/>
                <a:ext cx="32357" cy="27795"/>
                <a:chOff x="4755081" y="3176054"/>
                <a:chExt cx="32357" cy="27795"/>
              </a:xfrm>
            </p:grpSpPr>
            <p:sp>
              <p:nvSpPr>
                <p:cNvPr id="872" name="Google Shape;9069;p58"/>
                <p:cNvSpPr/>
                <p:nvPr/>
              </p:nvSpPr>
              <p:spPr>
                <a:xfrm>
                  <a:off x="4755081" y="3176054"/>
                  <a:ext cx="32357" cy="27795"/>
                </a:xfrm>
                <a:custGeom>
                  <a:avLst/>
                  <a:gdLst/>
                  <a:ahLst/>
                  <a:cxnLst/>
                  <a:rect l="l" t="t" r="r" b="b"/>
                  <a:pathLst>
                    <a:path w="4114" h="3534" extrusionOk="0">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9070;p58"/>
                <p:cNvSpPr/>
                <p:nvPr/>
              </p:nvSpPr>
              <p:spPr>
                <a:xfrm>
                  <a:off x="4767924" y="3185768"/>
                  <a:ext cx="9902" cy="8392"/>
                </a:xfrm>
                <a:custGeom>
                  <a:avLst/>
                  <a:gdLst/>
                  <a:ahLst/>
                  <a:cxnLst/>
                  <a:rect l="l" t="t" r="r" b="b"/>
                  <a:pathLst>
                    <a:path w="1259" h="1067" extrusionOk="0">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9071;p58"/>
              <p:cNvGrpSpPr/>
              <p:nvPr/>
            </p:nvGrpSpPr>
            <p:grpSpPr>
              <a:xfrm>
                <a:off x="4812550" y="3119631"/>
                <a:ext cx="32451" cy="27803"/>
                <a:chOff x="4812550" y="3119631"/>
                <a:chExt cx="32451" cy="27803"/>
              </a:xfrm>
            </p:grpSpPr>
            <p:sp>
              <p:nvSpPr>
                <p:cNvPr id="870" name="Google Shape;9072;p58"/>
                <p:cNvSpPr/>
                <p:nvPr/>
              </p:nvSpPr>
              <p:spPr>
                <a:xfrm>
                  <a:off x="4812550" y="3119631"/>
                  <a:ext cx="32451" cy="27803"/>
                </a:xfrm>
                <a:custGeom>
                  <a:avLst/>
                  <a:gdLst/>
                  <a:ahLst/>
                  <a:cxnLst/>
                  <a:rect l="l" t="t" r="r" b="b"/>
                  <a:pathLst>
                    <a:path w="4126" h="3535" extrusionOk="0">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9073;p58"/>
                <p:cNvSpPr/>
                <p:nvPr/>
              </p:nvSpPr>
              <p:spPr>
                <a:xfrm>
                  <a:off x="4826912" y="3129352"/>
                  <a:ext cx="8478" cy="8376"/>
                </a:xfrm>
                <a:custGeom>
                  <a:avLst/>
                  <a:gdLst/>
                  <a:ahLst/>
                  <a:cxnLst/>
                  <a:rect l="l" t="t" r="r" b="b"/>
                  <a:pathLst>
                    <a:path w="1078" h="1065" extrusionOk="0">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 name="Google Shape;9074;p58"/>
            <p:cNvGrpSpPr/>
            <p:nvPr/>
          </p:nvGrpSpPr>
          <p:grpSpPr>
            <a:xfrm>
              <a:off x="5382826" y="4027197"/>
              <a:ext cx="268967" cy="250422"/>
              <a:chOff x="5382826" y="4027197"/>
              <a:chExt cx="268967" cy="250422"/>
            </a:xfrm>
          </p:grpSpPr>
          <p:grpSp>
            <p:nvGrpSpPr>
              <p:cNvPr id="837" name="Google Shape;9075;p58"/>
              <p:cNvGrpSpPr/>
              <p:nvPr/>
            </p:nvGrpSpPr>
            <p:grpSpPr>
              <a:xfrm>
                <a:off x="5405280" y="4042510"/>
                <a:ext cx="237570" cy="218647"/>
                <a:chOff x="5405280" y="4042510"/>
                <a:chExt cx="237570" cy="218647"/>
              </a:xfrm>
            </p:grpSpPr>
            <p:sp>
              <p:nvSpPr>
                <p:cNvPr id="859" name="Google Shape;9076;p58"/>
                <p:cNvSpPr/>
                <p:nvPr/>
              </p:nvSpPr>
              <p:spPr>
                <a:xfrm>
                  <a:off x="5405280" y="4042510"/>
                  <a:ext cx="144999" cy="173832"/>
                </a:xfrm>
                <a:custGeom>
                  <a:avLst/>
                  <a:gdLst/>
                  <a:ahLst/>
                  <a:cxnLst/>
                  <a:rect l="l" t="t" r="r" b="b"/>
                  <a:pathLst>
                    <a:path w="18436" h="22102" fill="none" extrusionOk="0">
                      <a:moveTo>
                        <a:pt x="0" y="12037"/>
                      </a:moveTo>
                      <a:cubicBezTo>
                        <a:pt x="702" y="12073"/>
                        <a:pt x="12302" y="22101"/>
                        <a:pt x="12302" y="22101"/>
                      </a:cubicBezTo>
                      <a:lnTo>
                        <a:pt x="11819" y="13005"/>
                      </a:lnTo>
                      <a:lnTo>
                        <a:pt x="18435" y="1"/>
                      </a:lnTo>
                      <a:lnTo>
                        <a:pt x="0" y="125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9077;p58"/>
                <p:cNvSpPr/>
                <p:nvPr/>
              </p:nvSpPr>
              <p:spPr>
                <a:xfrm>
                  <a:off x="5502036" y="4125093"/>
                  <a:ext cx="134350" cy="135585"/>
                </a:xfrm>
                <a:custGeom>
                  <a:avLst/>
                  <a:gdLst/>
                  <a:ahLst/>
                  <a:cxnLst/>
                  <a:rect l="l" t="t" r="r" b="b"/>
                  <a:pathLst>
                    <a:path w="17082" h="17239" fill="none" extrusionOk="0">
                      <a:moveTo>
                        <a:pt x="13513" y="17239"/>
                      </a:moveTo>
                      <a:lnTo>
                        <a:pt x="12690" y="8614"/>
                      </a:lnTo>
                      <a:lnTo>
                        <a:pt x="17081" y="1"/>
                      </a:lnTo>
                      <a:lnTo>
                        <a:pt x="0" y="202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9078;p58"/>
                <p:cNvSpPr/>
                <p:nvPr/>
              </p:nvSpPr>
              <p:spPr>
                <a:xfrm>
                  <a:off x="5543704" y="4042990"/>
                  <a:ext cx="99146" cy="81639"/>
                </a:xfrm>
                <a:custGeom>
                  <a:avLst/>
                  <a:gdLst/>
                  <a:ahLst/>
                  <a:cxnLst/>
                  <a:rect l="l" t="t" r="r" b="b"/>
                  <a:pathLst>
                    <a:path w="12606" h="10380" fill="none" extrusionOk="0">
                      <a:moveTo>
                        <a:pt x="1" y="0"/>
                      </a:moveTo>
                      <a:lnTo>
                        <a:pt x="12606" y="1037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9079;p58"/>
                <p:cNvSpPr/>
                <p:nvPr/>
              </p:nvSpPr>
              <p:spPr>
                <a:xfrm>
                  <a:off x="5501941" y="4140980"/>
                  <a:ext cx="103708" cy="51862"/>
                </a:xfrm>
                <a:custGeom>
                  <a:avLst/>
                  <a:gdLst/>
                  <a:ahLst/>
                  <a:cxnLst/>
                  <a:rect l="l" t="t" r="r" b="b"/>
                  <a:pathLst>
                    <a:path w="13186" h="6594" fill="none" extrusionOk="0">
                      <a:moveTo>
                        <a:pt x="13186" y="6594"/>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9080;p58"/>
                <p:cNvSpPr/>
                <p:nvPr/>
              </p:nvSpPr>
              <p:spPr>
                <a:xfrm>
                  <a:off x="5495854" y="4211010"/>
                  <a:ext cx="105989" cy="50147"/>
                </a:xfrm>
                <a:custGeom>
                  <a:avLst/>
                  <a:gdLst/>
                  <a:ahLst/>
                  <a:cxnLst/>
                  <a:rect l="l" t="t" r="r" b="b"/>
                  <a:pathLst>
                    <a:path w="13476" h="6376" fill="none" extrusionOk="0">
                      <a:moveTo>
                        <a:pt x="0" y="0"/>
                      </a:moveTo>
                      <a:lnTo>
                        <a:pt x="13476" y="637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9081;p58"/>
                <p:cNvSpPr/>
                <p:nvPr/>
              </p:nvSpPr>
              <p:spPr>
                <a:xfrm>
                  <a:off x="5405280" y="4134420"/>
                  <a:ext cx="96669" cy="6567"/>
                </a:xfrm>
                <a:custGeom>
                  <a:avLst/>
                  <a:gdLst/>
                  <a:ahLst/>
                  <a:cxnLst/>
                  <a:rect l="l" t="t" r="r" b="b"/>
                  <a:pathLst>
                    <a:path w="12291" h="835" fill="none" extrusionOk="0">
                      <a:moveTo>
                        <a:pt x="12290" y="835"/>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9082;p58"/>
              <p:cNvGrpSpPr/>
              <p:nvPr/>
            </p:nvGrpSpPr>
            <p:grpSpPr>
              <a:xfrm>
                <a:off x="5382826" y="4125549"/>
                <a:ext cx="37776" cy="32380"/>
                <a:chOff x="5382826" y="4125549"/>
                <a:chExt cx="37776" cy="32380"/>
              </a:xfrm>
            </p:grpSpPr>
            <p:sp>
              <p:nvSpPr>
                <p:cNvPr id="857" name="Google Shape;9083;p58"/>
                <p:cNvSpPr/>
                <p:nvPr/>
              </p:nvSpPr>
              <p:spPr>
                <a:xfrm>
                  <a:off x="5382826" y="4125549"/>
                  <a:ext cx="37776" cy="32380"/>
                </a:xfrm>
                <a:custGeom>
                  <a:avLst/>
                  <a:gdLst/>
                  <a:ahLst/>
                  <a:cxnLst/>
                  <a:rect l="l" t="t" r="r" b="b"/>
                  <a:pathLst>
                    <a:path w="4803" h="4117" extrusionOk="0">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9084;p58"/>
                <p:cNvSpPr/>
                <p:nvPr/>
              </p:nvSpPr>
              <p:spPr>
                <a:xfrm>
                  <a:off x="5395669" y="4135176"/>
                  <a:ext cx="15227" cy="13072"/>
                </a:xfrm>
                <a:custGeom>
                  <a:avLst/>
                  <a:gdLst/>
                  <a:ahLst/>
                  <a:cxnLst/>
                  <a:rect l="l" t="t" r="r" b="b"/>
                  <a:pathLst>
                    <a:path w="1936" h="1662" extrusionOk="0">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 name="Google Shape;9085;p58"/>
              <p:cNvGrpSpPr/>
              <p:nvPr/>
            </p:nvGrpSpPr>
            <p:grpSpPr>
              <a:xfrm>
                <a:off x="5475680" y="4195587"/>
                <a:ext cx="37783" cy="32364"/>
                <a:chOff x="5475680" y="4195587"/>
                <a:chExt cx="37783" cy="32364"/>
              </a:xfrm>
            </p:grpSpPr>
            <p:sp>
              <p:nvSpPr>
                <p:cNvPr id="855" name="Google Shape;9086;p58"/>
                <p:cNvSpPr/>
                <p:nvPr/>
              </p:nvSpPr>
              <p:spPr>
                <a:xfrm>
                  <a:off x="5475680" y="4195587"/>
                  <a:ext cx="37783" cy="32364"/>
                </a:xfrm>
                <a:custGeom>
                  <a:avLst/>
                  <a:gdLst/>
                  <a:ahLst/>
                  <a:cxnLst/>
                  <a:rect l="l" t="t" r="r" b="b"/>
                  <a:pathLst>
                    <a:path w="4804" h="4115" extrusionOk="0">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9087;p58"/>
                <p:cNvSpPr/>
                <p:nvPr/>
              </p:nvSpPr>
              <p:spPr>
                <a:xfrm>
                  <a:off x="5488523" y="4205300"/>
                  <a:ext cx="15329" cy="13040"/>
                </a:xfrm>
                <a:custGeom>
                  <a:avLst/>
                  <a:gdLst/>
                  <a:ahLst/>
                  <a:cxnLst/>
                  <a:rect l="l" t="t" r="r" b="b"/>
                  <a:pathLst>
                    <a:path w="1949" h="1658" extrusionOk="0">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 name="Google Shape;9088;p58"/>
              <p:cNvGrpSpPr/>
              <p:nvPr/>
            </p:nvGrpSpPr>
            <p:grpSpPr>
              <a:xfrm>
                <a:off x="5532575" y="4027197"/>
                <a:ext cx="33308" cy="32262"/>
                <a:chOff x="5532575" y="4027197"/>
                <a:chExt cx="33308" cy="32262"/>
              </a:xfrm>
            </p:grpSpPr>
            <p:sp>
              <p:nvSpPr>
                <p:cNvPr id="853" name="Google Shape;9089;p58"/>
                <p:cNvSpPr/>
                <p:nvPr/>
              </p:nvSpPr>
              <p:spPr>
                <a:xfrm>
                  <a:off x="5532575" y="4027197"/>
                  <a:ext cx="33308" cy="32262"/>
                </a:xfrm>
                <a:custGeom>
                  <a:avLst/>
                  <a:gdLst/>
                  <a:ahLst/>
                  <a:cxnLst/>
                  <a:rect l="l" t="t" r="r" b="b"/>
                  <a:pathLst>
                    <a:path w="4235" h="4102" extrusionOk="0">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9090;p58"/>
                <p:cNvSpPr/>
                <p:nvPr/>
              </p:nvSpPr>
              <p:spPr>
                <a:xfrm>
                  <a:off x="5540661" y="4036792"/>
                  <a:ext cx="15502" cy="13064"/>
                </a:xfrm>
                <a:custGeom>
                  <a:avLst/>
                  <a:gdLst/>
                  <a:ahLst/>
                  <a:cxnLst/>
                  <a:rect l="l" t="t" r="r" b="b"/>
                  <a:pathLst>
                    <a:path w="1971" h="1661" extrusionOk="0">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 name="Google Shape;9091;p58"/>
              <p:cNvGrpSpPr/>
              <p:nvPr/>
            </p:nvGrpSpPr>
            <p:grpSpPr>
              <a:xfrm>
                <a:off x="5590706" y="4245348"/>
                <a:ext cx="33497" cy="32270"/>
                <a:chOff x="5590706" y="4245348"/>
                <a:chExt cx="33497" cy="32270"/>
              </a:xfrm>
            </p:grpSpPr>
            <p:sp>
              <p:nvSpPr>
                <p:cNvPr id="851" name="Google Shape;9092;p58"/>
                <p:cNvSpPr/>
                <p:nvPr/>
              </p:nvSpPr>
              <p:spPr>
                <a:xfrm>
                  <a:off x="5590706" y="4245348"/>
                  <a:ext cx="33497" cy="32270"/>
                </a:xfrm>
                <a:custGeom>
                  <a:avLst/>
                  <a:gdLst/>
                  <a:ahLst/>
                  <a:cxnLst/>
                  <a:rect l="l" t="t" r="r" b="b"/>
                  <a:pathLst>
                    <a:path w="4259" h="4103" extrusionOk="0">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9093;p58"/>
                <p:cNvSpPr/>
                <p:nvPr/>
              </p:nvSpPr>
              <p:spPr>
                <a:xfrm>
                  <a:off x="5598791" y="4254944"/>
                  <a:ext cx="15408" cy="13048"/>
                </a:xfrm>
                <a:custGeom>
                  <a:avLst/>
                  <a:gdLst/>
                  <a:ahLst/>
                  <a:cxnLst/>
                  <a:rect l="l" t="t" r="r" b="b"/>
                  <a:pathLst>
                    <a:path w="1959" h="1659" extrusionOk="0">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 name="Google Shape;9094;p58"/>
              <p:cNvGrpSpPr/>
              <p:nvPr/>
            </p:nvGrpSpPr>
            <p:grpSpPr>
              <a:xfrm>
                <a:off x="5618681" y="4109677"/>
                <a:ext cx="33112" cy="32357"/>
                <a:chOff x="5618681" y="4109677"/>
                <a:chExt cx="33112" cy="32357"/>
              </a:xfrm>
            </p:grpSpPr>
            <p:sp>
              <p:nvSpPr>
                <p:cNvPr id="849" name="Google Shape;9095;p58"/>
                <p:cNvSpPr/>
                <p:nvPr/>
              </p:nvSpPr>
              <p:spPr>
                <a:xfrm>
                  <a:off x="5618681" y="4109677"/>
                  <a:ext cx="33112" cy="32357"/>
                </a:xfrm>
                <a:custGeom>
                  <a:avLst/>
                  <a:gdLst/>
                  <a:ahLst/>
                  <a:cxnLst/>
                  <a:rect l="l" t="t" r="r" b="b"/>
                  <a:pathLst>
                    <a:path w="4210" h="4114" extrusionOk="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9096;p58"/>
                <p:cNvSpPr/>
                <p:nvPr/>
              </p:nvSpPr>
              <p:spPr>
                <a:xfrm>
                  <a:off x="5626767" y="4119280"/>
                  <a:ext cx="15494" cy="13056"/>
                </a:xfrm>
                <a:custGeom>
                  <a:avLst/>
                  <a:gdLst/>
                  <a:ahLst/>
                  <a:cxnLst/>
                  <a:rect l="l" t="t" r="r" b="b"/>
                  <a:pathLst>
                    <a:path w="1970" h="1660" extrusionOk="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 name="Google Shape;9097;p58"/>
              <p:cNvGrpSpPr/>
              <p:nvPr/>
            </p:nvGrpSpPr>
            <p:grpSpPr>
              <a:xfrm>
                <a:off x="5479298" y="4128262"/>
                <a:ext cx="31405" cy="26906"/>
                <a:chOff x="5479298" y="4128262"/>
                <a:chExt cx="31405" cy="26906"/>
              </a:xfrm>
            </p:grpSpPr>
            <p:sp>
              <p:nvSpPr>
                <p:cNvPr id="847" name="Google Shape;9098;p58"/>
                <p:cNvSpPr/>
                <p:nvPr/>
              </p:nvSpPr>
              <p:spPr>
                <a:xfrm>
                  <a:off x="5479298" y="4128262"/>
                  <a:ext cx="31405" cy="26906"/>
                </a:xfrm>
                <a:custGeom>
                  <a:avLst/>
                  <a:gdLst/>
                  <a:ahLst/>
                  <a:cxnLst/>
                  <a:rect l="l" t="t" r="r" b="b"/>
                  <a:pathLst>
                    <a:path w="3993" h="3421" extrusionOk="0">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9099;p58"/>
                <p:cNvSpPr/>
                <p:nvPr/>
              </p:nvSpPr>
              <p:spPr>
                <a:xfrm>
                  <a:off x="5493471" y="4137936"/>
                  <a:ext cx="7621" cy="7621"/>
                </a:xfrm>
                <a:custGeom>
                  <a:avLst/>
                  <a:gdLst/>
                  <a:ahLst/>
                  <a:cxnLst/>
                  <a:rect l="l" t="t" r="r" b="b"/>
                  <a:pathLst>
                    <a:path w="969" h="969" extrusionOk="0">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4" name="Google Shape;9100;p58"/>
              <p:cNvGrpSpPr/>
              <p:nvPr/>
            </p:nvGrpSpPr>
            <p:grpSpPr>
              <a:xfrm>
                <a:off x="5582903" y="4180116"/>
                <a:ext cx="31499" cy="26898"/>
                <a:chOff x="5582903" y="4180116"/>
                <a:chExt cx="31499" cy="26898"/>
              </a:xfrm>
            </p:grpSpPr>
            <p:sp>
              <p:nvSpPr>
                <p:cNvPr id="845" name="Google Shape;9101;p58"/>
                <p:cNvSpPr/>
                <p:nvPr/>
              </p:nvSpPr>
              <p:spPr>
                <a:xfrm>
                  <a:off x="5582903" y="4180116"/>
                  <a:ext cx="31499" cy="26898"/>
                </a:xfrm>
                <a:custGeom>
                  <a:avLst/>
                  <a:gdLst/>
                  <a:ahLst/>
                  <a:cxnLst/>
                  <a:rect l="l" t="t" r="r" b="b"/>
                  <a:pathLst>
                    <a:path w="4005" h="3420" extrusionOk="0">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9102;p58"/>
                <p:cNvSpPr/>
                <p:nvPr/>
              </p:nvSpPr>
              <p:spPr>
                <a:xfrm>
                  <a:off x="5597084" y="4189790"/>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9" name="Google Shape;9103;p58"/>
            <p:cNvGrpSpPr/>
            <p:nvPr/>
          </p:nvGrpSpPr>
          <p:grpSpPr>
            <a:xfrm>
              <a:off x="3977681" y="3230323"/>
              <a:ext cx="94584" cy="84085"/>
              <a:chOff x="3977681" y="3230323"/>
              <a:chExt cx="94584" cy="84085"/>
            </a:xfrm>
          </p:grpSpPr>
          <p:grpSp>
            <p:nvGrpSpPr>
              <p:cNvPr id="821" name="Google Shape;9104;p58"/>
              <p:cNvGrpSpPr/>
              <p:nvPr/>
            </p:nvGrpSpPr>
            <p:grpSpPr>
              <a:xfrm>
                <a:off x="4000135" y="3243041"/>
                <a:ext cx="59570" cy="57186"/>
                <a:chOff x="4000135" y="3243041"/>
                <a:chExt cx="59570" cy="57186"/>
              </a:xfrm>
            </p:grpSpPr>
            <p:sp>
              <p:nvSpPr>
                <p:cNvPr id="834" name="Google Shape;9105;p58"/>
                <p:cNvSpPr/>
                <p:nvPr/>
              </p:nvSpPr>
              <p:spPr>
                <a:xfrm>
                  <a:off x="4000135" y="3243041"/>
                  <a:ext cx="59570" cy="57092"/>
                </a:xfrm>
                <a:custGeom>
                  <a:avLst/>
                  <a:gdLst/>
                  <a:ahLst/>
                  <a:cxnLst/>
                  <a:rect l="l" t="t" r="r" b="b"/>
                  <a:pathLst>
                    <a:path w="7574" h="7259" fill="none" extrusionOk="0">
                      <a:moveTo>
                        <a:pt x="1" y="2323"/>
                      </a:moveTo>
                      <a:lnTo>
                        <a:pt x="2577" y="7259"/>
                      </a:lnTo>
                      <a:lnTo>
                        <a:pt x="7573" y="4114"/>
                      </a:lnTo>
                      <a:lnTo>
                        <a:pt x="5541" y="1"/>
                      </a:lnTo>
                      <a:lnTo>
                        <a:pt x="352" y="232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9106;p58"/>
                <p:cNvSpPr/>
                <p:nvPr/>
              </p:nvSpPr>
              <p:spPr>
                <a:xfrm>
                  <a:off x="4024210" y="3246847"/>
                  <a:ext cx="15706" cy="53380"/>
                </a:xfrm>
                <a:custGeom>
                  <a:avLst/>
                  <a:gdLst/>
                  <a:ahLst/>
                  <a:cxnLst/>
                  <a:rect l="l" t="t" r="r" b="b"/>
                  <a:pathLst>
                    <a:path w="1997" h="6787" fill="none" extrusionOk="0">
                      <a:moveTo>
                        <a:pt x="0" y="6787"/>
                      </a:moveTo>
                      <a:lnTo>
                        <a:pt x="199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9107;p58"/>
                <p:cNvSpPr/>
                <p:nvPr/>
              </p:nvSpPr>
              <p:spPr>
                <a:xfrm>
                  <a:off x="4002896" y="3261311"/>
                  <a:ext cx="56809" cy="14086"/>
                </a:xfrm>
                <a:custGeom>
                  <a:avLst/>
                  <a:gdLst/>
                  <a:ahLst/>
                  <a:cxnLst/>
                  <a:rect l="l" t="t" r="r" b="b"/>
                  <a:pathLst>
                    <a:path w="7223" h="1791" fill="none" extrusionOk="0">
                      <a:moveTo>
                        <a:pt x="7222" y="179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 name="Google Shape;9108;p58"/>
              <p:cNvGrpSpPr/>
              <p:nvPr/>
            </p:nvGrpSpPr>
            <p:grpSpPr>
              <a:xfrm>
                <a:off x="3977681" y="3245872"/>
                <a:ext cx="37783" cy="32380"/>
                <a:chOff x="3977681" y="3245872"/>
                <a:chExt cx="37783" cy="32380"/>
              </a:xfrm>
            </p:grpSpPr>
            <p:sp>
              <p:nvSpPr>
                <p:cNvPr id="832" name="Google Shape;9109;p58"/>
                <p:cNvSpPr/>
                <p:nvPr/>
              </p:nvSpPr>
              <p:spPr>
                <a:xfrm>
                  <a:off x="3977681" y="3245872"/>
                  <a:ext cx="37783" cy="32380"/>
                </a:xfrm>
                <a:custGeom>
                  <a:avLst/>
                  <a:gdLst/>
                  <a:ahLst/>
                  <a:cxnLst/>
                  <a:rect l="l" t="t" r="r" b="b"/>
                  <a:pathLst>
                    <a:path w="4804" h="4117" extrusionOk="0">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9110;p58"/>
                <p:cNvSpPr/>
                <p:nvPr/>
              </p:nvSpPr>
              <p:spPr>
                <a:xfrm>
                  <a:off x="3992718" y="3255507"/>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 name="Google Shape;9111;p58"/>
              <p:cNvGrpSpPr/>
              <p:nvPr/>
            </p:nvGrpSpPr>
            <p:grpSpPr>
              <a:xfrm>
                <a:off x="4040860" y="3262672"/>
                <a:ext cx="31405" cy="27001"/>
                <a:chOff x="4040860" y="3262672"/>
                <a:chExt cx="31405" cy="27001"/>
              </a:xfrm>
            </p:grpSpPr>
            <p:sp>
              <p:nvSpPr>
                <p:cNvPr id="830" name="Google Shape;9112;p58"/>
                <p:cNvSpPr/>
                <p:nvPr/>
              </p:nvSpPr>
              <p:spPr>
                <a:xfrm>
                  <a:off x="4040860" y="3262672"/>
                  <a:ext cx="31405" cy="27001"/>
                </a:xfrm>
                <a:custGeom>
                  <a:avLst/>
                  <a:gdLst/>
                  <a:ahLst/>
                  <a:cxnLst/>
                  <a:rect l="l" t="t" r="r" b="b"/>
                  <a:pathLst>
                    <a:path w="3993" h="3433" extrusionOk="0">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9113;p58"/>
                <p:cNvSpPr/>
                <p:nvPr/>
              </p:nvSpPr>
              <p:spPr>
                <a:xfrm>
                  <a:off x="4054938" y="3272346"/>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 name="Google Shape;9114;p58"/>
              <p:cNvGrpSpPr/>
              <p:nvPr/>
            </p:nvGrpSpPr>
            <p:grpSpPr>
              <a:xfrm>
                <a:off x="4021072" y="3230323"/>
                <a:ext cx="31397" cy="26906"/>
                <a:chOff x="4021072" y="3230323"/>
                <a:chExt cx="31397" cy="26906"/>
              </a:xfrm>
            </p:grpSpPr>
            <p:sp>
              <p:nvSpPr>
                <p:cNvPr id="828" name="Google Shape;9115;p58"/>
                <p:cNvSpPr/>
                <p:nvPr/>
              </p:nvSpPr>
              <p:spPr>
                <a:xfrm>
                  <a:off x="4021072" y="3230323"/>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9116;p58"/>
                <p:cNvSpPr/>
                <p:nvPr/>
              </p:nvSpPr>
              <p:spPr>
                <a:xfrm>
                  <a:off x="403524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 name="Google Shape;9117;p58"/>
              <p:cNvGrpSpPr/>
              <p:nvPr/>
            </p:nvGrpSpPr>
            <p:grpSpPr>
              <a:xfrm>
                <a:off x="4001472" y="3287462"/>
                <a:ext cx="31499" cy="26945"/>
                <a:chOff x="4001472" y="3287462"/>
                <a:chExt cx="31499" cy="26945"/>
              </a:xfrm>
            </p:grpSpPr>
            <p:sp>
              <p:nvSpPr>
                <p:cNvPr id="826" name="Google Shape;9118;p58"/>
                <p:cNvSpPr/>
                <p:nvPr/>
              </p:nvSpPr>
              <p:spPr>
                <a:xfrm>
                  <a:off x="4001472" y="3287462"/>
                  <a:ext cx="31499" cy="26945"/>
                </a:xfrm>
                <a:custGeom>
                  <a:avLst/>
                  <a:gdLst/>
                  <a:ahLst/>
                  <a:cxnLst/>
                  <a:rect l="l" t="t" r="r" b="b"/>
                  <a:pathLst>
                    <a:path w="4005" h="3426" extrusionOk="0">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9119;p58"/>
                <p:cNvSpPr/>
                <p:nvPr/>
              </p:nvSpPr>
              <p:spPr>
                <a:xfrm>
                  <a:off x="4014410" y="3297175"/>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 name="Google Shape;9120;p58"/>
            <p:cNvGrpSpPr/>
            <p:nvPr/>
          </p:nvGrpSpPr>
          <p:grpSpPr>
            <a:xfrm>
              <a:off x="4084715" y="3258865"/>
              <a:ext cx="184961" cy="137268"/>
              <a:chOff x="4084715" y="3258865"/>
              <a:chExt cx="184961" cy="137268"/>
            </a:xfrm>
          </p:grpSpPr>
          <p:grpSp>
            <p:nvGrpSpPr>
              <p:cNvPr id="798" name="Google Shape;9121;p58"/>
              <p:cNvGrpSpPr/>
              <p:nvPr/>
            </p:nvGrpSpPr>
            <p:grpSpPr>
              <a:xfrm>
                <a:off x="4107453" y="3271583"/>
                <a:ext cx="153470" cy="110275"/>
                <a:chOff x="4107453" y="3271583"/>
                <a:chExt cx="153470" cy="110275"/>
              </a:xfrm>
            </p:grpSpPr>
            <p:sp>
              <p:nvSpPr>
                <p:cNvPr id="817" name="Google Shape;9122;p58"/>
                <p:cNvSpPr/>
                <p:nvPr/>
              </p:nvSpPr>
              <p:spPr>
                <a:xfrm>
                  <a:off x="4107453" y="3271583"/>
                  <a:ext cx="153470" cy="110275"/>
                </a:xfrm>
                <a:custGeom>
                  <a:avLst/>
                  <a:gdLst/>
                  <a:ahLst/>
                  <a:cxnLst/>
                  <a:rect l="l" t="t" r="r" b="b"/>
                  <a:pathLst>
                    <a:path w="19513" h="14021" fill="none" extrusionOk="0">
                      <a:moveTo>
                        <a:pt x="19513" y="14021"/>
                      </a:moveTo>
                      <a:lnTo>
                        <a:pt x="14844" y="968"/>
                      </a:lnTo>
                      <a:lnTo>
                        <a:pt x="5674" y="1"/>
                      </a:lnTo>
                      <a:lnTo>
                        <a:pt x="1" y="968"/>
                      </a:lnTo>
                      <a:lnTo>
                        <a:pt x="8977" y="2674"/>
                      </a:lnTo>
                      <a:lnTo>
                        <a:pt x="14360" y="10102"/>
                      </a:lnTo>
                      <a:lnTo>
                        <a:pt x="19029" y="14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9123;p58"/>
                <p:cNvSpPr/>
                <p:nvPr/>
              </p:nvSpPr>
              <p:spPr>
                <a:xfrm>
                  <a:off x="4155886" y="3271968"/>
                  <a:ext cx="22171" cy="20559"/>
                </a:xfrm>
                <a:custGeom>
                  <a:avLst/>
                  <a:gdLst/>
                  <a:ahLst/>
                  <a:cxnLst/>
                  <a:rect l="l" t="t" r="r" b="b"/>
                  <a:pathLst>
                    <a:path w="2819" h="2614" fill="none" extrusionOk="0">
                      <a:moveTo>
                        <a:pt x="2819" y="2613"/>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9124;p58"/>
                <p:cNvSpPr/>
                <p:nvPr/>
              </p:nvSpPr>
              <p:spPr>
                <a:xfrm>
                  <a:off x="4178049" y="3279196"/>
                  <a:ext cx="42345" cy="13331"/>
                </a:xfrm>
                <a:custGeom>
                  <a:avLst/>
                  <a:gdLst/>
                  <a:ahLst/>
                  <a:cxnLst/>
                  <a:rect l="l" t="t" r="r" b="b"/>
                  <a:pathLst>
                    <a:path w="5384" h="1695" fill="none" extrusionOk="0">
                      <a:moveTo>
                        <a:pt x="1" y="1694"/>
                      </a:moveTo>
                      <a:lnTo>
                        <a:pt x="53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9125;p58"/>
                <p:cNvSpPr/>
                <p:nvPr/>
              </p:nvSpPr>
              <p:spPr>
                <a:xfrm>
                  <a:off x="4220387" y="3279196"/>
                  <a:ext cx="8" cy="71745"/>
                </a:xfrm>
                <a:custGeom>
                  <a:avLst/>
                  <a:gdLst/>
                  <a:ahLst/>
                  <a:cxnLst/>
                  <a:rect l="l" t="t" r="r" b="b"/>
                  <a:pathLst>
                    <a:path w="1" h="9122" fill="none" extrusionOk="0">
                      <a:moveTo>
                        <a:pt x="1" y="0"/>
                      </a:moveTo>
                      <a:lnTo>
                        <a:pt x="1" y="91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 name="Google Shape;9126;p58"/>
              <p:cNvGrpSpPr/>
              <p:nvPr/>
            </p:nvGrpSpPr>
            <p:grpSpPr>
              <a:xfrm>
                <a:off x="4136947" y="3258865"/>
                <a:ext cx="31499" cy="27001"/>
                <a:chOff x="4136947" y="3258865"/>
                <a:chExt cx="31499" cy="27001"/>
              </a:xfrm>
            </p:grpSpPr>
            <p:sp>
              <p:nvSpPr>
                <p:cNvPr id="815" name="Google Shape;9127;p58"/>
                <p:cNvSpPr/>
                <p:nvPr/>
              </p:nvSpPr>
              <p:spPr>
                <a:xfrm>
                  <a:off x="4136947" y="3258865"/>
                  <a:ext cx="31499" cy="27001"/>
                </a:xfrm>
                <a:custGeom>
                  <a:avLst/>
                  <a:gdLst/>
                  <a:ahLst/>
                  <a:cxnLst/>
                  <a:rect l="l" t="t" r="r" b="b"/>
                  <a:pathLst>
                    <a:path w="4005" h="3433" extrusionOk="0">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9128;p58"/>
                <p:cNvSpPr/>
                <p:nvPr/>
              </p:nvSpPr>
              <p:spPr>
                <a:xfrm>
                  <a:off x="4151222" y="3268539"/>
                  <a:ext cx="7621" cy="7621"/>
                </a:xfrm>
                <a:custGeom>
                  <a:avLst/>
                  <a:gdLst/>
                  <a:ahLst/>
                  <a:cxnLst/>
                  <a:rect l="l" t="t" r="r" b="b"/>
                  <a:pathLst>
                    <a:path w="969" h="969" extrusionOk="0">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 name="Google Shape;9129;p58"/>
              <p:cNvGrpSpPr/>
              <p:nvPr/>
            </p:nvGrpSpPr>
            <p:grpSpPr>
              <a:xfrm>
                <a:off x="4084715" y="3266478"/>
                <a:ext cx="31468" cy="26898"/>
                <a:chOff x="4084715" y="3266478"/>
                <a:chExt cx="31468" cy="26898"/>
              </a:xfrm>
            </p:grpSpPr>
            <p:sp>
              <p:nvSpPr>
                <p:cNvPr id="813" name="Google Shape;9130;p58"/>
                <p:cNvSpPr/>
                <p:nvPr/>
              </p:nvSpPr>
              <p:spPr>
                <a:xfrm>
                  <a:off x="4084715" y="3266478"/>
                  <a:ext cx="31468" cy="26898"/>
                </a:xfrm>
                <a:custGeom>
                  <a:avLst/>
                  <a:gdLst/>
                  <a:ahLst/>
                  <a:cxnLst/>
                  <a:rect l="l" t="t" r="r" b="b"/>
                  <a:pathLst>
                    <a:path w="4001" h="3420" extrusionOk="0">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9131;p58"/>
                <p:cNvSpPr/>
                <p:nvPr/>
              </p:nvSpPr>
              <p:spPr>
                <a:xfrm>
                  <a:off x="4098896" y="3276152"/>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9132;p58"/>
              <p:cNvGrpSpPr/>
              <p:nvPr/>
            </p:nvGrpSpPr>
            <p:grpSpPr>
              <a:xfrm>
                <a:off x="4159213" y="3279849"/>
                <a:ext cx="31405" cy="26945"/>
                <a:chOff x="4159213" y="3279849"/>
                <a:chExt cx="31405" cy="26945"/>
              </a:xfrm>
            </p:grpSpPr>
            <p:sp>
              <p:nvSpPr>
                <p:cNvPr id="811" name="Google Shape;9133;p58"/>
                <p:cNvSpPr/>
                <p:nvPr/>
              </p:nvSpPr>
              <p:spPr>
                <a:xfrm>
                  <a:off x="4159213" y="3279849"/>
                  <a:ext cx="31405" cy="26945"/>
                </a:xfrm>
                <a:custGeom>
                  <a:avLst/>
                  <a:gdLst/>
                  <a:ahLst/>
                  <a:cxnLst/>
                  <a:rect l="l" t="t" r="r" b="b"/>
                  <a:pathLst>
                    <a:path w="3993" h="3426" extrusionOk="0">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9134;p58"/>
                <p:cNvSpPr/>
                <p:nvPr/>
              </p:nvSpPr>
              <p:spPr>
                <a:xfrm>
                  <a:off x="4173385" y="3289570"/>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9135;p58"/>
              <p:cNvGrpSpPr/>
              <p:nvPr/>
            </p:nvGrpSpPr>
            <p:grpSpPr>
              <a:xfrm>
                <a:off x="4201550" y="3266502"/>
                <a:ext cx="31405" cy="26883"/>
                <a:chOff x="4201550" y="3266502"/>
                <a:chExt cx="31405" cy="26883"/>
              </a:xfrm>
            </p:grpSpPr>
            <p:sp>
              <p:nvSpPr>
                <p:cNvPr id="809" name="Google Shape;9136;p58"/>
                <p:cNvSpPr/>
                <p:nvPr/>
              </p:nvSpPr>
              <p:spPr>
                <a:xfrm>
                  <a:off x="4201550" y="3266502"/>
                  <a:ext cx="31405" cy="26883"/>
                </a:xfrm>
                <a:custGeom>
                  <a:avLst/>
                  <a:gdLst/>
                  <a:ahLst/>
                  <a:cxnLst/>
                  <a:rect l="l" t="t" r="r" b="b"/>
                  <a:pathLst>
                    <a:path w="3993" h="3418" extrusionOk="0">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9137;p58"/>
                <p:cNvSpPr/>
                <p:nvPr/>
              </p:nvSpPr>
              <p:spPr>
                <a:xfrm>
                  <a:off x="4214331" y="3276247"/>
                  <a:ext cx="8919" cy="7582"/>
                </a:xfrm>
                <a:custGeom>
                  <a:avLst/>
                  <a:gdLst/>
                  <a:ahLst/>
                  <a:cxnLst/>
                  <a:rect l="l" t="t" r="r" b="b"/>
                  <a:pathLst>
                    <a:path w="1134" h="964" extrusionOk="0">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 name="Google Shape;9138;p58"/>
              <p:cNvGrpSpPr/>
              <p:nvPr/>
            </p:nvGrpSpPr>
            <p:grpSpPr>
              <a:xfrm>
                <a:off x="4201550" y="3338278"/>
                <a:ext cx="31405" cy="26930"/>
                <a:chOff x="4201550" y="3338278"/>
                <a:chExt cx="31405" cy="26930"/>
              </a:xfrm>
            </p:grpSpPr>
            <p:sp>
              <p:nvSpPr>
                <p:cNvPr id="807" name="Google Shape;9139;p58"/>
                <p:cNvSpPr/>
                <p:nvPr/>
              </p:nvSpPr>
              <p:spPr>
                <a:xfrm>
                  <a:off x="4201550" y="3338278"/>
                  <a:ext cx="31405" cy="26930"/>
                </a:xfrm>
                <a:custGeom>
                  <a:avLst/>
                  <a:gdLst/>
                  <a:ahLst/>
                  <a:cxnLst/>
                  <a:rect l="l" t="t" r="r" b="b"/>
                  <a:pathLst>
                    <a:path w="3993" h="3424" extrusionOk="0">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9140;p58"/>
                <p:cNvSpPr/>
                <p:nvPr/>
              </p:nvSpPr>
              <p:spPr>
                <a:xfrm>
                  <a:off x="4214331" y="3347976"/>
                  <a:ext cx="8919" cy="7590"/>
                </a:xfrm>
                <a:custGeom>
                  <a:avLst/>
                  <a:gdLst/>
                  <a:ahLst/>
                  <a:cxnLst/>
                  <a:rect l="l" t="t" r="r" b="b"/>
                  <a:pathLst>
                    <a:path w="1134" h="965" extrusionOk="0">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9141;p58"/>
              <p:cNvGrpSpPr/>
              <p:nvPr/>
            </p:nvGrpSpPr>
            <p:grpSpPr>
              <a:xfrm>
                <a:off x="4238272" y="3369132"/>
                <a:ext cx="31405" cy="27001"/>
                <a:chOff x="4238272" y="3369132"/>
                <a:chExt cx="31405" cy="27001"/>
              </a:xfrm>
            </p:grpSpPr>
            <p:sp>
              <p:nvSpPr>
                <p:cNvPr id="805" name="Google Shape;9142;p58"/>
                <p:cNvSpPr/>
                <p:nvPr/>
              </p:nvSpPr>
              <p:spPr>
                <a:xfrm>
                  <a:off x="4238272" y="3369132"/>
                  <a:ext cx="31405" cy="27001"/>
                </a:xfrm>
                <a:custGeom>
                  <a:avLst/>
                  <a:gdLst/>
                  <a:ahLst/>
                  <a:cxnLst/>
                  <a:rect l="l" t="t" r="r" b="b"/>
                  <a:pathLst>
                    <a:path w="3993" h="3433" extrusionOk="0">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9143;p58"/>
                <p:cNvSpPr/>
                <p:nvPr/>
              </p:nvSpPr>
              <p:spPr>
                <a:xfrm>
                  <a:off x="4251217" y="3378806"/>
                  <a:ext cx="8856" cy="7605"/>
                </a:xfrm>
                <a:custGeom>
                  <a:avLst/>
                  <a:gdLst/>
                  <a:ahLst/>
                  <a:cxnLst/>
                  <a:rect l="l" t="t" r="r" b="b"/>
                  <a:pathLst>
                    <a:path w="1126" h="967" extrusionOk="0">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 name="Google Shape;9144;p58"/>
            <p:cNvGrpSpPr/>
            <p:nvPr/>
          </p:nvGrpSpPr>
          <p:grpSpPr>
            <a:xfrm>
              <a:off x="4068639" y="3200169"/>
              <a:ext cx="77643" cy="37272"/>
              <a:chOff x="4068639" y="3200169"/>
              <a:chExt cx="77643" cy="37272"/>
            </a:xfrm>
          </p:grpSpPr>
          <p:sp>
            <p:nvSpPr>
              <p:cNvPr id="791" name="Google Shape;9145;p58"/>
              <p:cNvSpPr/>
              <p:nvPr/>
            </p:nvSpPr>
            <p:spPr>
              <a:xfrm>
                <a:off x="4087570" y="3212886"/>
                <a:ext cx="49958" cy="10374"/>
              </a:xfrm>
              <a:custGeom>
                <a:avLst/>
                <a:gdLst/>
                <a:ahLst/>
                <a:cxnLst/>
                <a:rect l="l" t="t" r="r" b="b"/>
                <a:pathLst>
                  <a:path w="6352" h="1319" fill="none" extrusionOk="0">
                    <a:moveTo>
                      <a:pt x="1" y="1319"/>
                    </a:moveTo>
                    <a:lnTo>
                      <a:pt x="635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2" name="Google Shape;9146;p58"/>
              <p:cNvGrpSpPr/>
              <p:nvPr/>
            </p:nvGrpSpPr>
            <p:grpSpPr>
              <a:xfrm>
                <a:off x="4114878" y="3200169"/>
                <a:ext cx="31405" cy="26993"/>
                <a:chOff x="4114878" y="3200169"/>
                <a:chExt cx="31405" cy="26993"/>
              </a:xfrm>
            </p:grpSpPr>
            <p:sp>
              <p:nvSpPr>
                <p:cNvPr id="796" name="Google Shape;9147;p58"/>
                <p:cNvSpPr/>
                <p:nvPr/>
              </p:nvSpPr>
              <p:spPr>
                <a:xfrm>
                  <a:off x="4114878" y="3200169"/>
                  <a:ext cx="31405" cy="26993"/>
                </a:xfrm>
                <a:custGeom>
                  <a:avLst/>
                  <a:gdLst/>
                  <a:ahLst/>
                  <a:cxnLst/>
                  <a:rect l="l" t="t" r="r" b="b"/>
                  <a:pathLst>
                    <a:path w="3993" h="3432" extrusionOk="0">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9148;p58"/>
                <p:cNvSpPr/>
                <p:nvPr/>
              </p:nvSpPr>
              <p:spPr>
                <a:xfrm>
                  <a:off x="4127721" y="3209835"/>
                  <a:ext cx="8950" cy="7684"/>
                </a:xfrm>
                <a:custGeom>
                  <a:avLst/>
                  <a:gdLst/>
                  <a:ahLst/>
                  <a:cxnLst/>
                  <a:rect l="l" t="t" r="r" b="b"/>
                  <a:pathLst>
                    <a:path w="1138" h="977" extrusionOk="0">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 name="Google Shape;9149;p58"/>
              <p:cNvGrpSpPr/>
              <p:nvPr/>
            </p:nvGrpSpPr>
            <p:grpSpPr>
              <a:xfrm>
                <a:off x="4068639" y="3210535"/>
                <a:ext cx="31499" cy="26906"/>
                <a:chOff x="4068639" y="3210535"/>
                <a:chExt cx="31499" cy="26906"/>
              </a:xfrm>
            </p:grpSpPr>
            <p:sp>
              <p:nvSpPr>
                <p:cNvPr id="794" name="Google Shape;9150;p58"/>
                <p:cNvSpPr/>
                <p:nvPr/>
              </p:nvSpPr>
              <p:spPr>
                <a:xfrm>
                  <a:off x="4068639" y="3210535"/>
                  <a:ext cx="31499" cy="26906"/>
                </a:xfrm>
                <a:custGeom>
                  <a:avLst/>
                  <a:gdLst/>
                  <a:ahLst/>
                  <a:cxnLst/>
                  <a:rect l="l" t="t" r="r" b="b"/>
                  <a:pathLst>
                    <a:path w="4005" h="3421" extrusionOk="0">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9151;p58"/>
                <p:cNvSpPr/>
                <p:nvPr/>
              </p:nvSpPr>
              <p:spPr>
                <a:xfrm>
                  <a:off x="4081577" y="3220209"/>
                  <a:ext cx="8856" cy="7582"/>
                </a:xfrm>
                <a:custGeom>
                  <a:avLst/>
                  <a:gdLst/>
                  <a:ahLst/>
                  <a:cxnLst/>
                  <a:rect l="l" t="t" r="r" b="b"/>
                  <a:pathLst>
                    <a:path w="1126" h="964" extrusionOk="0">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 name="Google Shape;9152;p58"/>
            <p:cNvGrpSpPr/>
            <p:nvPr/>
          </p:nvGrpSpPr>
          <p:grpSpPr>
            <a:xfrm>
              <a:off x="3869702" y="3066935"/>
              <a:ext cx="382664" cy="190294"/>
              <a:chOff x="3869702" y="3066935"/>
              <a:chExt cx="382664" cy="190294"/>
            </a:xfrm>
          </p:grpSpPr>
          <p:grpSp>
            <p:nvGrpSpPr>
              <p:cNvPr id="757" name="Google Shape;9153;p58"/>
              <p:cNvGrpSpPr/>
              <p:nvPr/>
            </p:nvGrpSpPr>
            <p:grpSpPr>
              <a:xfrm>
                <a:off x="3888633" y="3082351"/>
                <a:ext cx="351172" cy="160698"/>
                <a:chOff x="3888633" y="3082351"/>
                <a:chExt cx="351172" cy="160698"/>
              </a:xfrm>
            </p:grpSpPr>
            <p:sp>
              <p:nvSpPr>
                <p:cNvPr id="785" name="Google Shape;9154;p58"/>
                <p:cNvSpPr/>
                <p:nvPr/>
              </p:nvSpPr>
              <p:spPr>
                <a:xfrm>
                  <a:off x="3892440" y="3082351"/>
                  <a:ext cx="347366" cy="160698"/>
                </a:xfrm>
                <a:custGeom>
                  <a:avLst/>
                  <a:gdLst/>
                  <a:ahLst/>
                  <a:cxnLst/>
                  <a:rect l="l" t="t" r="r" b="b"/>
                  <a:pathLst>
                    <a:path w="44166" h="20432" fill="none" extrusionOk="0">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9155;p58"/>
                <p:cNvSpPr/>
                <p:nvPr/>
              </p:nvSpPr>
              <p:spPr>
                <a:xfrm>
                  <a:off x="3888633" y="3172924"/>
                  <a:ext cx="72979" cy="70124"/>
                </a:xfrm>
                <a:custGeom>
                  <a:avLst/>
                  <a:gdLst/>
                  <a:ahLst/>
                  <a:cxnLst/>
                  <a:rect l="l" t="t" r="r" b="b"/>
                  <a:pathLst>
                    <a:path w="9279" h="8916" fill="none" extrusionOk="0">
                      <a:moveTo>
                        <a:pt x="0" y="8916"/>
                      </a:moveTo>
                      <a:lnTo>
                        <a:pt x="9279" y="6883"/>
                      </a:lnTo>
                      <a:lnTo>
                        <a:pt x="704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9156;p58"/>
                <p:cNvSpPr/>
                <p:nvPr/>
              </p:nvSpPr>
              <p:spPr>
                <a:xfrm>
                  <a:off x="3960370" y="3203653"/>
                  <a:ext cx="79547" cy="19607"/>
                </a:xfrm>
                <a:custGeom>
                  <a:avLst/>
                  <a:gdLst/>
                  <a:ahLst/>
                  <a:cxnLst/>
                  <a:rect l="l" t="t" r="r" b="b"/>
                  <a:pathLst>
                    <a:path w="10114" h="2493" fill="none" extrusionOk="0">
                      <a:moveTo>
                        <a:pt x="0" y="2493"/>
                      </a:moveTo>
                      <a:lnTo>
                        <a:pt x="1011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9157;p58"/>
                <p:cNvSpPr/>
                <p:nvPr/>
              </p:nvSpPr>
              <p:spPr>
                <a:xfrm>
                  <a:off x="4043613" y="3161504"/>
                  <a:ext cx="108474" cy="42156"/>
                </a:xfrm>
                <a:custGeom>
                  <a:avLst/>
                  <a:gdLst/>
                  <a:ahLst/>
                  <a:cxnLst/>
                  <a:rect l="l" t="t" r="r" b="b"/>
                  <a:pathLst>
                    <a:path w="13792" h="5360" fill="none" extrusionOk="0">
                      <a:moveTo>
                        <a:pt x="1" y="5360"/>
                      </a:moveTo>
                      <a:lnTo>
                        <a:pt x="1379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9158;p58"/>
                <p:cNvSpPr/>
                <p:nvPr/>
              </p:nvSpPr>
              <p:spPr>
                <a:xfrm>
                  <a:off x="4152079" y="3082351"/>
                  <a:ext cx="17224" cy="82968"/>
                </a:xfrm>
                <a:custGeom>
                  <a:avLst/>
                  <a:gdLst/>
                  <a:ahLst/>
                  <a:cxnLst/>
                  <a:rect l="l" t="t" r="r" b="b"/>
                  <a:pathLst>
                    <a:path w="2190" h="10549" fill="none" extrusionOk="0">
                      <a:moveTo>
                        <a:pt x="0" y="10549"/>
                      </a:moveTo>
                      <a:lnTo>
                        <a:pt x="219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9159;p58"/>
                <p:cNvSpPr/>
                <p:nvPr/>
              </p:nvSpPr>
              <p:spPr>
                <a:xfrm>
                  <a:off x="4169296" y="3082351"/>
                  <a:ext cx="25797" cy="63557"/>
                </a:xfrm>
                <a:custGeom>
                  <a:avLst/>
                  <a:gdLst/>
                  <a:ahLst/>
                  <a:cxnLst/>
                  <a:rect l="l" t="t" r="r" b="b"/>
                  <a:pathLst>
                    <a:path w="3280" h="8081" fill="none" extrusionOk="0">
                      <a:moveTo>
                        <a:pt x="1" y="0"/>
                      </a:moveTo>
                      <a:lnTo>
                        <a:pt x="3279" y="808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 name="Google Shape;9160;p58"/>
              <p:cNvGrpSpPr/>
              <p:nvPr/>
            </p:nvGrpSpPr>
            <p:grpSpPr>
              <a:xfrm>
                <a:off x="4143703" y="3066935"/>
                <a:ext cx="37783" cy="32357"/>
                <a:chOff x="4143703" y="3066935"/>
                <a:chExt cx="37783" cy="32357"/>
              </a:xfrm>
            </p:grpSpPr>
            <p:sp>
              <p:nvSpPr>
                <p:cNvPr id="783" name="Google Shape;9161;p58"/>
                <p:cNvSpPr/>
                <p:nvPr/>
              </p:nvSpPr>
              <p:spPr>
                <a:xfrm>
                  <a:off x="4143703" y="3066935"/>
                  <a:ext cx="37783" cy="32357"/>
                </a:xfrm>
                <a:custGeom>
                  <a:avLst/>
                  <a:gdLst/>
                  <a:ahLst/>
                  <a:cxnLst/>
                  <a:rect l="l" t="t" r="r" b="b"/>
                  <a:pathLst>
                    <a:path w="4804" h="4114" extrusionOk="0">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9162;p58"/>
                <p:cNvSpPr/>
                <p:nvPr/>
              </p:nvSpPr>
              <p:spPr>
                <a:xfrm>
                  <a:off x="4158741" y="3076641"/>
                  <a:ext cx="13040" cy="13040"/>
                </a:xfrm>
                <a:custGeom>
                  <a:avLst/>
                  <a:gdLst/>
                  <a:ahLst/>
                  <a:cxnLst/>
                  <a:rect l="l" t="t" r="r" b="b"/>
                  <a:pathLst>
                    <a:path w="1658" h="1658" extrusionOk="0">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 name="Google Shape;9163;p58"/>
              <p:cNvGrpSpPr/>
              <p:nvPr/>
            </p:nvGrpSpPr>
            <p:grpSpPr>
              <a:xfrm>
                <a:off x="4044565" y="3103563"/>
                <a:ext cx="37783" cy="32451"/>
                <a:chOff x="4044565" y="3103563"/>
                <a:chExt cx="37783" cy="32451"/>
              </a:xfrm>
            </p:grpSpPr>
            <p:sp>
              <p:nvSpPr>
                <p:cNvPr id="781" name="Google Shape;9164;p58"/>
                <p:cNvSpPr/>
                <p:nvPr/>
              </p:nvSpPr>
              <p:spPr>
                <a:xfrm>
                  <a:off x="4044565" y="3103563"/>
                  <a:ext cx="37783" cy="32451"/>
                </a:xfrm>
                <a:custGeom>
                  <a:avLst/>
                  <a:gdLst/>
                  <a:ahLst/>
                  <a:cxnLst/>
                  <a:rect l="l" t="t" r="r" b="b"/>
                  <a:pathLst>
                    <a:path w="4804" h="4126" extrusionOk="0">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9165;p58"/>
                <p:cNvSpPr/>
                <p:nvPr/>
              </p:nvSpPr>
              <p:spPr>
                <a:xfrm>
                  <a:off x="4059602" y="3113268"/>
                  <a:ext cx="13040" cy="13048"/>
                </a:xfrm>
                <a:custGeom>
                  <a:avLst/>
                  <a:gdLst/>
                  <a:ahLst/>
                  <a:cxnLst/>
                  <a:rect l="l" t="t" r="r" b="b"/>
                  <a:pathLst>
                    <a:path w="1658" h="1659" extrusionOk="0">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 name="Google Shape;9166;p58"/>
              <p:cNvGrpSpPr/>
              <p:nvPr/>
            </p:nvGrpSpPr>
            <p:grpSpPr>
              <a:xfrm>
                <a:off x="4017454" y="3188237"/>
                <a:ext cx="37776" cy="32357"/>
                <a:chOff x="4017454" y="3188237"/>
                <a:chExt cx="37776" cy="32357"/>
              </a:xfrm>
            </p:grpSpPr>
            <p:sp>
              <p:nvSpPr>
                <p:cNvPr id="779" name="Google Shape;9167;p58"/>
                <p:cNvSpPr/>
                <p:nvPr/>
              </p:nvSpPr>
              <p:spPr>
                <a:xfrm>
                  <a:off x="4017454" y="3188237"/>
                  <a:ext cx="37776" cy="32357"/>
                </a:xfrm>
                <a:custGeom>
                  <a:avLst/>
                  <a:gdLst/>
                  <a:ahLst/>
                  <a:cxnLst/>
                  <a:rect l="l" t="t" r="r" b="b"/>
                  <a:pathLst>
                    <a:path w="4803" h="4114" extrusionOk="0">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9168;p58"/>
                <p:cNvSpPr/>
                <p:nvPr/>
              </p:nvSpPr>
              <p:spPr>
                <a:xfrm>
                  <a:off x="4032484" y="3197943"/>
                  <a:ext cx="13040" cy="13048"/>
                </a:xfrm>
                <a:custGeom>
                  <a:avLst/>
                  <a:gdLst/>
                  <a:ahLst/>
                  <a:cxnLst/>
                  <a:rect l="l" t="t" r="r" b="b"/>
                  <a:pathLst>
                    <a:path w="1658" h="1659" extrusionOk="0">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9169;p58"/>
              <p:cNvGrpSpPr/>
              <p:nvPr/>
            </p:nvGrpSpPr>
            <p:grpSpPr>
              <a:xfrm>
                <a:off x="3921548" y="3157509"/>
                <a:ext cx="37783" cy="32357"/>
                <a:chOff x="3921548" y="3157509"/>
                <a:chExt cx="37783" cy="32357"/>
              </a:xfrm>
            </p:grpSpPr>
            <p:sp>
              <p:nvSpPr>
                <p:cNvPr id="777" name="Google Shape;9170;p58"/>
                <p:cNvSpPr/>
                <p:nvPr/>
              </p:nvSpPr>
              <p:spPr>
                <a:xfrm>
                  <a:off x="3921548" y="3157509"/>
                  <a:ext cx="37783" cy="32357"/>
                </a:xfrm>
                <a:custGeom>
                  <a:avLst/>
                  <a:gdLst/>
                  <a:ahLst/>
                  <a:cxnLst/>
                  <a:rect l="l" t="t" r="r" b="b"/>
                  <a:pathLst>
                    <a:path w="4804" h="4114" extrusionOk="0">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9171;p58"/>
                <p:cNvSpPr/>
                <p:nvPr/>
              </p:nvSpPr>
              <p:spPr>
                <a:xfrm>
                  <a:off x="3936586" y="3167214"/>
                  <a:ext cx="13040" cy="13040"/>
                </a:xfrm>
                <a:custGeom>
                  <a:avLst/>
                  <a:gdLst/>
                  <a:ahLst/>
                  <a:cxnLst/>
                  <a:rect l="l" t="t" r="r" b="b"/>
                  <a:pathLst>
                    <a:path w="1658" h="1658" extrusionOk="0">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 name="Google Shape;9172;p58"/>
              <p:cNvGrpSpPr/>
              <p:nvPr/>
            </p:nvGrpSpPr>
            <p:grpSpPr>
              <a:xfrm>
                <a:off x="3939056" y="3211620"/>
                <a:ext cx="37783" cy="32380"/>
                <a:chOff x="3939056" y="3211620"/>
                <a:chExt cx="37783" cy="32380"/>
              </a:xfrm>
            </p:grpSpPr>
            <p:sp>
              <p:nvSpPr>
                <p:cNvPr id="775" name="Google Shape;9173;p58"/>
                <p:cNvSpPr/>
                <p:nvPr/>
              </p:nvSpPr>
              <p:spPr>
                <a:xfrm>
                  <a:off x="3939056" y="3211620"/>
                  <a:ext cx="37783" cy="32380"/>
                </a:xfrm>
                <a:custGeom>
                  <a:avLst/>
                  <a:gdLst/>
                  <a:ahLst/>
                  <a:cxnLst/>
                  <a:rect l="l" t="t" r="r" b="b"/>
                  <a:pathLst>
                    <a:path w="4804" h="4117" extrusionOk="0">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9174;p58"/>
                <p:cNvSpPr/>
                <p:nvPr/>
              </p:nvSpPr>
              <p:spPr>
                <a:xfrm>
                  <a:off x="3954188" y="3221255"/>
                  <a:ext cx="13040" cy="13040"/>
                </a:xfrm>
                <a:custGeom>
                  <a:avLst/>
                  <a:gdLst/>
                  <a:ahLst/>
                  <a:cxnLst/>
                  <a:rect l="l" t="t" r="r" b="b"/>
                  <a:pathLst>
                    <a:path w="1658" h="1658" extrusionOk="0">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 name="Google Shape;9175;p58"/>
              <p:cNvGrpSpPr/>
              <p:nvPr/>
            </p:nvGrpSpPr>
            <p:grpSpPr>
              <a:xfrm>
                <a:off x="4176240" y="3136965"/>
                <a:ext cx="31405" cy="26930"/>
                <a:chOff x="4176240" y="3136965"/>
                <a:chExt cx="31405" cy="26930"/>
              </a:xfrm>
            </p:grpSpPr>
            <p:sp>
              <p:nvSpPr>
                <p:cNvPr id="773" name="Google Shape;9176;p58"/>
                <p:cNvSpPr/>
                <p:nvPr/>
              </p:nvSpPr>
              <p:spPr>
                <a:xfrm>
                  <a:off x="4176240" y="3136965"/>
                  <a:ext cx="31405" cy="26930"/>
                </a:xfrm>
                <a:custGeom>
                  <a:avLst/>
                  <a:gdLst/>
                  <a:ahLst/>
                  <a:cxnLst/>
                  <a:rect l="l" t="t" r="r" b="b"/>
                  <a:pathLst>
                    <a:path w="3993" h="3424" extrusionOk="0">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9177;p58"/>
                <p:cNvSpPr/>
                <p:nvPr/>
              </p:nvSpPr>
              <p:spPr>
                <a:xfrm>
                  <a:off x="4190327" y="3146663"/>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9178;p58"/>
              <p:cNvGrpSpPr/>
              <p:nvPr/>
            </p:nvGrpSpPr>
            <p:grpSpPr>
              <a:xfrm>
                <a:off x="4133148" y="3152593"/>
                <a:ext cx="31499" cy="27001"/>
                <a:chOff x="4133148" y="3152593"/>
                <a:chExt cx="31499" cy="27001"/>
              </a:xfrm>
            </p:grpSpPr>
            <p:sp>
              <p:nvSpPr>
                <p:cNvPr id="771" name="Google Shape;9179;p58"/>
                <p:cNvSpPr/>
                <p:nvPr/>
              </p:nvSpPr>
              <p:spPr>
                <a:xfrm>
                  <a:off x="4133148" y="3152593"/>
                  <a:ext cx="31499" cy="27001"/>
                </a:xfrm>
                <a:custGeom>
                  <a:avLst/>
                  <a:gdLst/>
                  <a:ahLst/>
                  <a:cxnLst/>
                  <a:rect l="l" t="t" r="r" b="b"/>
                  <a:pathLst>
                    <a:path w="4005" h="3433" extrusionOk="0">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9180;p58"/>
                <p:cNvSpPr/>
                <p:nvPr/>
              </p:nvSpPr>
              <p:spPr>
                <a:xfrm>
                  <a:off x="4147321" y="316226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9181;p58"/>
              <p:cNvGrpSpPr/>
              <p:nvPr/>
            </p:nvGrpSpPr>
            <p:grpSpPr>
              <a:xfrm>
                <a:off x="4220866" y="3073534"/>
                <a:ext cx="31499" cy="26898"/>
                <a:chOff x="4220866" y="3073534"/>
                <a:chExt cx="31499" cy="26898"/>
              </a:xfrm>
            </p:grpSpPr>
            <p:sp>
              <p:nvSpPr>
                <p:cNvPr id="769" name="Google Shape;9182;p58"/>
                <p:cNvSpPr/>
                <p:nvPr/>
              </p:nvSpPr>
              <p:spPr>
                <a:xfrm>
                  <a:off x="4220866" y="307353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9183;p58"/>
                <p:cNvSpPr/>
                <p:nvPr/>
              </p:nvSpPr>
              <p:spPr>
                <a:xfrm>
                  <a:off x="4235039" y="3083114"/>
                  <a:ext cx="7621" cy="7613"/>
                </a:xfrm>
                <a:custGeom>
                  <a:avLst/>
                  <a:gdLst/>
                  <a:ahLst/>
                  <a:cxnLst/>
                  <a:rect l="l" t="t" r="r" b="b"/>
                  <a:pathLst>
                    <a:path w="969" h="968" extrusionOk="0">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9184;p58"/>
              <p:cNvGrpSpPr/>
              <p:nvPr/>
            </p:nvGrpSpPr>
            <p:grpSpPr>
              <a:xfrm>
                <a:off x="3869702" y="3230323"/>
                <a:ext cx="31499" cy="26906"/>
                <a:chOff x="3869702" y="3230323"/>
                <a:chExt cx="31499" cy="26906"/>
              </a:xfrm>
            </p:grpSpPr>
            <p:sp>
              <p:nvSpPr>
                <p:cNvPr id="767" name="Google Shape;9185;p58"/>
                <p:cNvSpPr/>
                <p:nvPr/>
              </p:nvSpPr>
              <p:spPr>
                <a:xfrm>
                  <a:off x="3869702" y="3230323"/>
                  <a:ext cx="31499" cy="26906"/>
                </a:xfrm>
                <a:custGeom>
                  <a:avLst/>
                  <a:gdLst/>
                  <a:ahLst/>
                  <a:cxnLst/>
                  <a:rect l="l" t="t" r="r" b="b"/>
                  <a:pathLst>
                    <a:path w="4005" h="3421" extrusionOk="0">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9186;p58"/>
                <p:cNvSpPr/>
                <p:nvPr/>
              </p:nvSpPr>
              <p:spPr>
                <a:xfrm>
                  <a:off x="388387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3" name="Google Shape;9187;p58"/>
            <p:cNvGrpSpPr/>
            <p:nvPr/>
          </p:nvGrpSpPr>
          <p:grpSpPr>
            <a:xfrm>
              <a:off x="4271383" y="3065882"/>
              <a:ext cx="304556" cy="341663"/>
              <a:chOff x="4271383" y="3065882"/>
              <a:chExt cx="304556" cy="341663"/>
            </a:xfrm>
          </p:grpSpPr>
          <p:grpSp>
            <p:nvGrpSpPr>
              <p:cNvPr id="700" name="Google Shape;9188;p58"/>
              <p:cNvGrpSpPr/>
              <p:nvPr/>
            </p:nvGrpSpPr>
            <p:grpSpPr>
              <a:xfrm>
                <a:off x="4293838" y="3078639"/>
                <a:ext cx="269353" cy="311973"/>
                <a:chOff x="4293838" y="3078639"/>
                <a:chExt cx="269353" cy="311973"/>
              </a:xfrm>
            </p:grpSpPr>
            <p:sp>
              <p:nvSpPr>
                <p:cNvPr id="740" name="Google Shape;9189;p58"/>
                <p:cNvSpPr/>
                <p:nvPr/>
              </p:nvSpPr>
              <p:spPr>
                <a:xfrm>
                  <a:off x="4293838" y="3078639"/>
                  <a:ext cx="269353" cy="311973"/>
                </a:xfrm>
                <a:custGeom>
                  <a:avLst/>
                  <a:gdLst/>
                  <a:ahLst/>
                  <a:cxnLst/>
                  <a:rect l="l" t="t" r="r" b="b"/>
                  <a:pathLst>
                    <a:path w="34247" h="39666" fill="none" extrusionOk="0">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9190;p58"/>
                <p:cNvSpPr/>
                <p:nvPr/>
              </p:nvSpPr>
              <p:spPr>
                <a:xfrm>
                  <a:off x="4306965" y="3099473"/>
                  <a:ext cx="62519" cy="69652"/>
                </a:xfrm>
                <a:custGeom>
                  <a:avLst/>
                  <a:gdLst/>
                  <a:ahLst/>
                  <a:cxnLst/>
                  <a:rect l="l" t="t" r="r" b="b"/>
                  <a:pathLst>
                    <a:path w="7949" h="8856" fill="none" extrusionOk="0">
                      <a:moveTo>
                        <a:pt x="1" y="1"/>
                      </a:moveTo>
                      <a:lnTo>
                        <a:pt x="7948" y="885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9191;p58"/>
                <p:cNvSpPr/>
                <p:nvPr/>
              </p:nvSpPr>
              <p:spPr>
                <a:xfrm>
                  <a:off x="4369476" y="3169118"/>
                  <a:ext cx="26072" cy="98666"/>
                </a:xfrm>
                <a:custGeom>
                  <a:avLst/>
                  <a:gdLst/>
                  <a:ahLst/>
                  <a:cxnLst/>
                  <a:rect l="l" t="t" r="r" b="b"/>
                  <a:pathLst>
                    <a:path w="3315" h="12545" fill="none" extrusionOk="0">
                      <a:moveTo>
                        <a:pt x="0" y="1"/>
                      </a:moveTo>
                      <a:lnTo>
                        <a:pt x="3315" y="1254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9192;p58"/>
                <p:cNvSpPr/>
                <p:nvPr/>
              </p:nvSpPr>
              <p:spPr>
                <a:xfrm>
                  <a:off x="4399347" y="3078639"/>
                  <a:ext cx="60041" cy="110558"/>
                </a:xfrm>
                <a:custGeom>
                  <a:avLst/>
                  <a:gdLst/>
                  <a:ahLst/>
                  <a:cxnLst/>
                  <a:rect l="l" t="t" r="r" b="b"/>
                  <a:pathLst>
                    <a:path w="7634" h="14057" fill="none" extrusionOk="0">
                      <a:moveTo>
                        <a:pt x="7634" y="14057"/>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9193;p58"/>
                <p:cNvSpPr/>
                <p:nvPr/>
              </p:nvSpPr>
              <p:spPr>
                <a:xfrm>
                  <a:off x="4373282" y="3169118"/>
                  <a:ext cx="82299" cy="20079"/>
                </a:xfrm>
                <a:custGeom>
                  <a:avLst/>
                  <a:gdLst/>
                  <a:ahLst/>
                  <a:cxnLst/>
                  <a:rect l="l" t="t" r="r" b="b"/>
                  <a:pathLst>
                    <a:path w="10464" h="2553" fill="none" extrusionOk="0">
                      <a:moveTo>
                        <a:pt x="0" y="1"/>
                      </a:moveTo>
                      <a:lnTo>
                        <a:pt x="10464" y="2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9194;p58"/>
                <p:cNvSpPr/>
                <p:nvPr/>
              </p:nvSpPr>
              <p:spPr>
                <a:xfrm>
                  <a:off x="4369476" y="3078639"/>
                  <a:ext cx="29879" cy="90487"/>
                </a:xfrm>
                <a:custGeom>
                  <a:avLst/>
                  <a:gdLst/>
                  <a:ahLst/>
                  <a:cxnLst/>
                  <a:rect l="l" t="t" r="r" b="b"/>
                  <a:pathLst>
                    <a:path w="3799" h="11505" fill="none" extrusionOk="0">
                      <a:moveTo>
                        <a:pt x="0" y="11505"/>
                      </a:moveTo>
                      <a:lnTo>
                        <a:pt x="379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9195;p58"/>
                <p:cNvSpPr/>
                <p:nvPr/>
              </p:nvSpPr>
              <p:spPr>
                <a:xfrm>
                  <a:off x="4293932" y="3169118"/>
                  <a:ext cx="75551" cy="41110"/>
                </a:xfrm>
                <a:custGeom>
                  <a:avLst/>
                  <a:gdLst/>
                  <a:ahLst/>
                  <a:cxnLst/>
                  <a:rect l="l" t="t" r="r" b="b"/>
                  <a:pathLst>
                    <a:path w="9606" h="5227" fill="none" extrusionOk="0">
                      <a:moveTo>
                        <a:pt x="1" y="5226"/>
                      </a:moveTo>
                      <a:lnTo>
                        <a:pt x="960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9196;p58"/>
                <p:cNvSpPr/>
                <p:nvPr/>
              </p:nvSpPr>
              <p:spPr>
                <a:xfrm>
                  <a:off x="4350159" y="3267776"/>
                  <a:ext cx="45389" cy="27032"/>
                </a:xfrm>
                <a:custGeom>
                  <a:avLst/>
                  <a:gdLst/>
                  <a:ahLst/>
                  <a:cxnLst/>
                  <a:rect l="l" t="t" r="r" b="b"/>
                  <a:pathLst>
                    <a:path w="5771" h="3437" fill="none" extrusionOk="0">
                      <a:moveTo>
                        <a:pt x="1" y="3436"/>
                      </a:moveTo>
                      <a:lnTo>
                        <a:pt x="57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9197;p58"/>
                <p:cNvSpPr/>
                <p:nvPr/>
              </p:nvSpPr>
              <p:spPr>
                <a:xfrm>
                  <a:off x="4395540" y="3267776"/>
                  <a:ext cx="38830" cy="76031"/>
                </a:xfrm>
                <a:custGeom>
                  <a:avLst/>
                  <a:gdLst/>
                  <a:ahLst/>
                  <a:cxnLst/>
                  <a:rect l="l" t="t" r="r" b="b"/>
                  <a:pathLst>
                    <a:path w="4937" h="9667" fill="none" extrusionOk="0">
                      <a:moveTo>
                        <a:pt x="1" y="1"/>
                      </a:moveTo>
                      <a:lnTo>
                        <a:pt x="4936" y="9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9198;p58"/>
                <p:cNvSpPr/>
                <p:nvPr/>
              </p:nvSpPr>
              <p:spPr>
                <a:xfrm>
                  <a:off x="4360439" y="3267776"/>
                  <a:ext cx="35109" cy="121978"/>
                </a:xfrm>
                <a:custGeom>
                  <a:avLst/>
                  <a:gdLst/>
                  <a:ahLst/>
                  <a:cxnLst/>
                  <a:rect l="l" t="t" r="r" b="b"/>
                  <a:pathLst>
                    <a:path w="4464" h="15509" fill="none" extrusionOk="0">
                      <a:moveTo>
                        <a:pt x="0" y="15509"/>
                      </a:moveTo>
                      <a:lnTo>
                        <a:pt x="446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9199;p58"/>
                <p:cNvSpPr/>
                <p:nvPr/>
              </p:nvSpPr>
              <p:spPr>
                <a:xfrm>
                  <a:off x="4293932" y="3210220"/>
                  <a:ext cx="101616" cy="57564"/>
                </a:xfrm>
                <a:custGeom>
                  <a:avLst/>
                  <a:gdLst/>
                  <a:ahLst/>
                  <a:cxnLst/>
                  <a:rect l="l" t="t" r="r" b="b"/>
                  <a:pathLst>
                    <a:path w="12920" h="7319" fill="none" extrusionOk="0">
                      <a:moveTo>
                        <a:pt x="1" y="0"/>
                      </a:moveTo>
                      <a:lnTo>
                        <a:pt x="12920" y="73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9200;p58"/>
                <p:cNvSpPr/>
                <p:nvPr/>
              </p:nvSpPr>
              <p:spPr>
                <a:xfrm>
                  <a:off x="4395540" y="3186436"/>
                  <a:ext cx="66420" cy="79735"/>
                </a:xfrm>
                <a:custGeom>
                  <a:avLst/>
                  <a:gdLst/>
                  <a:ahLst/>
                  <a:cxnLst/>
                  <a:rect l="l" t="t" r="r" b="b"/>
                  <a:pathLst>
                    <a:path w="8445" h="10138" fill="none" extrusionOk="0">
                      <a:moveTo>
                        <a:pt x="8444" y="0"/>
                      </a:moveTo>
                      <a:lnTo>
                        <a:pt x="1" y="1013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9201;p58"/>
                <p:cNvSpPr/>
                <p:nvPr/>
              </p:nvSpPr>
              <p:spPr>
                <a:xfrm>
                  <a:off x="4459380" y="3189669"/>
                  <a:ext cx="41873" cy="123402"/>
                </a:xfrm>
                <a:custGeom>
                  <a:avLst/>
                  <a:gdLst/>
                  <a:ahLst/>
                  <a:cxnLst/>
                  <a:rect l="l" t="t" r="r" b="b"/>
                  <a:pathLst>
                    <a:path w="5324" h="15690" fill="none" extrusionOk="0">
                      <a:moveTo>
                        <a:pt x="1" y="0"/>
                      </a:moveTo>
                      <a:lnTo>
                        <a:pt x="5323" y="15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9202;p58"/>
                <p:cNvSpPr/>
                <p:nvPr/>
              </p:nvSpPr>
              <p:spPr>
                <a:xfrm>
                  <a:off x="4395540" y="3267776"/>
                  <a:ext cx="105713" cy="45295"/>
                </a:xfrm>
                <a:custGeom>
                  <a:avLst/>
                  <a:gdLst/>
                  <a:ahLst/>
                  <a:cxnLst/>
                  <a:rect l="l" t="t" r="r" b="b"/>
                  <a:pathLst>
                    <a:path w="13441" h="5759" fill="none" extrusionOk="0">
                      <a:moveTo>
                        <a:pt x="1" y="1"/>
                      </a:moveTo>
                      <a:lnTo>
                        <a:pt x="13440" y="575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9203;p58"/>
                <p:cNvSpPr/>
                <p:nvPr/>
              </p:nvSpPr>
              <p:spPr>
                <a:xfrm>
                  <a:off x="4501246" y="3223252"/>
                  <a:ext cx="46435" cy="89818"/>
                </a:xfrm>
                <a:custGeom>
                  <a:avLst/>
                  <a:gdLst/>
                  <a:ahLst/>
                  <a:cxnLst/>
                  <a:rect l="l" t="t" r="r" b="b"/>
                  <a:pathLst>
                    <a:path w="5904" h="11420" fill="none" extrusionOk="0">
                      <a:moveTo>
                        <a:pt x="0" y="11420"/>
                      </a:moveTo>
                      <a:lnTo>
                        <a:pt x="590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9204;p58"/>
                <p:cNvSpPr/>
                <p:nvPr/>
              </p:nvSpPr>
              <p:spPr>
                <a:xfrm>
                  <a:off x="4459671" y="3104231"/>
                  <a:ext cx="58421" cy="84966"/>
                </a:xfrm>
                <a:custGeom>
                  <a:avLst/>
                  <a:gdLst/>
                  <a:ahLst/>
                  <a:cxnLst/>
                  <a:rect l="l" t="t" r="r" b="b"/>
                  <a:pathLst>
                    <a:path w="7428" h="10803" fill="none" extrusionOk="0">
                      <a:moveTo>
                        <a:pt x="0" y="10803"/>
                      </a:moveTo>
                      <a:lnTo>
                        <a:pt x="7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9205;p58"/>
                <p:cNvSpPr/>
                <p:nvPr/>
              </p:nvSpPr>
              <p:spPr>
                <a:xfrm>
                  <a:off x="4459671" y="3189189"/>
                  <a:ext cx="86586" cy="36737"/>
                </a:xfrm>
                <a:custGeom>
                  <a:avLst/>
                  <a:gdLst/>
                  <a:ahLst/>
                  <a:cxnLst/>
                  <a:rect l="l" t="t" r="r" b="b"/>
                  <a:pathLst>
                    <a:path w="11009" h="4671" fill="none" extrusionOk="0">
                      <a:moveTo>
                        <a:pt x="0" y="1"/>
                      </a:moveTo>
                      <a:lnTo>
                        <a:pt x="11008" y="4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 name="Google Shape;9206;p58"/>
              <p:cNvGrpSpPr/>
              <p:nvPr/>
            </p:nvGrpSpPr>
            <p:grpSpPr>
              <a:xfrm>
                <a:off x="4538164" y="3342061"/>
                <a:ext cx="37776" cy="32380"/>
                <a:chOff x="4538164" y="3342061"/>
                <a:chExt cx="37776" cy="32380"/>
              </a:xfrm>
            </p:grpSpPr>
            <p:sp>
              <p:nvSpPr>
                <p:cNvPr id="738" name="Google Shape;9207;p58"/>
                <p:cNvSpPr/>
                <p:nvPr/>
              </p:nvSpPr>
              <p:spPr>
                <a:xfrm>
                  <a:off x="4538164" y="3342061"/>
                  <a:ext cx="37776" cy="32380"/>
                </a:xfrm>
                <a:custGeom>
                  <a:avLst/>
                  <a:gdLst/>
                  <a:ahLst/>
                  <a:cxnLst/>
                  <a:rect l="l" t="t" r="r" b="b"/>
                  <a:pathLst>
                    <a:path w="4803" h="4117" extrusionOk="0">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9208;p58"/>
                <p:cNvSpPr/>
                <p:nvPr/>
              </p:nvSpPr>
              <p:spPr>
                <a:xfrm>
                  <a:off x="4553194" y="3351790"/>
                  <a:ext cx="13040" cy="13040"/>
                </a:xfrm>
                <a:custGeom>
                  <a:avLst/>
                  <a:gdLst/>
                  <a:ahLst/>
                  <a:cxnLst/>
                  <a:rect l="l" t="t" r="r" b="b"/>
                  <a:pathLst>
                    <a:path w="1658" h="1658" extrusionOk="0">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9209;p58"/>
              <p:cNvGrpSpPr/>
              <p:nvPr/>
            </p:nvGrpSpPr>
            <p:grpSpPr>
              <a:xfrm>
                <a:off x="4271383" y="3194742"/>
                <a:ext cx="37783" cy="32420"/>
                <a:chOff x="4271383" y="3194742"/>
                <a:chExt cx="37783" cy="32420"/>
              </a:xfrm>
            </p:grpSpPr>
            <p:sp>
              <p:nvSpPr>
                <p:cNvPr id="736" name="Google Shape;9210;p58"/>
                <p:cNvSpPr/>
                <p:nvPr/>
              </p:nvSpPr>
              <p:spPr>
                <a:xfrm>
                  <a:off x="4271383" y="3194742"/>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9211;p58"/>
                <p:cNvSpPr/>
                <p:nvPr/>
              </p:nvSpPr>
              <p:spPr>
                <a:xfrm>
                  <a:off x="4286516" y="3204416"/>
                  <a:ext cx="13040" cy="13040"/>
                </a:xfrm>
                <a:custGeom>
                  <a:avLst/>
                  <a:gdLst/>
                  <a:ahLst/>
                  <a:cxnLst/>
                  <a:rect l="l" t="t" r="r" b="b"/>
                  <a:pathLst>
                    <a:path w="1658" h="1658" extrusionOk="0">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 name="Google Shape;9212;p58"/>
              <p:cNvGrpSpPr/>
              <p:nvPr/>
            </p:nvGrpSpPr>
            <p:grpSpPr>
              <a:xfrm>
                <a:off x="4284416" y="3084058"/>
                <a:ext cx="37783" cy="32357"/>
                <a:chOff x="4284416" y="3084058"/>
                <a:chExt cx="37783" cy="32357"/>
              </a:xfrm>
            </p:grpSpPr>
            <p:sp>
              <p:nvSpPr>
                <p:cNvPr id="734" name="Google Shape;9213;p58"/>
                <p:cNvSpPr/>
                <p:nvPr/>
              </p:nvSpPr>
              <p:spPr>
                <a:xfrm>
                  <a:off x="4284416" y="3084058"/>
                  <a:ext cx="37783" cy="32357"/>
                </a:xfrm>
                <a:custGeom>
                  <a:avLst/>
                  <a:gdLst/>
                  <a:ahLst/>
                  <a:cxnLst/>
                  <a:rect l="l" t="t" r="r" b="b"/>
                  <a:pathLst>
                    <a:path w="4804" h="4114"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9214;p58"/>
                <p:cNvSpPr/>
                <p:nvPr/>
              </p:nvSpPr>
              <p:spPr>
                <a:xfrm>
                  <a:off x="4299548" y="3093763"/>
                  <a:ext cx="13040" cy="13048"/>
                </a:xfrm>
                <a:custGeom>
                  <a:avLst/>
                  <a:gdLst/>
                  <a:ahLst/>
                  <a:cxnLst/>
                  <a:rect l="l" t="t" r="r" b="b"/>
                  <a:pathLst>
                    <a:path w="1658" h="1659" extrusionOk="0">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 name="Google Shape;9215;p58"/>
              <p:cNvGrpSpPr/>
              <p:nvPr/>
            </p:nvGrpSpPr>
            <p:grpSpPr>
              <a:xfrm>
                <a:off x="4478697" y="3297561"/>
                <a:ext cx="37776" cy="32451"/>
                <a:chOff x="4478697" y="3297561"/>
                <a:chExt cx="37776" cy="32451"/>
              </a:xfrm>
            </p:grpSpPr>
            <p:sp>
              <p:nvSpPr>
                <p:cNvPr id="732" name="Google Shape;9216;p58"/>
                <p:cNvSpPr/>
                <p:nvPr/>
              </p:nvSpPr>
              <p:spPr>
                <a:xfrm>
                  <a:off x="4478697" y="3297561"/>
                  <a:ext cx="37776" cy="32451"/>
                </a:xfrm>
                <a:custGeom>
                  <a:avLst/>
                  <a:gdLst/>
                  <a:ahLst/>
                  <a:cxnLst/>
                  <a:rect l="l" t="t" r="r" b="b"/>
                  <a:pathLst>
                    <a:path w="4803" h="4126" extrusionOk="0">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9217;p58"/>
                <p:cNvSpPr/>
                <p:nvPr/>
              </p:nvSpPr>
              <p:spPr>
                <a:xfrm>
                  <a:off x="4493727" y="3307361"/>
                  <a:ext cx="13048" cy="13040"/>
                </a:xfrm>
                <a:custGeom>
                  <a:avLst/>
                  <a:gdLst/>
                  <a:ahLst/>
                  <a:cxnLst/>
                  <a:rect l="l" t="t" r="r" b="b"/>
                  <a:pathLst>
                    <a:path w="1659" h="1658" extrusionOk="0">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 name="Google Shape;9218;p58"/>
              <p:cNvGrpSpPr/>
              <p:nvPr/>
            </p:nvGrpSpPr>
            <p:grpSpPr>
              <a:xfrm>
                <a:off x="4411813" y="3331711"/>
                <a:ext cx="37776" cy="32451"/>
                <a:chOff x="4411813" y="3331711"/>
                <a:chExt cx="37776" cy="32451"/>
              </a:xfrm>
            </p:grpSpPr>
            <p:sp>
              <p:nvSpPr>
                <p:cNvPr id="730" name="Google Shape;9219;p58"/>
                <p:cNvSpPr/>
                <p:nvPr/>
              </p:nvSpPr>
              <p:spPr>
                <a:xfrm>
                  <a:off x="4411813" y="3331711"/>
                  <a:ext cx="37776" cy="32451"/>
                </a:xfrm>
                <a:custGeom>
                  <a:avLst/>
                  <a:gdLst/>
                  <a:ahLst/>
                  <a:cxnLst/>
                  <a:rect l="l" t="t" r="r" b="b"/>
                  <a:pathLst>
                    <a:path w="4803" h="4126" extrusionOk="0">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9220;p58"/>
                <p:cNvSpPr/>
                <p:nvPr/>
              </p:nvSpPr>
              <p:spPr>
                <a:xfrm>
                  <a:off x="4426937" y="3341416"/>
                  <a:ext cx="13048" cy="13048"/>
                </a:xfrm>
                <a:custGeom>
                  <a:avLst/>
                  <a:gdLst/>
                  <a:ahLst/>
                  <a:cxnLst/>
                  <a:rect l="l" t="t" r="r" b="b"/>
                  <a:pathLst>
                    <a:path w="1659" h="1659" extrusionOk="0">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 name="Google Shape;9221;p58"/>
              <p:cNvGrpSpPr/>
              <p:nvPr/>
            </p:nvGrpSpPr>
            <p:grpSpPr>
              <a:xfrm>
                <a:off x="4337984" y="3375188"/>
                <a:ext cx="37776" cy="32357"/>
                <a:chOff x="4337984" y="3375188"/>
                <a:chExt cx="37776" cy="32357"/>
              </a:xfrm>
            </p:grpSpPr>
            <p:sp>
              <p:nvSpPr>
                <p:cNvPr id="728" name="Google Shape;9222;p58"/>
                <p:cNvSpPr/>
                <p:nvPr/>
              </p:nvSpPr>
              <p:spPr>
                <a:xfrm>
                  <a:off x="4337984" y="3375188"/>
                  <a:ext cx="37776" cy="32357"/>
                </a:xfrm>
                <a:custGeom>
                  <a:avLst/>
                  <a:gdLst/>
                  <a:ahLst/>
                  <a:cxnLst/>
                  <a:rect l="l" t="t" r="r" b="b"/>
                  <a:pathLst>
                    <a:path w="4803" h="4114" extrusionOk="0">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9223;p58"/>
                <p:cNvSpPr/>
                <p:nvPr/>
              </p:nvSpPr>
              <p:spPr>
                <a:xfrm>
                  <a:off x="4353108" y="3384894"/>
                  <a:ext cx="13048" cy="13048"/>
                </a:xfrm>
                <a:custGeom>
                  <a:avLst/>
                  <a:gdLst/>
                  <a:ahLst/>
                  <a:cxnLst/>
                  <a:rect l="l" t="t" r="r" b="b"/>
                  <a:pathLst>
                    <a:path w="1659" h="1659" extrusionOk="0">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9224;p58"/>
              <p:cNvGrpSpPr/>
              <p:nvPr/>
            </p:nvGrpSpPr>
            <p:grpSpPr>
              <a:xfrm>
                <a:off x="4494867" y="3090530"/>
                <a:ext cx="37878" cy="32451"/>
                <a:chOff x="4494867" y="3090530"/>
                <a:chExt cx="37878" cy="32451"/>
              </a:xfrm>
            </p:grpSpPr>
            <p:sp>
              <p:nvSpPr>
                <p:cNvPr id="726" name="Google Shape;9225;p58"/>
                <p:cNvSpPr/>
                <p:nvPr/>
              </p:nvSpPr>
              <p:spPr>
                <a:xfrm>
                  <a:off x="4494867" y="3090530"/>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9226;p58"/>
                <p:cNvSpPr/>
                <p:nvPr/>
              </p:nvSpPr>
              <p:spPr>
                <a:xfrm>
                  <a:off x="4510000" y="3100236"/>
                  <a:ext cx="13040" cy="13040"/>
                </a:xfrm>
                <a:custGeom>
                  <a:avLst/>
                  <a:gdLst/>
                  <a:ahLst/>
                  <a:cxnLst/>
                  <a:rect l="l" t="t" r="r" b="b"/>
                  <a:pathLst>
                    <a:path w="1658" h="1658" extrusionOk="0">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 name="Google Shape;9227;p58"/>
              <p:cNvGrpSpPr/>
              <p:nvPr/>
            </p:nvGrpSpPr>
            <p:grpSpPr>
              <a:xfrm>
                <a:off x="4525124" y="3207774"/>
                <a:ext cx="37783" cy="32420"/>
                <a:chOff x="4525124" y="3207774"/>
                <a:chExt cx="37783" cy="32420"/>
              </a:xfrm>
            </p:grpSpPr>
            <p:sp>
              <p:nvSpPr>
                <p:cNvPr id="724" name="Google Shape;9228;p58"/>
                <p:cNvSpPr/>
                <p:nvPr/>
              </p:nvSpPr>
              <p:spPr>
                <a:xfrm>
                  <a:off x="4525124" y="3207774"/>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9229;p58"/>
                <p:cNvSpPr/>
                <p:nvPr/>
              </p:nvSpPr>
              <p:spPr>
                <a:xfrm>
                  <a:off x="4540256" y="3217448"/>
                  <a:ext cx="13040" cy="13040"/>
                </a:xfrm>
                <a:custGeom>
                  <a:avLst/>
                  <a:gdLst/>
                  <a:ahLst/>
                  <a:cxnLst/>
                  <a:rect l="l" t="t" r="r" b="b"/>
                  <a:pathLst>
                    <a:path w="1658" h="1658" extrusionOk="0">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 name="Google Shape;9230;p58"/>
              <p:cNvGrpSpPr/>
              <p:nvPr/>
            </p:nvGrpSpPr>
            <p:grpSpPr>
              <a:xfrm>
                <a:off x="4440544" y="3176479"/>
                <a:ext cx="31499" cy="26898"/>
                <a:chOff x="4440544" y="3176479"/>
                <a:chExt cx="31499" cy="26898"/>
              </a:xfrm>
            </p:grpSpPr>
            <p:sp>
              <p:nvSpPr>
                <p:cNvPr id="722" name="Google Shape;9231;p58"/>
                <p:cNvSpPr/>
                <p:nvPr/>
              </p:nvSpPr>
              <p:spPr>
                <a:xfrm>
                  <a:off x="4440544" y="3176479"/>
                  <a:ext cx="31499" cy="26898"/>
                </a:xfrm>
                <a:custGeom>
                  <a:avLst/>
                  <a:gdLst/>
                  <a:ahLst/>
                  <a:cxnLst/>
                  <a:rect l="l" t="t" r="r" b="b"/>
                  <a:pathLst>
                    <a:path w="4005" h="3420" extrusionOk="0">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9232;p58"/>
                <p:cNvSpPr/>
                <p:nvPr/>
              </p:nvSpPr>
              <p:spPr>
                <a:xfrm>
                  <a:off x="4454724" y="3186145"/>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 name="Google Shape;9233;p58"/>
              <p:cNvGrpSpPr/>
              <p:nvPr/>
            </p:nvGrpSpPr>
            <p:grpSpPr>
              <a:xfrm>
                <a:off x="4350545" y="3156400"/>
                <a:ext cx="31405" cy="27001"/>
                <a:chOff x="4350545" y="3156400"/>
                <a:chExt cx="31405" cy="27001"/>
              </a:xfrm>
            </p:grpSpPr>
            <p:sp>
              <p:nvSpPr>
                <p:cNvPr id="720" name="Google Shape;9234;p58"/>
                <p:cNvSpPr/>
                <p:nvPr/>
              </p:nvSpPr>
              <p:spPr>
                <a:xfrm>
                  <a:off x="4350545" y="3156400"/>
                  <a:ext cx="31405" cy="27001"/>
                </a:xfrm>
                <a:custGeom>
                  <a:avLst/>
                  <a:gdLst/>
                  <a:ahLst/>
                  <a:cxnLst/>
                  <a:rect l="l" t="t" r="r" b="b"/>
                  <a:pathLst>
                    <a:path w="3993" h="3433" extrusionOk="0">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9235;p58"/>
                <p:cNvSpPr/>
                <p:nvPr/>
              </p:nvSpPr>
              <p:spPr>
                <a:xfrm>
                  <a:off x="4364717" y="3166074"/>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 name="Google Shape;9236;p58"/>
              <p:cNvGrpSpPr/>
              <p:nvPr/>
            </p:nvGrpSpPr>
            <p:grpSpPr>
              <a:xfrm>
                <a:off x="4376703" y="3255058"/>
                <a:ext cx="31405" cy="27001"/>
                <a:chOff x="4376703" y="3255058"/>
                <a:chExt cx="31405" cy="27001"/>
              </a:xfrm>
            </p:grpSpPr>
            <p:sp>
              <p:nvSpPr>
                <p:cNvPr id="718" name="Google Shape;9237;p58"/>
                <p:cNvSpPr/>
                <p:nvPr/>
              </p:nvSpPr>
              <p:spPr>
                <a:xfrm>
                  <a:off x="4376703" y="3255058"/>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9238;p58"/>
                <p:cNvSpPr/>
                <p:nvPr/>
              </p:nvSpPr>
              <p:spPr>
                <a:xfrm>
                  <a:off x="4390884" y="3264732"/>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9239;p58"/>
              <p:cNvGrpSpPr/>
              <p:nvPr/>
            </p:nvGrpSpPr>
            <p:grpSpPr>
              <a:xfrm>
                <a:off x="4331322" y="3283656"/>
                <a:ext cx="31405" cy="26945"/>
                <a:chOff x="4331322" y="3283656"/>
                <a:chExt cx="31405" cy="26945"/>
              </a:xfrm>
            </p:grpSpPr>
            <p:sp>
              <p:nvSpPr>
                <p:cNvPr id="716" name="Google Shape;9240;p58"/>
                <p:cNvSpPr/>
                <p:nvPr/>
              </p:nvSpPr>
              <p:spPr>
                <a:xfrm>
                  <a:off x="4331322" y="3283656"/>
                  <a:ext cx="31405" cy="26945"/>
                </a:xfrm>
                <a:custGeom>
                  <a:avLst/>
                  <a:gdLst/>
                  <a:ahLst/>
                  <a:cxnLst/>
                  <a:rect l="l" t="t" r="r" b="b"/>
                  <a:pathLst>
                    <a:path w="3993" h="3426" extrusionOk="0">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9241;p58"/>
                <p:cNvSpPr/>
                <p:nvPr/>
              </p:nvSpPr>
              <p:spPr>
                <a:xfrm>
                  <a:off x="4345503" y="3293274"/>
                  <a:ext cx="7613" cy="7621"/>
                </a:xfrm>
                <a:custGeom>
                  <a:avLst/>
                  <a:gdLst/>
                  <a:ahLst/>
                  <a:cxnLst/>
                  <a:rect l="l" t="t" r="r" b="b"/>
                  <a:pathLst>
                    <a:path w="968" h="969" extrusionOk="0">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9242;p58"/>
              <p:cNvGrpSpPr/>
              <p:nvPr/>
            </p:nvGrpSpPr>
            <p:grpSpPr>
              <a:xfrm>
                <a:off x="4380510" y="3065882"/>
                <a:ext cx="31405" cy="26938"/>
                <a:chOff x="4380510" y="3065882"/>
                <a:chExt cx="31405" cy="26938"/>
              </a:xfrm>
            </p:grpSpPr>
            <p:sp>
              <p:nvSpPr>
                <p:cNvPr id="714" name="Google Shape;9243;p58"/>
                <p:cNvSpPr/>
                <p:nvPr/>
              </p:nvSpPr>
              <p:spPr>
                <a:xfrm>
                  <a:off x="4380510" y="3065882"/>
                  <a:ext cx="31405" cy="26938"/>
                </a:xfrm>
                <a:custGeom>
                  <a:avLst/>
                  <a:gdLst/>
                  <a:ahLst/>
                  <a:cxnLst/>
                  <a:rect l="l" t="t" r="r" b="b"/>
                  <a:pathLst>
                    <a:path w="3993" h="3425" extrusionOk="0">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9244;p58"/>
                <p:cNvSpPr/>
                <p:nvPr/>
              </p:nvSpPr>
              <p:spPr>
                <a:xfrm>
                  <a:off x="4393354" y="3075500"/>
                  <a:ext cx="8950" cy="7676"/>
                </a:xfrm>
                <a:custGeom>
                  <a:avLst/>
                  <a:gdLst/>
                  <a:ahLst/>
                  <a:cxnLst/>
                  <a:rect l="l" t="t" r="r" b="b"/>
                  <a:pathLst>
                    <a:path w="1138" h="976" extrusionOk="0">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 name="Google Shape;9245;p58"/>
            <p:cNvGrpSpPr/>
            <p:nvPr/>
          </p:nvGrpSpPr>
          <p:grpSpPr>
            <a:xfrm>
              <a:off x="4558998" y="3188237"/>
              <a:ext cx="1280131" cy="1052746"/>
              <a:chOff x="4558998" y="3188237"/>
              <a:chExt cx="1280131" cy="1052746"/>
            </a:xfrm>
          </p:grpSpPr>
          <p:sp>
            <p:nvSpPr>
              <p:cNvPr id="280" name="Google Shape;9246;p58"/>
              <p:cNvSpPr/>
              <p:nvPr/>
            </p:nvSpPr>
            <p:spPr>
              <a:xfrm>
                <a:off x="4916156" y="3750813"/>
                <a:ext cx="8" cy="8"/>
              </a:xfrm>
              <a:custGeom>
                <a:avLst/>
                <a:gdLst/>
                <a:ahLst/>
                <a:cxnLst/>
                <a:rect l="l" t="t" r="r" b="b"/>
                <a:pathLst>
                  <a:path w="1" h="1" fill="none" extrusionOk="0">
                    <a:moveTo>
                      <a:pt x="0" y="0"/>
                    </a:move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9247;p58"/>
              <p:cNvGrpSpPr/>
              <p:nvPr/>
            </p:nvGrpSpPr>
            <p:grpSpPr>
              <a:xfrm>
                <a:off x="4579164" y="3203653"/>
                <a:ext cx="1244833" cy="1020397"/>
                <a:chOff x="4579164" y="3203653"/>
                <a:chExt cx="1244833" cy="1020397"/>
              </a:xfrm>
            </p:grpSpPr>
            <p:sp>
              <p:nvSpPr>
                <p:cNvPr id="599" name="Google Shape;9248;p58"/>
                <p:cNvSpPr/>
                <p:nvPr/>
              </p:nvSpPr>
              <p:spPr>
                <a:xfrm>
                  <a:off x="5490144" y="3482892"/>
                  <a:ext cx="58995" cy="4955"/>
                </a:xfrm>
                <a:custGeom>
                  <a:avLst/>
                  <a:gdLst/>
                  <a:ahLst/>
                  <a:cxnLst/>
                  <a:rect l="l" t="t" r="r" b="b"/>
                  <a:pathLst>
                    <a:path w="7501" h="630" fill="none" extrusionOk="0">
                      <a:moveTo>
                        <a:pt x="0" y="630"/>
                      </a:moveTo>
                      <a:lnTo>
                        <a:pt x="750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9249;p58"/>
                <p:cNvSpPr/>
                <p:nvPr/>
              </p:nvSpPr>
              <p:spPr>
                <a:xfrm>
                  <a:off x="5490616" y="3482892"/>
                  <a:ext cx="66137" cy="77360"/>
                </a:xfrm>
                <a:custGeom>
                  <a:avLst/>
                  <a:gdLst/>
                  <a:ahLst/>
                  <a:cxnLst/>
                  <a:rect l="l" t="t" r="r" b="b"/>
                  <a:pathLst>
                    <a:path w="8409" h="9836" fill="none" extrusionOk="0">
                      <a:moveTo>
                        <a:pt x="1" y="1"/>
                      </a:moveTo>
                      <a:lnTo>
                        <a:pt x="8408" y="98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 name="Google Shape;9250;p58"/>
                <p:cNvGrpSpPr/>
                <p:nvPr/>
              </p:nvGrpSpPr>
              <p:grpSpPr>
                <a:xfrm>
                  <a:off x="4579164" y="3203653"/>
                  <a:ext cx="1244833" cy="1020397"/>
                  <a:chOff x="4579164" y="3203653"/>
                  <a:chExt cx="1244833" cy="1020397"/>
                </a:xfrm>
              </p:grpSpPr>
              <p:sp>
                <p:nvSpPr>
                  <p:cNvPr id="602" name="Google Shape;9251;p58"/>
                  <p:cNvSpPr/>
                  <p:nvPr/>
                </p:nvSpPr>
                <p:spPr>
                  <a:xfrm>
                    <a:off x="4787909" y="3833395"/>
                    <a:ext cx="69267" cy="22266"/>
                  </a:xfrm>
                  <a:custGeom>
                    <a:avLst/>
                    <a:gdLst/>
                    <a:ahLst/>
                    <a:cxnLst/>
                    <a:rect l="l" t="t" r="r" b="b"/>
                    <a:pathLst>
                      <a:path w="8807" h="2831" fill="none" extrusionOk="0">
                        <a:moveTo>
                          <a:pt x="8806" y="0"/>
                        </a:moveTo>
                        <a:lnTo>
                          <a:pt x="0" y="283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9252;p58"/>
                  <p:cNvSpPr/>
                  <p:nvPr/>
                </p:nvSpPr>
                <p:spPr>
                  <a:xfrm>
                    <a:off x="4857263" y="3819695"/>
                    <a:ext cx="69936" cy="14181"/>
                  </a:xfrm>
                  <a:custGeom>
                    <a:avLst/>
                    <a:gdLst/>
                    <a:ahLst/>
                    <a:cxnLst/>
                    <a:rect l="l" t="t" r="r" b="b"/>
                    <a:pathLst>
                      <a:path w="8892" h="1803" fill="none" extrusionOk="0">
                        <a:moveTo>
                          <a:pt x="1" y="1803"/>
                        </a:moveTo>
                        <a:lnTo>
                          <a:pt x="889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4" name="Google Shape;9253;p58"/>
                  <p:cNvGrpSpPr/>
                  <p:nvPr/>
                </p:nvGrpSpPr>
                <p:grpSpPr>
                  <a:xfrm>
                    <a:off x="4579164" y="3203653"/>
                    <a:ext cx="1244833" cy="1020397"/>
                    <a:chOff x="4579164" y="3203653"/>
                    <a:chExt cx="1244833" cy="1020397"/>
                  </a:xfrm>
                </p:grpSpPr>
                <p:sp>
                  <p:nvSpPr>
                    <p:cNvPr id="605" name="Google Shape;9254;p58"/>
                    <p:cNvSpPr/>
                    <p:nvPr/>
                  </p:nvSpPr>
                  <p:spPr>
                    <a:xfrm>
                      <a:off x="4930329" y="3363965"/>
                      <a:ext cx="23894" cy="102764"/>
                    </a:xfrm>
                    <a:custGeom>
                      <a:avLst/>
                      <a:gdLst/>
                      <a:ahLst/>
                      <a:cxnLst/>
                      <a:rect l="l" t="t" r="r" b="b"/>
                      <a:pathLst>
                        <a:path w="3038" h="13066" fill="none" extrusionOk="0">
                          <a:moveTo>
                            <a:pt x="3037" y="13065"/>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9255;p58"/>
                    <p:cNvSpPr/>
                    <p:nvPr/>
                  </p:nvSpPr>
                  <p:spPr>
                    <a:xfrm>
                      <a:off x="4849846" y="3385948"/>
                      <a:ext cx="104085" cy="79256"/>
                    </a:xfrm>
                    <a:custGeom>
                      <a:avLst/>
                      <a:gdLst/>
                      <a:ahLst/>
                      <a:cxnLst/>
                      <a:rect l="l" t="t" r="r" b="b"/>
                      <a:pathLst>
                        <a:path w="13234" h="10077" fill="none" extrusionOk="0">
                          <a:moveTo>
                            <a:pt x="0" y="0"/>
                          </a:moveTo>
                          <a:lnTo>
                            <a:pt x="13234"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9256;p58"/>
                    <p:cNvSpPr/>
                    <p:nvPr/>
                  </p:nvSpPr>
                  <p:spPr>
                    <a:xfrm>
                      <a:off x="4849650" y="3306598"/>
                      <a:ext cx="45869" cy="79358"/>
                    </a:xfrm>
                    <a:custGeom>
                      <a:avLst/>
                      <a:gdLst/>
                      <a:ahLst/>
                      <a:cxnLst/>
                      <a:rect l="l" t="t" r="r" b="b"/>
                      <a:pathLst>
                        <a:path w="5832" h="10090" fill="none" extrusionOk="0">
                          <a:moveTo>
                            <a:pt x="5831" y="0"/>
                          </a:moveTo>
                          <a:lnTo>
                            <a:pt x="1"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9257;p58"/>
                    <p:cNvSpPr/>
                    <p:nvPr/>
                  </p:nvSpPr>
                  <p:spPr>
                    <a:xfrm>
                      <a:off x="4849650" y="3361299"/>
                      <a:ext cx="84305" cy="24657"/>
                    </a:xfrm>
                    <a:custGeom>
                      <a:avLst/>
                      <a:gdLst/>
                      <a:ahLst/>
                      <a:cxnLst/>
                      <a:rect l="l" t="t" r="r" b="b"/>
                      <a:pathLst>
                        <a:path w="10719" h="3135" fill="none" extrusionOk="0">
                          <a:moveTo>
                            <a:pt x="1" y="3134"/>
                          </a:moveTo>
                          <a:lnTo>
                            <a:pt x="107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9258;p58"/>
                    <p:cNvSpPr/>
                    <p:nvPr/>
                  </p:nvSpPr>
                  <p:spPr>
                    <a:xfrm>
                      <a:off x="4789616" y="3306598"/>
                      <a:ext cx="19702" cy="54709"/>
                    </a:xfrm>
                    <a:custGeom>
                      <a:avLst/>
                      <a:gdLst/>
                      <a:ahLst/>
                      <a:cxnLst/>
                      <a:rect l="l" t="t" r="r" b="b"/>
                      <a:pathLst>
                        <a:path w="2505" h="6956" fill="none" extrusionOk="0">
                          <a:moveTo>
                            <a:pt x="2505" y="6956"/>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9259;p58"/>
                    <p:cNvSpPr/>
                    <p:nvPr/>
                  </p:nvSpPr>
                  <p:spPr>
                    <a:xfrm>
                      <a:off x="4738242" y="3357500"/>
                      <a:ext cx="74883" cy="10280"/>
                    </a:xfrm>
                    <a:custGeom>
                      <a:avLst/>
                      <a:gdLst/>
                      <a:ahLst/>
                      <a:cxnLst/>
                      <a:rect l="l" t="t" r="r" b="b"/>
                      <a:pathLst>
                        <a:path w="9521" h="1307" fill="none" extrusionOk="0">
                          <a:moveTo>
                            <a:pt x="1" y="1307"/>
                          </a:moveTo>
                          <a:lnTo>
                            <a:pt x="952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9260;p58"/>
                    <p:cNvSpPr/>
                    <p:nvPr/>
                  </p:nvSpPr>
                  <p:spPr>
                    <a:xfrm>
                      <a:off x="4710274" y="3357500"/>
                      <a:ext cx="99044" cy="63557"/>
                    </a:xfrm>
                    <a:custGeom>
                      <a:avLst/>
                      <a:gdLst/>
                      <a:ahLst/>
                      <a:cxnLst/>
                      <a:rect l="l" t="t" r="r" b="b"/>
                      <a:pathLst>
                        <a:path w="12593" h="8081" fill="none" extrusionOk="0">
                          <a:moveTo>
                            <a:pt x="0" y="8081"/>
                          </a:moveTo>
                          <a:lnTo>
                            <a:pt x="1259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9261;p58"/>
                    <p:cNvSpPr/>
                    <p:nvPr/>
                  </p:nvSpPr>
                  <p:spPr>
                    <a:xfrm>
                      <a:off x="4809310" y="3306598"/>
                      <a:ext cx="87443" cy="50910"/>
                    </a:xfrm>
                    <a:custGeom>
                      <a:avLst/>
                      <a:gdLst/>
                      <a:ahLst/>
                      <a:cxnLst/>
                      <a:rect l="l" t="t" r="r" b="b"/>
                      <a:pathLst>
                        <a:path w="11118" h="6473" fill="none" extrusionOk="0">
                          <a:moveTo>
                            <a:pt x="1" y="6472"/>
                          </a:moveTo>
                          <a:lnTo>
                            <a:pt x="1111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3" name="Google Shape;9262;p58"/>
                    <p:cNvGrpSpPr/>
                    <p:nvPr/>
                  </p:nvGrpSpPr>
                  <p:grpSpPr>
                    <a:xfrm>
                      <a:off x="4579164" y="3203653"/>
                      <a:ext cx="1244833" cy="1020397"/>
                      <a:chOff x="4579164" y="3203653"/>
                      <a:chExt cx="1244833" cy="1020397"/>
                    </a:xfrm>
                  </p:grpSpPr>
                  <p:sp>
                    <p:nvSpPr>
                      <p:cNvPr id="614" name="Google Shape;9263;p58"/>
                      <p:cNvSpPr/>
                      <p:nvPr/>
                    </p:nvSpPr>
                    <p:spPr>
                      <a:xfrm>
                        <a:off x="4617986" y="3614284"/>
                        <a:ext cx="53002" cy="21031"/>
                      </a:xfrm>
                      <a:custGeom>
                        <a:avLst/>
                        <a:gdLst/>
                        <a:ahLst/>
                        <a:cxnLst/>
                        <a:rect l="l" t="t" r="r" b="b"/>
                        <a:pathLst>
                          <a:path w="6739" h="2674" fill="none" extrusionOk="0">
                            <a:moveTo>
                              <a:pt x="0" y="0"/>
                            </a:moveTo>
                            <a:lnTo>
                              <a:pt x="6738" y="267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9264;p58"/>
                      <p:cNvSpPr/>
                      <p:nvPr/>
                    </p:nvSpPr>
                    <p:spPr>
                      <a:xfrm>
                        <a:off x="4624545" y="3589069"/>
                        <a:ext cx="43682" cy="63180"/>
                      </a:xfrm>
                      <a:custGeom>
                        <a:avLst/>
                        <a:gdLst/>
                        <a:ahLst/>
                        <a:cxnLst/>
                        <a:rect l="l" t="t" r="r" b="b"/>
                        <a:pathLst>
                          <a:path w="5554" h="8033" fill="none" extrusionOk="0">
                            <a:moveTo>
                              <a:pt x="1" y="8033"/>
                            </a:moveTo>
                            <a:lnTo>
                              <a:pt x="555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9265;p58"/>
                      <p:cNvSpPr/>
                      <p:nvPr/>
                    </p:nvSpPr>
                    <p:spPr>
                      <a:xfrm>
                        <a:off x="4668220" y="3517907"/>
                        <a:ext cx="112178" cy="71170"/>
                      </a:xfrm>
                      <a:custGeom>
                        <a:avLst/>
                        <a:gdLst/>
                        <a:ahLst/>
                        <a:cxnLst/>
                        <a:rect l="l" t="t" r="r" b="b"/>
                        <a:pathLst>
                          <a:path w="14263" h="9049" fill="none" extrusionOk="0">
                            <a:moveTo>
                              <a:pt x="0" y="9049"/>
                            </a:moveTo>
                            <a:lnTo>
                              <a:pt x="1426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9266;p58"/>
                      <p:cNvSpPr/>
                      <p:nvPr/>
                    </p:nvSpPr>
                    <p:spPr>
                      <a:xfrm>
                        <a:off x="4706562" y="3516766"/>
                        <a:ext cx="77455" cy="79924"/>
                      </a:xfrm>
                      <a:custGeom>
                        <a:avLst/>
                        <a:gdLst/>
                        <a:ahLst/>
                        <a:cxnLst/>
                        <a:rect l="l" t="t" r="r" b="b"/>
                        <a:pathLst>
                          <a:path w="9848" h="10162" fill="none" extrusionOk="0">
                            <a:moveTo>
                              <a:pt x="0" y="10161"/>
                            </a:moveTo>
                            <a:lnTo>
                              <a:pt x="98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9267;p58"/>
                      <p:cNvSpPr/>
                      <p:nvPr/>
                    </p:nvSpPr>
                    <p:spPr>
                      <a:xfrm>
                        <a:off x="4763646" y="3516766"/>
                        <a:ext cx="20370" cy="52806"/>
                      </a:xfrm>
                      <a:custGeom>
                        <a:avLst/>
                        <a:gdLst/>
                        <a:ahLst/>
                        <a:cxnLst/>
                        <a:rect l="l" t="t" r="r" b="b"/>
                        <a:pathLst>
                          <a:path w="2590" h="6714" fill="none" extrusionOk="0">
                            <a:moveTo>
                              <a:pt x="0" y="6714"/>
                            </a:moveTo>
                            <a:lnTo>
                              <a:pt x="25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9268;p58"/>
                      <p:cNvSpPr/>
                      <p:nvPr/>
                    </p:nvSpPr>
                    <p:spPr>
                      <a:xfrm>
                        <a:off x="4783151" y="3520565"/>
                        <a:ext cx="45861" cy="97432"/>
                      </a:xfrm>
                      <a:custGeom>
                        <a:avLst/>
                        <a:gdLst/>
                        <a:ahLst/>
                        <a:cxnLst/>
                        <a:rect l="l" t="t" r="r" b="b"/>
                        <a:pathLst>
                          <a:path w="5831" h="12388" fill="none" extrusionOk="0">
                            <a:moveTo>
                              <a:pt x="5831" y="1238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9269;p58"/>
                      <p:cNvSpPr/>
                      <p:nvPr/>
                    </p:nvSpPr>
                    <p:spPr>
                      <a:xfrm>
                        <a:off x="4738242" y="3483175"/>
                        <a:ext cx="44917" cy="37398"/>
                      </a:xfrm>
                      <a:custGeom>
                        <a:avLst/>
                        <a:gdLst/>
                        <a:ahLst/>
                        <a:cxnLst/>
                        <a:rect l="l" t="t" r="r" b="b"/>
                        <a:pathLst>
                          <a:path w="5711" h="4755" fill="none" extrusionOk="0">
                            <a:moveTo>
                              <a:pt x="1" y="1"/>
                            </a:moveTo>
                            <a:lnTo>
                              <a:pt x="5710" y="475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9270;p58"/>
                      <p:cNvSpPr/>
                      <p:nvPr/>
                    </p:nvSpPr>
                    <p:spPr>
                      <a:xfrm>
                        <a:off x="4704941" y="3501823"/>
                        <a:ext cx="78217" cy="18750"/>
                      </a:xfrm>
                      <a:custGeom>
                        <a:avLst/>
                        <a:gdLst/>
                        <a:ahLst/>
                        <a:cxnLst/>
                        <a:rect l="l" t="t" r="r" b="b"/>
                        <a:pathLst>
                          <a:path w="9945" h="2384" fill="none" extrusionOk="0">
                            <a:moveTo>
                              <a:pt x="1" y="1"/>
                            </a:moveTo>
                            <a:lnTo>
                              <a:pt x="9944" y="238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9271;p58"/>
                      <p:cNvSpPr/>
                      <p:nvPr/>
                    </p:nvSpPr>
                    <p:spPr>
                      <a:xfrm>
                        <a:off x="4668220" y="3520565"/>
                        <a:ext cx="115796" cy="19324"/>
                      </a:xfrm>
                      <a:custGeom>
                        <a:avLst/>
                        <a:gdLst/>
                        <a:ahLst/>
                        <a:cxnLst/>
                        <a:rect l="l" t="t" r="r" b="b"/>
                        <a:pathLst>
                          <a:path w="14723" h="2457" fill="none" extrusionOk="0">
                            <a:moveTo>
                              <a:pt x="0" y="2457"/>
                            </a:moveTo>
                            <a:lnTo>
                              <a:pt x="1472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9272;p58"/>
                      <p:cNvSpPr/>
                      <p:nvPr/>
                    </p:nvSpPr>
                    <p:spPr>
                      <a:xfrm>
                        <a:off x="4813117" y="3462915"/>
                        <a:ext cx="40347" cy="51193"/>
                      </a:xfrm>
                      <a:custGeom>
                        <a:avLst/>
                        <a:gdLst/>
                        <a:ahLst/>
                        <a:cxnLst/>
                        <a:rect l="l" t="t" r="r" b="b"/>
                        <a:pathLst>
                          <a:path w="5130" h="6509" fill="none" extrusionOk="0">
                            <a:moveTo>
                              <a:pt x="5130" y="6508"/>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9273;p58"/>
                      <p:cNvSpPr/>
                      <p:nvPr/>
                    </p:nvSpPr>
                    <p:spPr>
                      <a:xfrm>
                        <a:off x="4787807" y="3462915"/>
                        <a:ext cx="25317" cy="55000"/>
                      </a:xfrm>
                      <a:custGeom>
                        <a:avLst/>
                        <a:gdLst/>
                        <a:ahLst/>
                        <a:cxnLst/>
                        <a:rect l="l" t="t" r="r" b="b"/>
                        <a:pathLst>
                          <a:path w="3219" h="6993" fill="none" extrusionOk="0">
                            <a:moveTo>
                              <a:pt x="1" y="6992"/>
                            </a:moveTo>
                            <a:lnTo>
                              <a:pt x="321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9274;p58"/>
                      <p:cNvSpPr/>
                      <p:nvPr/>
                    </p:nvSpPr>
                    <p:spPr>
                      <a:xfrm>
                        <a:off x="4781342" y="3514100"/>
                        <a:ext cx="72311" cy="6953"/>
                      </a:xfrm>
                      <a:custGeom>
                        <a:avLst/>
                        <a:gdLst/>
                        <a:ahLst/>
                        <a:cxnLst/>
                        <a:rect l="l" t="t" r="r" b="b"/>
                        <a:pathLst>
                          <a:path w="9194" h="884" fill="none" extrusionOk="0">
                            <a:moveTo>
                              <a:pt x="0" y="883"/>
                            </a:moveTo>
                            <a:lnTo>
                              <a:pt x="91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9275;p58"/>
                      <p:cNvSpPr/>
                      <p:nvPr/>
                    </p:nvSpPr>
                    <p:spPr>
                      <a:xfrm>
                        <a:off x="4853645" y="3514100"/>
                        <a:ext cx="26175" cy="59184"/>
                      </a:xfrm>
                      <a:custGeom>
                        <a:avLst/>
                        <a:gdLst/>
                        <a:ahLst/>
                        <a:cxnLst/>
                        <a:rect l="l" t="t" r="r" b="b"/>
                        <a:pathLst>
                          <a:path w="3328" h="7525" fill="none" extrusionOk="0">
                            <a:moveTo>
                              <a:pt x="1" y="0"/>
                            </a:moveTo>
                            <a:lnTo>
                              <a:pt x="3328" y="75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9276;p58"/>
                      <p:cNvSpPr/>
                      <p:nvPr/>
                    </p:nvSpPr>
                    <p:spPr>
                      <a:xfrm>
                        <a:off x="4827392" y="3514100"/>
                        <a:ext cx="26261" cy="100381"/>
                      </a:xfrm>
                      <a:custGeom>
                        <a:avLst/>
                        <a:gdLst/>
                        <a:ahLst/>
                        <a:cxnLst/>
                        <a:rect l="l" t="t" r="r" b="b"/>
                        <a:pathLst>
                          <a:path w="3339" h="12763" fill="none" extrusionOk="0">
                            <a:moveTo>
                              <a:pt x="3339" y="0"/>
                            </a:moveTo>
                            <a:lnTo>
                              <a:pt x="0" y="127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8" name="Google Shape;9277;p58"/>
                      <p:cNvGrpSpPr/>
                      <p:nvPr/>
                    </p:nvGrpSpPr>
                    <p:grpSpPr>
                      <a:xfrm>
                        <a:off x="4579164" y="3203653"/>
                        <a:ext cx="1244833" cy="1020397"/>
                        <a:chOff x="4579164" y="3203653"/>
                        <a:chExt cx="1244833" cy="1020397"/>
                      </a:xfrm>
                    </p:grpSpPr>
                    <p:sp>
                      <p:nvSpPr>
                        <p:cNvPr id="629" name="Google Shape;9278;p58"/>
                        <p:cNvSpPr/>
                        <p:nvPr/>
                      </p:nvSpPr>
                      <p:spPr>
                        <a:xfrm>
                          <a:off x="4879812" y="3466721"/>
                          <a:ext cx="74411" cy="106563"/>
                        </a:xfrm>
                        <a:custGeom>
                          <a:avLst/>
                          <a:gdLst/>
                          <a:ahLst/>
                          <a:cxnLst/>
                          <a:rect l="l" t="t" r="r" b="b"/>
                          <a:pathLst>
                            <a:path w="9461" h="13549" fill="none" extrusionOk="0">
                              <a:moveTo>
                                <a:pt x="1" y="13549"/>
                              </a:moveTo>
                              <a:lnTo>
                                <a:pt x="946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9279;p58"/>
                        <p:cNvSpPr/>
                        <p:nvPr/>
                      </p:nvSpPr>
                      <p:spPr>
                        <a:xfrm>
                          <a:off x="4954215" y="3408017"/>
                          <a:ext cx="105989" cy="58712"/>
                        </a:xfrm>
                        <a:custGeom>
                          <a:avLst/>
                          <a:gdLst/>
                          <a:ahLst/>
                          <a:cxnLst/>
                          <a:rect l="l" t="t" r="r" b="b"/>
                          <a:pathLst>
                            <a:path w="13476" h="7465" fill="none" extrusionOk="0">
                              <a:moveTo>
                                <a:pt x="0" y="7464"/>
                              </a:moveTo>
                              <a:lnTo>
                                <a:pt x="1347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9280;p58"/>
                        <p:cNvSpPr/>
                        <p:nvPr/>
                      </p:nvSpPr>
                      <p:spPr>
                        <a:xfrm>
                          <a:off x="4953924" y="3465195"/>
                          <a:ext cx="119792" cy="54811"/>
                        </a:xfrm>
                        <a:custGeom>
                          <a:avLst/>
                          <a:gdLst/>
                          <a:ahLst/>
                          <a:cxnLst/>
                          <a:rect l="l" t="t" r="r" b="b"/>
                          <a:pathLst>
                            <a:path w="15231" h="6969" fill="none" extrusionOk="0">
                              <a:moveTo>
                                <a:pt x="1" y="1"/>
                              </a:moveTo>
                              <a:lnTo>
                                <a:pt x="15231" y="696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9281;p58"/>
                        <p:cNvSpPr/>
                        <p:nvPr/>
                      </p:nvSpPr>
                      <p:spPr>
                        <a:xfrm>
                          <a:off x="5073708" y="3521045"/>
                          <a:ext cx="26938" cy="71839"/>
                        </a:xfrm>
                        <a:custGeom>
                          <a:avLst/>
                          <a:gdLst/>
                          <a:ahLst/>
                          <a:cxnLst/>
                          <a:rect l="l" t="t" r="r" b="b"/>
                          <a:pathLst>
                            <a:path w="3425" h="9134" fill="none" extrusionOk="0">
                              <a:moveTo>
                                <a:pt x="1" y="0"/>
                              </a:moveTo>
                              <a:lnTo>
                                <a:pt x="3424" y="913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9282;p58"/>
                        <p:cNvSpPr/>
                        <p:nvPr/>
                      </p:nvSpPr>
                      <p:spPr>
                        <a:xfrm>
                          <a:off x="5100637" y="3586309"/>
                          <a:ext cx="26741" cy="81167"/>
                        </a:xfrm>
                        <a:custGeom>
                          <a:avLst/>
                          <a:gdLst/>
                          <a:ahLst/>
                          <a:cxnLst/>
                          <a:rect l="l" t="t" r="r" b="b"/>
                          <a:pathLst>
                            <a:path w="3400" h="10320" fill="none" extrusionOk="0">
                              <a:moveTo>
                                <a:pt x="3399" y="1031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9283;p58"/>
                        <p:cNvSpPr/>
                        <p:nvPr/>
                      </p:nvSpPr>
                      <p:spPr>
                        <a:xfrm>
                          <a:off x="5088549" y="3252840"/>
                          <a:ext cx="693968" cy="520624"/>
                        </a:xfrm>
                        <a:custGeom>
                          <a:avLst/>
                          <a:gdLst/>
                          <a:ahLst/>
                          <a:cxnLst/>
                          <a:rect l="l" t="t" r="r" b="b"/>
                          <a:pathLst>
                            <a:path w="88235" h="66195" fill="none" extrusionOk="0">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9284;p58"/>
                        <p:cNvSpPr/>
                        <p:nvPr/>
                      </p:nvSpPr>
                      <p:spPr>
                        <a:xfrm>
                          <a:off x="5060203" y="3203653"/>
                          <a:ext cx="544588" cy="316354"/>
                        </a:xfrm>
                        <a:custGeom>
                          <a:avLst/>
                          <a:gdLst/>
                          <a:ahLst/>
                          <a:cxnLst/>
                          <a:rect l="l" t="t" r="r" b="b"/>
                          <a:pathLst>
                            <a:path w="69242" h="40223" fill="none" extrusionOk="0">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9285;p58"/>
                        <p:cNvSpPr/>
                        <p:nvPr/>
                      </p:nvSpPr>
                      <p:spPr>
                        <a:xfrm>
                          <a:off x="5127371" y="3507533"/>
                          <a:ext cx="124739" cy="267835"/>
                        </a:xfrm>
                        <a:custGeom>
                          <a:avLst/>
                          <a:gdLst/>
                          <a:ahLst/>
                          <a:cxnLst/>
                          <a:rect l="l" t="t" r="r" b="b"/>
                          <a:pathLst>
                            <a:path w="15860" h="34054" fill="none" extrusionOk="0">
                              <a:moveTo>
                                <a:pt x="9266" y="1"/>
                              </a:moveTo>
                              <a:lnTo>
                                <a:pt x="10101" y="14396"/>
                              </a:lnTo>
                              <a:lnTo>
                                <a:pt x="15859" y="34053"/>
                              </a:lnTo>
                              <a:lnTo>
                                <a:pt x="0" y="19851"/>
                              </a:lnTo>
                              <a:lnTo>
                                <a:pt x="1234" y="336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9286;p58"/>
                        <p:cNvSpPr/>
                        <p:nvPr/>
                      </p:nvSpPr>
                      <p:spPr>
                        <a:xfrm>
                          <a:off x="5100637" y="3507533"/>
                          <a:ext cx="99618" cy="78784"/>
                        </a:xfrm>
                        <a:custGeom>
                          <a:avLst/>
                          <a:gdLst/>
                          <a:ahLst/>
                          <a:cxnLst/>
                          <a:rect l="l" t="t" r="r" b="b"/>
                          <a:pathLst>
                            <a:path w="12666" h="10017" fill="none" extrusionOk="0">
                              <a:moveTo>
                                <a:pt x="0" y="10017"/>
                              </a:moveTo>
                              <a:lnTo>
                                <a:pt x="1266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9287;p58"/>
                        <p:cNvSpPr/>
                        <p:nvPr/>
                      </p:nvSpPr>
                      <p:spPr>
                        <a:xfrm>
                          <a:off x="5200248" y="3501068"/>
                          <a:ext cx="156514" cy="6473"/>
                        </a:xfrm>
                        <a:custGeom>
                          <a:avLst/>
                          <a:gdLst/>
                          <a:ahLst/>
                          <a:cxnLst/>
                          <a:rect l="l" t="t" r="r" b="b"/>
                          <a:pathLst>
                            <a:path w="19900" h="823" fill="none" extrusionOk="0">
                              <a:moveTo>
                                <a:pt x="0" y="823"/>
                              </a:moveTo>
                              <a:lnTo>
                                <a:pt x="19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9288;p58"/>
                        <p:cNvSpPr/>
                        <p:nvPr/>
                      </p:nvSpPr>
                      <p:spPr>
                        <a:xfrm>
                          <a:off x="5127371" y="3507533"/>
                          <a:ext cx="72885" cy="155853"/>
                        </a:xfrm>
                        <a:custGeom>
                          <a:avLst/>
                          <a:gdLst/>
                          <a:ahLst/>
                          <a:cxnLst/>
                          <a:rect l="l" t="t" r="r" b="b"/>
                          <a:pathLst>
                            <a:path w="9267" h="19816" fill="none" extrusionOk="0">
                              <a:moveTo>
                                <a:pt x="9266" y="1"/>
                              </a:moveTo>
                              <a:lnTo>
                                <a:pt x="0" y="1981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9289;p58"/>
                        <p:cNvSpPr/>
                        <p:nvPr/>
                      </p:nvSpPr>
                      <p:spPr>
                        <a:xfrm>
                          <a:off x="5352947" y="3384139"/>
                          <a:ext cx="126265" cy="117692"/>
                        </a:xfrm>
                        <a:custGeom>
                          <a:avLst/>
                          <a:gdLst/>
                          <a:ahLst/>
                          <a:cxnLst/>
                          <a:rect l="l" t="t" r="r" b="b"/>
                          <a:pathLst>
                            <a:path w="16054" h="14964" fill="none" extrusionOk="0">
                              <a:moveTo>
                                <a:pt x="1" y="14964"/>
                              </a:moveTo>
                              <a:lnTo>
                                <a:pt x="1605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9290;p58"/>
                        <p:cNvSpPr/>
                        <p:nvPr/>
                      </p:nvSpPr>
                      <p:spPr>
                        <a:xfrm>
                          <a:off x="5356753" y="3246375"/>
                          <a:ext cx="61567" cy="254700"/>
                        </a:xfrm>
                        <a:custGeom>
                          <a:avLst/>
                          <a:gdLst/>
                          <a:ahLst/>
                          <a:cxnLst/>
                          <a:rect l="l" t="t" r="r" b="b"/>
                          <a:pathLst>
                            <a:path w="7828" h="32384" fill="none" extrusionOk="0">
                              <a:moveTo>
                                <a:pt x="1" y="32383"/>
                              </a:moveTo>
                              <a:lnTo>
                                <a:pt x="78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9291;p58"/>
                        <p:cNvSpPr/>
                        <p:nvPr/>
                      </p:nvSpPr>
                      <p:spPr>
                        <a:xfrm>
                          <a:off x="5352947" y="3486698"/>
                          <a:ext cx="141483" cy="10571"/>
                        </a:xfrm>
                        <a:custGeom>
                          <a:avLst/>
                          <a:gdLst/>
                          <a:ahLst/>
                          <a:cxnLst/>
                          <a:rect l="l" t="t" r="r" b="b"/>
                          <a:pathLst>
                            <a:path w="17989" h="1344" fill="none" extrusionOk="0">
                              <a:moveTo>
                                <a:pt x="1" y="1343"/>
                              </a:moveTo>
                              <a:lnTo>
                                <a:pt x="179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9292;p58"/>
                        <p:cNvSpPr/>
                        <p:nvPr/>
                      </p:nvSpPr>
                      <p:spPr>
                        <a:xfrm>
                          <a:off x="5353898" y="3501068"/>
                          <a:ext cx="18089" cy="136725"/>
                        </a:xfrm>
                        <a:custGeom>
                          <a:avLst/>
                          <a:gdLst/>
                          <a:ahLst/>
                          <a:cxnLst/>
                          <a:rect l="l" t="t" r="r" b="b"/>
                          <a:pathLst>
                            <a:path w="2300" h="17384" fill="none" extrusionOk="0">
                              <a:moveTo>
                                <a:pt x="1" y="0"/>
                              </a:moveTo>
                              <a:lnTo>
                                <a:pt x="2299" y="1738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9293;p58"/>
                        <p:cNvSpPr/>
                        <p:nvPr/>
                      </p:nvSpPr>
                      <p:spPr>
                        <a:xfrm>
                          <a:off x="5206721" y="3620749"/>
                          <a:ext cx="102379" cy="98863"/>
                        </a:xfrm>
                        <a:custGeom>
                          <a:avLst/>
                          <a:gdLst/>
                          <a:ahLst/>
                          <a:cxnLst/>
                          <a:rect l="l" t="t" r="r" b="b"/>
                          <a:pathLst>
                            <a:path w="13017" h="12570" fill="none" extrusionOk="0">
                              <a:moveTo>
                                <a:pt x="0" y="1"/>
                              </a:moveTo>
                              <a:lnTo>
                                <a:pt x="13016" y="125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9294;p58"/>
                        <p:cNvSpPr/>
                        <p:nvPr/>
                      </p:nvSpPr>
                      <p:spPr>
                        <a:xfrm>
                          <a:off x="5293102" y="3715798"/>
                          <a:ext cx="15997" cy="101238"/>
                        </a:xfrm>
                        <a:custGeom>
                          <a:avLst/>
                          <a:gdLst/>
                          <a:ahLst/>
                          <a:cxnLst/>
                          <a:rect l="l" t="t" r="r" b="b"/>
                          <a:pathLst>
                            <a:path w="2034" h="12872" fill="none" extrusionOk="0">
                              <a:moveTo>
                                <a:pt x="2033" y="0"/>
                              </a:moveTo>
                              <a:lnTo>
                                <a:pt x="1" y="1287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9295;p58"/>
                        <p:cNvSpPr/>
                        <p:nvPr/>
                      </p:nvSpPr>
                      <p:spPr>
                        <a:xfrm>
                          <a:off x="5127371" y="3659854"/>
                          <a:ext cx="92862" cy="134539"/>
                        </a:xfrm>
                        <a:custGeom>
                          <a:avLst/>
                          <a:gdLst/>
                          <a:ahLst/>
                          <a:cxnLst/>
                          <a:rect l="l" t="t" r="r" b="b"/>
                          <a:pathLst>
                            <a:path w="11807" h="17106" fill="none" extrusionOk="0">
                              <a:moveTo>
                                <a:pt x="11807" y="17105"/>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9296;p58"/>
                        <p:cNvSpPr/>
                        <p:nvPr/>
                      </p:nvSpPr>
                      <p:spPr>
                        <a:xfrm>
                          <a:off x="5479203" y="3327149"/>
                          <a:ext cx="150615" cy="56998"/>
                        </a:xfrm>
                        <a:custGeom>
                          <a:avLst/>
                          <a:gdLst/>
                          <a:ahLst/>
                          <a:cxnLst/>
                          <a:rect l="l" t="t" r="r" b="b"/>
                          <a:pathLst>
                            <a:path w="19150" h="7247" fill="none" extrusionOk="0">
                              <a:moveTo>
                                <a:pt x="19149" y="0"/>
                              </a:moveTo>
                              <a:lnTo>
                                <a:pt x="0" y="72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9297;p58"/>
                        <p:cNvSpPr/>
                        <p:nvPr/>
                      </p:nvSpPr>
                      <p:spPr>
                        <a:xfrm>
                          <a:off x="5371980" y="3633790"/>
                          <a:ext cx="59373" cy="4003"/>
                        </a:xfrm>
                        <a:custGeom>
                          <a:avLst/>
                          <a:gdLst/>
                          <a:ahLst/>
                          <a:cxnLst/>
                          <a:rect l="l" t="t" r="r" b="b"/>
                          <a:pathLst>
                            <a:path w="7549" h="509" fill="none" extrusionOk="0">
                              <a:moveTo>
                                <a:pt x="0" y="508"/>
                              </a:moveTo>
                              <a:lnTo>
                                <a:pt x="754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9298;p58"/>
                        <p:cNvSpPr/>
                        <p:nvPr/>
                      </p:nvSpPr>
                      <p:spPr>
                        <a:xfrm>
                          <a:off x="5352947" y="3497261"/>
                          <a:ext cx="78406" cy="136536"/>
                        </a:xfrm>
                        <a:custGeom>
                          <a:avLst/>
                          <a:gdLst/>
                          <a:ahLst/>
                          <a:cxnLst/>
                          <a:rect l="l" t="t" r="r" b="b"/>
                          <a:pathLst>
                            <a:path w="9969" h="17360" fill="none" extrusionOk="0">
                              <a:moveTo>
                                <a:pt x="9969" y="17359"/>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9299;p58"/>
                        <p:cNvSpPr/>
                        <p:nvPr/>
                      </p:nvSpPr>
                      <p:spPr>
                        <a:xfrm>
                          <a:off x="4917296" y="3466721"/>
                          <a:ext cx="40733" cy="122356"/>
                        </a:xfrm>
                        <a:custGeom>
                          <a:avLst/>
                          <a:gdLst/>
                          <a:ahLst/>
                          <a:cxnLst/>
                          <a:rect l="l" t="t" r="r" b="b"/>
                          <a:pathLst>
                            <a:path w="5179" h="15557" fill="none" extrusionOk="0">
                              <a:moveTo>
                                <a:pt x="1" y="15557"/>
                              </a:moveTo>
                              <a:lnTo>
                                <a:pt x="517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9300;p58"/>
                        <p:cNvSpPr/>
                        <p:nvPr/>
                      </p:nvSpPr>
                      <p:spPr>
                        <a:xfrm>
                          <a:off x="5060203" y="3408017"/>
                          <a:ext cx="111416" cy="19513"/>
                        </a:xfrm>
                        <a:custGeom>
                          <a:avLst/>
                          <a:gdLst/>
                          <a:ahLst/>
                          <a:cxnLst/>
                          <a:rect l="l" t="t" r="r" b="b"/>
                          <a:pathLst>
                            <a:path w="14166" h="2481" fill="none" extrusionOk="0">
                              <a:moveTo>
                                <a:pt x="0" y="0"/>
                              </a:moveTo>
                              <a:lnTo>
                                <a:pt x="14165" y="248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9301;p58"/>
                        <p:cNvSpPr/>
                        <p:nvPr/>
                      </p:nvSpPr>
                      <p:spPr>
                        <a:xfrm>
                          <a:off x="5127371" y="3620749"/>
                          <a:ext cx="79358" cy="42636"/>
                        </a:xfrm>
                        <a:custGeom>
                          <a:avLst/>
                          <a:gdLst/>
                          <a:ahLst/>
                          <a:cxnLst/>
                          <a:rect l="l" t="t" r="r" b="b"/>
                          <a:pathLst>
                            <a:path w="10090" h="5421" fill="none" extrusionOk="0">
                              <a:moveTo>
                                <a:pt x="0" y="5420"/>
                              </a:moveTo>
                              <a:lnTo>
                                <a:pt x="1008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3" name="Google Shape;9302;p58"/>
                        <p:cNvGrpSpPr/>
                        <p:nvPr/>
                      </p:nvGrpSpPr>
                      <p:grpSpPr>
                        <a:xfrm>
                          <a:off x="4579164" y="3203653"/>
                          <a:ext cx="1244833" cy="1020397"/>
                          <a:chOff x="4579164" y="3203653"/>
                          <a:chExt cx="1244833" cy="1020397"/>
                        </a:xfrm>
                      </p:grpSpPr>
                      <p:sp>
                        <p:nvSpPr>
                          <p:cNvPr id="655" name="Google Shape;9303;p58"/>
                          <p:cNvSpPr/>
                          <p:nvPr/>
                        </p:nvSpPr>
                        <p:spPr>
                          <a:xfrm>
                            <a:off x="4949551" y="3708185"/>
                            <a:ext cx="37972" cy="3815"/>
                          </a:xfrm>
                          <a:custGeom>
                            <a:avLst/>
                            <a:gdLst/>
                            <a:ahLst/>
                            <a:cxnLst/>
                            <a:rect l="l" t="t" r="r" b="b"/>
                            <a:pathLst>
                              <a:path w="4828" h="485" fill="none" extrusionOk="0">
                                <a:moveTo>
                                  <a:pt x="0" y="1"/>
                                </a:moveTo>
                                <a:lnTo>
                                  <a:pt x="4827" y="48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9304;p58"/>
                          <p:cNvGrpSpPr/>
                          <p:nvPr/>
                        </p:nvGrpSpPr>
                        <p:grpSpPr>
                          <a:xfrm>
                            <a:off x="4579164" y="3203653"/>
                            <a:ext cx="1244833" cy="1020397"/>
                            <a:chOff x="4579164" y="3203653"/>
                            <a:chExt cx="1244833" cy="1020397"/>
                          </a:xfrm>
                        </p:grpSpPr>
                        <p:sp>
                          <p:nvSpPr>
                            <p:cNvPr id="657" name="Google Shape;9305;p58"/>
                            <p:cNvSpPr/>
                            <p:nvPr/>
                          </p:nvSpPr>
                          <p:spPr>
                            <a:xfrm>
                              <a:off x="4953357" y="3586309"/>
                              <a:ext cx="147288" cy="121884"/>
                            </a:xfrm>
                            <a:custGeom>
                              <a:avLst/>
                              <a:gdLst/>
                              <a:ahLst/>
                              <a:cxnLst/>
                              <a:rect l="l" t="t" r="r" b="b"/>
                              <a:pathLst>
                                <a:path w="18727" h="15497" fill="none" extrusionOk="0">
                                  <a:moveTo>
                                    <a:pt x="18726" y="1"/>
                                  </a:moveTo>
                                  <a:lnTo>
                                    <a:pt x="0" y="1549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9306;p58"/>
                            <p:cNvSpPr/>
                            <p:nvPr/>
                          </p:nvSpPr>
                          <p:spPr>
                            <a:xfrm>
                              <a:off x="4987515" y="3592876"/>
                              <a:ext cx="113130" cy="119123"/>
                            </a:xfrm>
                            <a:custGeom>
                              <a:avLst/>
                              <a:gdLst/>
                              <a:ahLst/>
                              <a:cxnLst/>
                              <a:rect l="l" t="t" r="r" b="b"/>
                              <a:pathLst>
                                <a:path w="14384" h="15146" fill="none" extrusionOk="0">
                                  <a:moveTo>
                                    <a:pt x="0" y="15146"/>
                                  </a:moveTo>
                                  <a:lnTo>
                                    <a:pt x="1438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9307;p58"/>
                            <p:cNvSpPr/>
                            <p:nvPr/>
                          </p:nvSpPr>
                          <p:spPr>
                            <a:xfrm>
                              <a:off x="4913395" y="3708185"/>
                              <a:ext cx="39970" cy="45389"/>
                            </a:xfrm>
                            <a:custGeom>
                              <a:avLst/>
                              <a:gdLst/>
                              <a:ahLst/>
                              <a:cxnLst/>
                              <a:rect l="l" t="t" r="r" b="b"/>
                              <a:pathLst>
                                <a:path w="5082" h="5771" fill="none" extrusionOk="0">
                                  <a:moveTo>
                                    <a:pt x="1" y="5771"/>
                                  </a:moveTo>
                                  <a:lnTo>
                                    <a:pt x="508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9308;p58"/>
                            <p:cNvSpPr/>
                            <p:nvPr/>
                          </p:nvSpPr>
                          <p:spPr>
                            <a:xfrm>
                              <a:off x="4888943" y="3704378"/>
                              <a:ext cx="60616" cy="26080"/>
                            </a:xfrm>
                            <a:custGeom>
                              <a:avLst/>
                              <a:gdLst/>
                              <a:ahLst/>
                              <a:cxnLst/>
                              <a:rect l="l" t="t" r="r" b="b"/>
                              <a:pathLst>
                                <a:path w="7707" h="3316" fill="none" extrusionOk="0">
                                  <a:moveTo>
                                    <a:pt x="1" y="3315"/>
                                  </a:moveTo>
                                  <a:lnTo>
                                    <a:pt x="77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9309;p58"/>
                            <p:cNvSpPr/>
                            <p:nvPr/>
                          </p:nvSpPr>
                          <p:spPr>
                            <a:xfrm>
                              <a:off x="4917296" y="3589069"/>
                              <a:ext cx="32262" cy="119123"/>
                            </a:xfrm>
                            <a:custGeom>
                              <a:avLst/>
                              <a:gdLst/>
                              <a:ahLst/>
                              <a:cxnLst/>
                              <a:rect l="l" t="t" r="r" b="b"/>
                              <a:pathLst>
                                <a:path w="4102" h="15146" fill="none" extrusionOk="0">
                                  <a:moveTo>
                                    <a:pt x="1" y="1"/>
                                  </a:moveTo>
                                  <a:lnTo>
                                    <a:pt x="4101" y="15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9310;p58"/>
                            <p:cNvSpPr/>
                            <p:nvPr/>
                          </p:nvSpPr>
                          <p:spPr>
                            <a:xfrm>
                              <a:off x="4949551" y="3708185"/>
                              <a:ext cx="22840" cy="72885"/>
                            </a:xfrm>
                            <a:custGeom>
                              <a:avLst/>
                              <a:gdLst/>
                              <a:ahLst/>
                              <a:cxnLst/>
                              <a:rect l="l" t="t" r="r" b="b"/>
                              <a:pathLst>
                                <a:path w="2904" h="9267" fill="none" extrusionOk="0">
                                  <a:moveTo>
                                    <a:pt x="0" y="1"/>
                                  </a:moveTo>
                                  <a:lnTo>
                                    <a:pt x="2904" y="926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9311;p58"/>
                            <p:cNvSpPr/>
                            <p:nvPr/>
                          </p:nvSpPr>
                          <p:spPr>
                            <a:xfrm>
                              <a:off x="4912066" y="3752237"/>
                              <a:ext cx="60325" cy="28833"/>
                            </a:xfrm>
                            <a:custGeom>
                              <a:avLst/>
                              <a:gdLst/>
                              <a:ahLst/>
                              <a:cxnLst/>
                              <a:rect l="l" t="t" r="r" b="b"/>
                              <a:pathLst>
                                <a:path w="7670" h="3666" fill="none" extrusionOk="0">
                                  <a:moveTo>
                                    <a:pt x="0" y="1"/>
                                  </a:moveTo>
                                  <a:lnTo>
                                    <a:pt x="7670" y="3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4" name="Google Shape;9312;p58"/>
                            <p:cNvGrpSpPr/>
                            <p:nvPr/>
                          </p:nvGrpSpPr>
                          <p:grpSpPr>
                            <a:xfrm>
                              <a:off x="4579164" y="3203653"/>
                              <a:ext cx="1244833" cy="1020397"/>
                              <a:chOff x="4579164" y="3203653"/>
                              <a:chExt cx="1244833" cy="1020397"/>
                            </a:xfrm>
                          </p:grpSpPr>
                          <p:sp>
                            <p:nvSpPr>
                              <p:cNvPr id="668" name="Google Shape;9313;p58"/>
                              <p:cNvSpPr/>
                              <p:nvPr/>
                            </p:nvSpPr>
                            <p:spPr>
                              <a:xfrm>
                                <a:off x="4590301" y="3738347"/>
                                <a:ext cx="92956" cy="91722"/>
                              </a:xfrm>
                              <a:custGeom>
                                <a:avLst/>
                                <a:gdLst/>
                                <a:ahLst/>
                                <a:cxnLst/>
                                <a:rect l="l" t="t" r="r" b="b"/>
                                <a:pathLst>
                                  <a:path w="11819" h="11662" fill="none" extrusionOk="0">
                                    <a:moveTo>
                                      <a:pt x="0" y="0"/>
                                    </a:moveTo>
                                    <a:lnTo>
                                      <a:pt x="11819" y="116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9314;p58"/>
                              <p:cNvSpPr/>
                              <p:nvPr/>
                            </p:nvSpPr>
                            <p:spPr>
                              <a:xfrm>
                                <a:off x="4683250" y="3652241"/>
                                <a:ext cx="33591" cy="177828"/>
                              </a:xfrm>
                              <a:custGeom>
                                <a:avLst/>
                                <a:gdLst/>
                                <a:ahLst/>
                                <a:cxnLst/>
                                <a:rect l="l" t="t" r="r" b="b"/>
                                <a:pathLst>
                                  <a:path w="4271" h="22610" fill="none" extrusionOk="0">
                                    <a:moveTo>
                                      <a:pt x="1" y="22610"/>
                                    </a:moveTo>
                                    <a:lnTo>
                                      <a:pt x="42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9315;p58"/>
                              <p:cNvSpPr/>
                              <p:nvPr/>
                            </p:nvSpPr>
                            <p:spPr>
                              <a:xfrm>
                                <a:off x="4716833" y="3652241"/>
                                <a:ext cx="70982" cy="207707"/>
                              </a:xfrm>
                              <a:custGeom>
                                <a:avLst/>
                                <a:gdLst/>
                                <a:ahLst/>
                                <a:cxnLst/>
                                <a:rect l="l" t="t" r="r" b="b"/>
                                <a:pathLst>
                                  <a:path w="9025" h="26409" fill="none" extrusionOk="0">
                                    <a:moveTo>
                                      <a:pt x="1" y="1"/>
                                    </a:moveTo>
                                    <a:lnTo>
                                      <a:pt x="9025" y="2640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9316;p58"/>
                              <p:cNvSpPr/>
                              <p:nvPr/>
                            </p:nvSpPr>
                            <p:spPr>
                              <a:xfrm>
                                <a:off x="4813117" y="3694578"/>
                                <a:ext cx="44154" cy="139297"/>
                              </a:xfrm>
                              <a:custGeom>
                                <a:avLst/>
                                <a:gdLst/>
                                <a:ahLst/>
                                <a:cxnLst/>
                                <a:rect l="l" t="t" r="r" b="b"/>
                                <a:pathLst>
                                  <a:path w="5614" h="17711" fill="none" extrusionOk="0">
                                    <a:moveTo>
                                      <a:pt x="5614" y="1771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9317;p58"/>
                              <p:cNvSpPr/>
                              <p:nvPr/>
                            </p:nvSpPr>
                            <p:spPr>
                              <a:xfrm>
                                <a:off x="4787807" y="3694578"/>
                                <a:ext cx="25317" cy="165369"/>
                              </a:xfrm>
                              <a:custGeom>
                                <a:avLst/>
                                <a:gdLst/>
                                <a:ahLst/>
                                <a:cxnLst/>
                                <a:rect l="l" t="t" r="r" b="b"/>
                                <a:pathLst>
                                  <a:path w="3219" h="21026" fill="none" extrusionOk="0">
                                    <a:moveTo>
                                      <a:pt x="3219" y="1"/>
                                    </a:moveTo>
                                    <a:lnTo>
                                      <a:pt x="1" y="210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9318;p58"/>
                              <p:cNvSpPr/>
                              <p:nvPr/>
                            </p:nvSpPr>
                            <p:spPr>
                              <a:xfrm>
                                <a:off x="4683250" y="3830061"/>
                                <a:ext cx="106374" cy="25223"/>
                              </a:xfrm>
                              <a:custGeom>
                                <a:avLst/>
                                <a:gdLst/>
                                <a:ahLst/>
                                <a:cxnLst/>
                                <a:rect l="l" t="t" r="r" b="b"/>
                                <a:pathLst>
                                  <a:path w="13525" h="3207" fill="none" extrusionOk="0">
                                    <a:moveTo>
                                      <a:pt x="1" y="1"/>
                                    </a:moveTo>
                                    <a:lnTo>
                                      <a:pt x="13525" y="320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9319;p58"/>
                              <p:cNvSpPr/>
                              <p:nvPr/>
                            </p:nvSpPr>
                            <p:spPr>
                              <a:xfrm>
                                <a:off x="4670980" y="3830061"/>
                                <a:ext cx="12277" cy="79263"/>
                              </a:xfrm>
                              <a:custGeom>
                                <a:avLst/>
                                <a:gdLst/>
                                <a:ahLst/>
                                <a:cxnLst/>
                                <a:rect l="l" t="t" r="r" b="b"/>
                                <a:pathLst>
                                  <a:path w="1561" h="10078" fill="none" extrusionOk="0">
                                    <a:moveTo>
                                      <a:pt x="1561" y="1"/>
                                    </a:moveTo>
                                    <a:lnTo>
                                      <a:pt x="0"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9320;p58"/>
                              <p:cNvSpPr/>
                              <p:nvPr/>
                            </p:nvSpPr>
                            <p:spPr>
                              <a:xfrm>
                                <a:off x="4583828" y="3830061"/>
                                <a:ext cx="99429" cy="34543"/>
                              </a:xfrm>
                              <a:custGeom>
                                <a:avLst/>
                                <a:gdLst/>
                                <a:ahLst/>
                                <a:cxnLst/>
                                <a:rect l="l" t="t" r="r" b="b"/>
                                <a:pathLst>
                                  <a:path w="12642" h="4392" fill="none" extrusionOk="0">
                                    <a:moveTo>
                                      <a:pt x="0" y="4392"/>
                                    </a:moveTo>
                                    <a:lnTo>
                                      <a:pt x="1264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9321;p58"/>
                              <p:cNvSpPr/>
                              <p:nvPr/>
                            </p:nvSpPr>
                            <p:spPr>
                              <a:xfrm>
                                <a:off x="4683250" y="3830061"/>
                                <a:ext cx="50336" cy="117983"/>
                              </a:xfrm>
                              <a:custGeom>
                                <a:avLst/>
                                <a:gdLst/>
                                <a:ahLst/>
                                <a:cxnLst/>
                                <a:rect l="l" t="t" r="r" b="b"/>
                                <a:pathLst>
                                  <a:path w="6400" h="15001" fill="none" extrusionOk="0">
                                    <a:moveTo>
                                      <a:pt x="1" y="1"/>
                                    </a:moveTo>
                                    <a:lnTo>
                                      <a:pt x="6400" y="1500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9322;p58"/>
                              <p:cNvSpPr/>
                              <p:nvPr/>
                            </p:nvSpPr>
                            <p:spPr>
                              <a:xfrm>
                                <a:off x="4733578" y="3855276"/>
                                <a:ext cx="56046" cy="92768"/>
                              </a:xfrm>
                              <a:custGeom>
                                <a:avLst/>
                                <a:gdLst/>
                                <a:ahLst/>
                                <a:cxnLst/>
                                <a:rect l="l" t="t" r="r" b="b"/>
                                <a:pathLst>
                                  <a:path w="7126" h="11795" fill="none" extrusionOk="0">
                                    <a:moveTo>
                                      <a:pt x="1" y="11795"/>
                                    </a:moveTo>
                                    <a:lnTo>
                                      <a:pt x="712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9323;p58"/>
                              <p:cNvSpPr/>
                              <p:nvPr/>
                            </p:nvSpPr>
                            <p:spPr>
                              <a:xfrm>
                                <a:off x="4888943" y="3730450"/>
                                <a:ext cx="34928" cy="89252"/>
                              </a:xfrm>
                              <a:custGeom>
                                <a:avLst/>
                                <a:gdLst/>
                                <a:ahLst/>
                                <a:cxnLst/>
                                <a:rect l="l" t="t" r="r" b="b"/>
                                <a:pathLst>
                                  <a:path w="4441" h="11348" fill="none" extrusionOk="0">
                                    <a:moveTo>
                                      <a:pt x="4440" y="11347"/>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9324;p58"/>
                              <p:cNvSpPr/>
                              <p:nvPr/>
                            </p:nvSpPr>
                            <p:spPr>
                              <a:xfrm>
                                <a:off x="4590301" y="3667468"/>
                                <a:ext cx="49762" cy="70887"/>
                              </a:xfrm>
                              <a:custGeom>
                                <a:avLst/>
                                <a:gdLst/>
                                <a:ahLst/>
                                <a:cxnLst/>
                                <a:rect l="l" t="t" r="r" b="b"/>
                                <a:pathLst>
                                  <a:path w="6327" h="9013" fill="none" extrusionOk="0">
                                    <a:moveTo>
                                      <a:pt x="0" y="9012"/>
                                    </a:moveTo>
                                    <a:lnTo>
                                      <a:pt x="63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9325;p58"/>
                              <p:cNvSpPr/>
                              <p:nvPr/>
                            </p:nvSpPr>
                            <p:spPr>
                              <a:xfrm>
                                <a:off x="4640338" y="3648536"/>
                                <a:ext cx="80593" cy="20268"/>
                              </a:xfrm>
                              <a:custGeom>
                                <a:avLst/>
                                <a:gdLst/>
                                <a:ahLst/>
                                <a:cxnLst/>
                                <a:rect l="l" t="t" r="r" b="b"/>
                                <a:pathLst>
                                  <a:path w="10247" h="2577" fill="none" extrusionOk="0">
                                    <a:moveTo>
                                      <a:pt x="1" y="2577"/>
                                    </a:moveTo>
                                    <a:lnTo>
                                      <a:pt x="102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1" name="Google Shape;9326;p58"/>
                              <p:cNvGrpSpPr/>
                              <p:nvPr/>
                            </p:nvGrpSpPr>
                            <p:grpSpPr>
                              <a:xfrm>
                                <a:off x="4579164" y="3203653"/>
                                <a:ext cx="1244833" cy="1020397"/>
                                <a:chOff x="4579164" y="3203653"/>
                                <a:chExt cx="1244833" cy="1020397"/>
                              </a:xfrm>
                            </p:grpSpPr>
                            <p:sp>
                              <p:nvSpPr>
                                <p:cNvPr id="682" name="Google Shape;9327;p58"/>
                                <p:cNvSpPr/>
                                <p:nvPr/>
                              </p:nvSpPr>
                              <p:spPr>
                                <a:xfrm>
                                  <a:off x="4753083" y="3966015"/>
                                  <a:ext cx="92964" cy="53765"/>
                                </a:xfrm>
                                <a:custGeom>
                                  <a:avLst/>
                                  <a:gdLst/>
                                  <a:ahLst/>
                                  <a:cxnLst/>
                                  <a:rect l="l" t="t" r="r" b="b"/>
                                  <a:pathLst>
                                    <a:path w="11820" h="6836" fill="none" extrusionOk="0">
                                      <a:moveTo>
                                        <a:pt x="1" y="6836"/>
                                      </a:moveTo>
                                      <a:lnTo>
                                        <a:pt x="118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9328;p58"/>
                                <p:cNvSpPr/>
                                <p:nvPr/>
                              </p:nvSpPr>
                              <p:spPr>
                                <a:xfrm>
                                  <a:off x="4846040" y="3952794"/>
                                  <a:ext cx="103519" cy="13135"/>
                                </a:xfrm>
                                <a:custGeom>
                                  <a:avLst/>
                                  <a:gdLst/>
                                  <a:ahLst/>
                                  <a:cxnLst/>
                                  <a:rect l="l" t="t" r="r" b="b"/>
                                  <a:pathLst>
                                    <a:path w="13162" h="1670" fill="none" extrusionOk="0">
                                      <a:moveTo>
                                        <a:pt x="13161" y="0"/>
                                      </a:moveTo>
                                      <a:lnTo>
                                        <a:pt x="0" y="1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9329;p58"/>
                                <p:cNvSpPr/>
                                <p:nvPr/>
                              </p:nvSpPr>
                              <p:spPr>
                                <a:xfrm>
                                  <a:off x="4846040" y="3962216"/>
                                  <a:ext cx="64800" cy="128066"/>
                                </a:xfrm>
                                <a:custGeom>
                                  <a:avLst/>
                                  <a:gdLst/>
                                  <a:ahLst/>
                                  <a:cxnLst/>
                                  <a:rect l="l" t="t" r="r" b="b"/>
                                  <a:pathLst>
                                    <a:path w="8239" h="16283" fill="none" extrusionOk="0">
                                      <a:moveTo>
                                        <a:pt x="0" y="0"/>
                                      </a:moveTo>
                                      <a:lnTo>
                                        <a:pt x="8238" y="1628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9330;p58"/>
                                <p:cNvSpPr/>
                                <p:nvPr/>
                              </p:nvSpPr>
                              <p:spPr>
                                <a:xfrm>
                                  <a:off x="4842233" y="3962216"/>
                                  <a:ext cx="3815" cy="164787"/>
                                </a:xfrm>
                                <a:custGeom>
                                  <a:avLst/>
                                  <a:gdLst/>
                                  <a:ahLst/>
                                  <a:cxnLst/>
                                  <a:rect l="l" t="t" r="r" b="b"/>
                                  <a:pathLst>
                                    <a:path w="485" h="20952" fill="none" extrusionOk="0">
                                      <a:moveTo>
                                        <a:pt x="0" y="20952"/>
                                      </a:moveTo>
                                      <a:lnTo>
                                        <a:pt x="4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9331;p58"/>
                                <p:cNvSpPr/>
                                <p:nvPr/>
                              </p:nvSpPr>
                              <p:spPr>
                                <a:xfrm>
                                  <a:off x="4842233" y="4123189"/>
                                  <a:ext cx="37587" cy="53002"/>
                                </a:xfrm>
                                <a:custGeom>
                                  <a:avLst/>
                                  <a:gdLst/>
                                  <a:ahLst/>
                                  <a:cxnLst/>
                                  <a:rect l="l" t="t" r="r" b="b"/>
                                  <a:pathLst>
                                    <a:path w="4779" h="6739" fill="none" extrusionOk="0">
                                      <a:moveTo>
                                        <a:pt x="4779" y="673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9332;p58"/>
                                <p:cNvSpPr/>
                                <p:nvPr/>
                              </p:nvSpPr>
                              <p:spPr>
                                <a:xfrm>
                                  <a:off x="4770779" y="4118525"/>
                                  <a:ext cx="71461" cy="4672"/>
                                </a:xfrm>
                                <a:custGeom>
                                  <a:avLst/>
                                  <a:gdLst/>
                                  <a:ahLst/>
                                  <a:cxnLst/>
                                  <a:rect l="l" t="t" r="r" b="b"/>
                                  <a:pathLst>
                                    <a:path w="9086" h="594" fill="none" extrusionOk="0">
                                      <a:moveTo>
                                        <a:pt x="9085" y="594"/>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9333;p58"/>
                                <p:cNvSpPr/>
                                <p:nvPr/>
                              </p:nvSpPr>
                              <p:spPr>
                                <a:xfrm>
                                  <a:off x="4842233" y="4090274"/>
                                  <a:ext cx="68606" cy="32923"/>
                                </a:xfrm>
                                <a:custGeom>
                                  <a:avLst/>
                                  <a:gdLst/>
                                  <a:ahLst/>
                                  <a:cxnLst/>
                                  <a:rect l="l" t="t" r="r" b="b"/>
                                  <a:pathLst>
                                    <a:path w="8723" h="4186" fill="none" extrusionOk="0">
                                      <a:moveTo>
                                        <a:pt x="0" y="4186"/>
                                      </a:moveTo>
                                      <a:lnTo>
                                        <a:pt x="872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9" name="Google Shape;9334;p58"/>
                                <p:cNvGrpSpPr/>
                                <p:nvPr/>
                              </p:nvGrpSpPr>
                              <p:grpSpPr>
                                <a:xfrm>
                                  <a:off x="4579164" y="3203653"/>
                                  <a:ext cx="1244833" cy="1020397"/>
                                  <a:chOff x="4579164" y="3203653"/>
                                  <a:chExt cx="1244833" cy="1020397"/>
                                </a:xfrm>
                              </p:grpSpPr>
                              <p:sp>
                                <p:nvSpPr>
                                  <p:cNvPr id="690" name="Google Shape;9335;p58"/>
                                  <p:cNvSpPr/>
                                  <p:nvPr/>
                                </p:nvSpPr>
                                <p:spPr>
                                  <a:xfrm>
                                    <a:off x="4788476" y="3855276"/>
                                    <a:ext cx="57572" cy="110747"/>
                                  </a:xfrm>
                                  <a:custGeom>
                                    <a:avLst/>
                                    <a:gdLst/>
                                    <a:ahLst/>
                                    <a:cxnLst/>
                                    <a:rect l="l" t="t" r="r" b="b"/>
                                    <a:pathLst>
                                      <a:path w="7320" h="14081" fill="none" extrusionOk="0">
                                        <a:moveTo>
                                          <a:pt x="7319" y="1408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9336;p58"/>
                                  <p:cNvSpPr/>
                                  <p:nvPr/>
                                </p:nvSpPr>
                                <p:spPr>
                                  <a:xfrm>
                                    <a:off x="4846040" y="3833867"/>
                                    <a:ext cx="11231" cy="132156"/>
                                  </a:xfrm>
                                  <a:custGeom>
                                    <a:avLst/>
                                    <a:gdLst/>
                                    <a:ahLst/>
                                    <a:cxnLst/>
                                    <a:rect l="l" t="t" r="r" b="b"/>
                                    <a:pathLst>
                                      <a:path w="1428" h="16803" fill="none" extrusionOk="0">
                                        <a:moveTo>
                                          <a:pt x="0" y="16803"/>
                                        </a:moveTo>
                                        <a:lnTo>
                                          <a:pt x="1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9337;p58"/>
                                  <p:cNvSpPr/>
                                  <p:nvPr/>
                                </p:nvSpPr>
                                <p:spPr>
                                  <a:xfrm>
                                    <a:off x="4761554" y="3854796"/>
                                    <a:ext cx="26261" cy="164984"/>
                                  </a:xfrm>
                                  <a:custGeom>
                                    <a:avLst/>
                                    <a:gdLst/>
                                    <a:ahLst/>
                                    <a:cxnLst/>
                                    <a:rect l="l" t="t" r="r" b="b"/>
                                    <a:pathLst>
                                      <a:path w="3339" h="20977" fill="none" extrusionOk="0">
                                        <a:moveTo>
                                          <a:pt x="0" y="20977"/>
                                        </a:moveTo>
                                        <a:lnTo>
                                          <a:pt x="33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9338;p58"/>
                                  <p:cNvSpPr/>
                                  <p:nvPr/>
                                </p:nvSpPr>
                                <p:spPr>
                                  <a:xfrm>
                                    <a:off x="4846991" y="3818263"/>
                                    <a:ext cx="74025" cy="146242"/>
                                  </a:xfrm>
                                  <a:custGeom>
                                    <a:avLst/>
                                    <a:gdLst/>
                                    <a:ahLst/>
                                    <a:cxnLst/>
                                    <a:rect l="l" t="t" r="r" b="b"/>
                                    <a:pathLst>
                                      <a:path w="9412" h="18594" fill="none" extrusionOk="0">
                                        <a:moveTo>
                                          <a:pt x="0" y="18593"/>
                                        </a:moveTo>
                                        <a:lnTo>
                                          <a:pt x="941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9339;p58"/>
                                  <p:cNvSpPr/>
                                  <p:nvPr/>
                                </p:nvSpPr>
                                <p:spPr>
                                  <a:xfrm>
                                    <a:off x="4927191" y="3823305"/>
                                    <a:ext cx="22368" cy="129497"/>
                                  </a:xfrm>
                                  <a:custGeom>
                                    <a:avLst/>
                                    <a:gdLst/>
                                    <a:ahLst/>
                                    <a:cxnLst/>
                                    <a:rect l="l" t="t" r="r" b="b"/>
                                    <a:pathLst>
                                      <a:path w="2844" h="16465" fill="none" extrusionOk="0">
                                        <a:moveTo>
                                          <a:pt x="1" y="1"/>
                                        </a:moveTo>
                                        <a:lnTo>
                                          <a:pt x="2843" y="1646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5" name="Google Shape;9340;p58"/>
                                  <p:cNvGrpSpPr/>
                                  <p:nvPr/>
                                </p:nvGrpSpPr>
                                <p:grpSpPr>
                                  <a:xfrm>
                                    <a:off x="4579164" y="3203653"/>
                                    <a:ext cx="1244833" cy="1020397"/>
                                    <a:chOff x="4579164" y="3203653"/>
                                    <a:chExt cx="1244833" cy="1020397"/>
                                  </a:xfrm>
                                </p:grpSpPr>
                                <p:sp>
                                  <p:nvSpPr>
                                    <p:cNvPr id="696" name="Google Shape;9341;p58"/>
                                    <p:cNvSpPr/>
                                    <p:nvPr/>
                                  </p:nvSpPr>
                                  <p:spPr>
                                    <a:xfrm>
                                      <a:off x="4579164" y="3652241"/>
                                      <a:ext cx="422626" cy="571809"/>
                                    </a:xfrm>
                                    <a:custGeom>
                                      <a:avLst/>
                                      <a:gdLst/>
                                      <a:ahLst/>
                                      <a:cxnLst/>
                                      <a:rect l="l" t="t" r="r" b="b"/>
                                      <a:pathLst>
                                        <a:path w="53735" h="72703" fill="none" extrusionOk="0">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9342;p58"/>
                                    <p:cNvSpPr/>
                                    <p:nvPr/>
                                  </p:nvSpPr>
                                  <p:spPr>
                                    <a:xfrm>
                                      <a:off x="4617986" y="3203653"/>
                                      <a:ext cx="1206011" cy="684357"/>
                                    </a:xfrm>
                                    <a:custGeom>
                                      <a:avLst/>
                                      <a:gdLst/>
                                      <a:ahLst/>
                                      <a:cxnLst/>
                                      <a:rect l="l" t="t" r="r" b="b"/>
                                      <a:pathLst>
                                        <a:path w="153339" h="87013" fill="none" extrusionOk="0">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9343;p58"/>
                                    <p:cNvSpPr/>
                                    <p:nvPr/>
                                  </p:nvSpPr>
                                  <p:spPr>
                                    <a:xfrm>
                                      <a:off x="4906356" y="3466721"/>
                                      <a:ext cx="194289" cy="358880"/>
                                    </a:xfrm>
                                    <a:custGeom>
                                      <a:avLst/>
                                      <a:gdLst/>
                                      <a:ahLst/>
                                      <a:cxnLst/>
                                      <a:rect l="l" t="t" r="r" b="b"/>
                                      <a:pathLst>
                                        <a:path w="24703" h="45630" fill="none" extrusionOk="0">
                                          <a:moveTo>
                                            <a:pt x="8396" y="39968"/>
                                          </a:moveTo>
                                          <a:lnTo>
                                            <a:pt x="9835" y="45629"/>
                                          </a:lnTo>
                                          <a:lnTo>
                                            <a:pt x="11626" y="36786"/>
                                          </a:lnTo>
                                          <a:lnTo>
                                            <a:pt x="5492" y="30218"/>
                                          </a:lnTo>
                                          <a:lnTo>
                                            <a:pt x="1" y="25016"/>
                                          </a:lnTo>
                                          <a:lnTo>
                                            <a:pt x="1392" y="16040"/>
                                          </a:lnTo>
                                          <a:lnTo>
                                            <a:pt x="24702" y="15206"/>
                                          </a:lnTo>
                                          <a:lnTo>
                                            <a:pt x="647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9344;p58"/>
                                    <p:cNvSpPr/>
                                    <p:nvPr/>
                                  </p:nvSpPr>
                                  <p:spPr>
                                    <a:xfrm>
                                      <a:off x="4972383" y="3756043"/>
                                      <a:ext cx="25412" cy="25026"/>
                                    </a:xfrm>
                                    <a:custGeom>
                                      <a:avLst/>
                                      <a:gdLst/>
                                      <a:ahLst/>
                                      <a:cxnLst/>
                                      <a:rect l="l" t="t" r="r" b="b"/>
                                      <a:pathLst>
                                        <a:path w="3231" h="3182" fill="none" extrusionOk="0">
                                          <a:moveTo>
                                            <a:pt x="1" y="3182"/>
                                          </a:moveTo>
                                          <a:lnTo>
                                            <a:pt x="323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665" name="Google Shape;9345;p58"/>
                            <p:cNvSpPr/>
                            <p:nvPr/>
                          </p:nvSpPr>
                          <p:spPr>
                            <a:xfrm>
                              <a:off x="4890375" y="3688019"/>
                              <a:ext cx="5144" cy="43769"/>
                            </a:xfrm>
                            <a:custGeom>
                              <a:avLst/>
                              <a:gdLst/>
                              <a:ahLst/>
                              <a:cxnLst/>
                              <a:rect l="l" t="t" r="r" b="b"/>
                              <a:pathLst>
                                <a:path w="654" h="5565" fill="none" extrusionOk="0">
                                  <a:moveTo>
                                    <a:pt x="653" y="0"/>
                                  </a:moveTo>
                                  <a:lnTo>
                                    <a:pt x="0" y="5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9346;p58"/>
                            <p:cNvSpPr/>
                            <p:nvPr/>
                          </p:nvSpPr>
                          <p:spPr>
                            <a:xfrm>
                              <a:off x="4899317" y="3688019"/>
                              <a:ext cx="54048" cy="20174"/>
                            </a:xfrm>
                            <a:custGeom>
                              <a:avLst/>
                              <a:gdLst/>
                              <a:ahLst/>
                              <a:cxnLst/>
                              <a:rect l="l" t="t" r="r" b="b"/>
                              <a:pathLst>
                                <a:path w="6872" h="2565" fill="none" extrusionOk="0">
                                  <a:moveTo>
                                    <a:pt x="0" y="0"/>
                                  </a:moveTo>
                                  <a:lnTo>
                                    <a:pt x="6871" y="2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9347;p58"/>
                            <p:cNvSpPr/>
                            <p:nvPr/>
                          </p:nvSpPr>
                          <p:spPr>
                            <a:xfrm>
                              <a:off x="4862690" y="3700571"/>
                              <a:ext cx="27693" cy="31216"/>
                            </a:xfrm>
                            <a:custGeom>
                              <a:avLst/>
                              <a:gdLst/>
                              <a:ahLst/>
                              <a:cxnLst/>
                              <a:rect l="l" t="t" r="r" b="b"/>
                              <a:pathLst>
                                <a:path w="3521" h="3969" fill="none" extrusionOk="0">
                                  <a:moveTo>
                                    <a:pt x="0" y="1"/>
                                  </a:moveTo>
                                  <a:lnTo>
                                    <a:pt x="3520" y="39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54" name="Google Shape;9348;p58"/>
                        <p:cNvSpPr/>
                        <p:nvPr/>
                      </p:nvSpPr>
                      <p:spPr>
                        <a:xfrm>
                          <a:off x="4953924" y="3297081"/>
                          <a:ext cx="146053" cy="168122"/>
                        </a:xfrm>
                        <a:custGeom>
                          <a:avLst/>
                          <a:gdLst/>
                          <a:ahLst/>
                          <a:cxnLst/>
                          <a:rect l="l" t="t" r="r" b="b"/>
                          <a:pathLst>
                            <a:path w="18570" h="21376" fill="none" extrusionOk="0">
                              <a:moveTo>
                                <a:pt x="1" y="21376"/>
                              </a:moveTo>
                              <a:lnTo>
                                <a:pt x="18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282" name="Google Shape;9349;p58"/>
              <p:cNvGrpSpPr/>
              <p:nvPr/>
            </p:nvGrpSpPr>
            <p:grpSpPr>
              <a:xfrm>
                <a:off x="4595437" y="3598775"/>
                <a:ext cx="37776" cy="32451"/>
                <a:chOff x="4595437" y="3598775"/>
                <a:chExt cx="37776" cy="32451"/>
              </a:xfrm>
            </p:grpSpPr>
            <p:sp>
              <p:nvSpPr>
                <p:cNvPr id="597" name="Google Shape;9350;p58"/>
                <p:cNvSpPr/>
                <p:nvPr/>
              </p:nvSpPr>
              <p:spPr>
                <a:xfrm>
                  <a:off x="4595437" y="3598775"/>
                  <a:ext cx="37776" cy="32451"/>
                </a:xfrm>
                <a:custGeom>
                  <a:avLst/>
                  <a:gdLst/>
                  <a:ahLst/>
                  <a:cxnLst/>
                  <a:rect l="l" t="t" r="r" b="b"/>
                  <a:pathLst>
                    <a:path w="4803" h="4126" extrusionOk="0">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9351;p58"/>
                <p:cNvSpPr/>
                <p:nvPr/>
              </p:nvSpPr>
              <p:spPr>
                <a:xfrm>
                  <a:off x="4610561" y="3608480"/>
                  <a:ext cx="13040" cy="13040"/>
                </a:xfrm>
                <a:custGeom>
                  <a:avLst/>
                  <a:gdLst/>
                  <a:ahLst/>
                  <a:cxnLst/>
                  <a:rect l="l" t="t" r="r" b="b"/>
                  <a:pathLst>
                    <a:path w="1658" h="1658" extrusionOk="0">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9352;p58"/>
              <p:cNvGrpSpPr/>
              <p:nvPr/>
            </p:nvGrpSpPr>
            <p:grpSpPr>
              <a:xfrm>
                <a:off x="4641864" y="3524443"/>
                <a:ext cx="37776" cy="32380"/>
                <a:chOff x="4641864" y="3524443"/>
                <a:chExt cx="37776" cy="32380"/>
              </a:xfrm>
            </p:grpSpPr>
            <p:sp>
              <p:nvSpPr>
                <p:cNvPr id="595" name="Google Shape;9353;p58"/>
                <p:cNvSpPr/>
                <p:nvPr/>
              </p:nvSpPr>
              <p:spPr>
                <a:xfrm>
                  <a:off x="4641864" y="3524443"/>
                  <a:ext cx="37776" cy="32380"/>
                </a:xfrm>
                <a:custGeom>
                  <a:avLst/>
                  <a:gdLst/>
                  <a:ahLst/>
                  <a:cxnLst/>
                  <a:rect l="l" t="t" r="r" b="b"/>
                  <a:pathLst>
                    <a:path w="4803" h="4117" extrusionOk="0">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9354;p58"/>
                <p:cNvSpPr/>
                <p:nvPr/>
              </p:nvSpPr>
              <p:spPr>
                <a:xfrm>
                  <a:off x="4656988" y="3534077"/>
                  <a:ext cx="13048" cy="13040"/>
                </a:xfrm>
                <a:custGeom>
                  <a:avLst/>
                  <a:gdLst/>
                  <a:ahLst/>
                  <a:cxnLst/>
                  <a:rect l="l" t="t" r="r" b="b"/>
                  <a:pathLst>
                    <a:path w="1659" h="1658" extrusionOk="0">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 name="Google Shape;9355;p58"/>
              <p:cNvGrpSpPr/>
              <p:nvPr/>
            </p:nvGrpSpPr>
            <p:grpSpPr>
              <a:xfrm>
                <a:off x="4648431" y="3893901"/>
                <a:ext cx="37776" cy="32357"/>
                <a:chOff x="4648431" y="3893901"/>
                <a:chExt cx="37776" cy="32357"/>
              </a:xfrm>
            </p:grpSpPr>
            <p:sp>
              <p:nvSpPr>
                <p:cNvPr id="593" name="Google Shape;9356;p58"/>
                <p:cNvSpPr/>
                <p:nvPr/>
              </p:nvSpPr>
              <p:spPr>
                <a:xfrm>
                  <a:off x="4648431" y="3893901"/>
                  <a:ext cx="37776" cy="32357"/>
                </a:xfrm>
                <a:custGeom>
                  <a:avLst/>
                  <a:gdLst/>
                  <a:ahLst/>
                  <a:cxnLst/>
                  <a:rect l="l" t="t" r="r" b="b"/>
                  <a:pathLst>
                    <a:path w="4803" h="4114" extrusionOk="0">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9357;p58"/>
                <p:cNvSpPr/>
                <p:nvPr/>
              </p:nvSpPr>
              <p:spPr>
                <a:xfrm>
                  <a:off x="4663556" y="3903606"/>
                  <a:ext cx="13040" cy="13040"/>
                </a:xfrm>
                <a:custGeom>
                  <a:avLst/>
                  <a:gdLst/>
                  <a:ahLst/>
                  <a:cxnLst/>
                  <a:rect l="l" t="t" r="r" b="b"/>
                  <a:pathLst>
                    <a:path w="1658" h="1658" extrusionOk="0">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9358;p58"/>
              <p:cNvGrpSpPr/>
              <p:nvPr/>
            </p:nvGrpSpPr>
            <p:grpSpPr>
              <a:xfrm>
                <a:off x="4567752" y="3722908"/>
                <a:ext cx="37870" cy="32380"/>
                <a:chOff x="4567752" y="3722908"/>
                <a:chExt cx="37870" cy="32380"/>
              </a:xfrm>
            </p:grpSpPr>
            <p:sp>
              <p:nvSpPr>
                <p:cNvPr id="591" name="Google Shape;9359;p58"/>
                <p:cNvSpPr/>
                <p:nvPr/>
              </p:nvSpPr>
              <p:spPr>
                <a:xfrm>
                  <a:off x="4567752" y="3722908"/>
                  <a:ext cx="37870" cy="32380"/>
                </a:xfrm>
                <a:custGeom>
                  <a:avLst/>
                  <a:gdLst/>
                  <a:ahLst/>
                  <a:cxnLst/>
                  <a:rect l="l" t="t" r="r" b="b"/>
                  <a:pathLst>
                    <a:path w="4815" h="4117" extrusionOk="0">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9360;p58"/>
                <p:cNvSpPr/>
                <p:nvPr/>
              </p:nvSpPr>
              <p:spPr>
                <a:xfrm>
                  <a:off x="4580690" y="3732543"/>
                  <a:ext cx="15227" cy="13064"/>
                </a:xfrm>
                <a:custGeom>
                  <a:avLst/>
                  <a:gdLst/>
                  <a:ahLst/>
                  <a:cxnLst/>
                  <a:rect l="l" t="t" r="r" b="b"/>
                  <a:pathLst>
                    <a:path w="1936" h="1661" extrusionOk="0">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9361;p58"/>
              <p:cNvGrpSpPr/>
              <p:nvPr/>
            </p:nvGrpSpPr>
            <p:grpSpPr>
              <a:xfrm>
                <a:off x="4617506" y="3652052"/>
                <a:ext cx="37783" cy="32357"/>
                <a:chOff x="4617506" y="3652052"/>
                <a:chExt cx="37783" cy="32357"/>
              </a:xfrm>
            </p:grpSpPr>
            <p:sp>
              <p:nvSpPr>
                <p:cNvPr id="589" name="Google Shape;9362;p58"/>
                <p:cNvSpPr/>
                <p:nvPr/>
              </p:nvSpPr>
              <p:spPr>
                <a:xfrm>
                  <a:off x="4617506" y="3652052"/>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9363;p58"/>
                <p:cNvSpPr/>
                <p:nvPr/>
              </p:nvSpPr>
              <p:spPr>
                <a:xfrm>
                  <a:off x="4632638" y="3661758"/>
                  <a:ext cx="13040" cy="13040"/>
                </a:xfrm>
                <a:custGeom>
                  <a:avLst/>
                  <a:gdLst/>
                  <a:ahLst/>
                  <a:cxnLst/>
                  <a:rect l="l" t="t" r="r" b="b"/>
                  <a:pathLst>
                    <a:path w="1658" h="1658" extrusionOk="0">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9364;p58"/>
              <p:cNvGrpSpPr/>
              <p:nvPr/>
            </p:nvGrpSpPr>
            <p:grpSpPr>
              <a:xfrm>
                <a:off x="4739005" y="3554149"/>
                <a:ext cx="37870" cy="32357"/>
                <a:chOff x="4739005" y="3554149"/>
                <a:chExt cx="37870" cy="32357"/>
              </a:xfrm>
            </p:grpSpPr>
            <p:sp>
              <p:nvSpPr>
                <p:cNvPr id="587" name="Google Shape;9365;p58"/>
                <p:cNvSpPr/>
                <p:nvPr/>
              </p:nvSpPr>
              <p:spPr>
                <a:xfrm>
                  <a:off x="4739005" y="3554149"/>
                  <a:ext cx="37870" cy="32357"/>
                </a:xfrm>
                <a:custGeom>
                  <a:avLst/>
                  <a:gdLst/>
                  <a:ahLst/>
                  <a:cxnLst/>
                  <a:rect l="l" t="t" r="r" b="b"/>
                  <a:pathLst>
                    <a:path w="4815" h="4114" extrusionOk="0">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9366;p58"/>
                <p:cNvSpPr/>
                <p:nvPr/>
              </p:nvSpPr>
              <p:spPr>
                <a:xfrm>
                  <a:off x="4751943" y="3563854"/>
                  <a:ext cx="15227" cy="13048"/>
                </a:xfrm>
                <a:custGeom>
                  <a:avLst/>
                  <a:gdLst/>
                  <a:ahLst/>
                  <a:cxnLst/>
                  <a:rect l="l" t="t" r="r" b="b"/>
                  <a:pathLst>
                    <a:path w="1936" h="1659" extrusionOk="0">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 name="Google Shape;9367;p58"/>
              <p:cNvGrpSpPr/>
              <p:nvPr/>
            </p:nvGrpSpPr>
            <p:grpSpPr>
              <a:xfrm>
                <a:off x="4806557" y="3630258"/>
                <a:ext cx="37776" cy="32364"/>
                <a:chOff x="4806557" y="3630258"/>
                <a:chExt cx="37776" cy="32364"/>
              </a:xfrm>
            </p:grpSpPr>
            <p:sp>
              <p:nvSpPr>
                <p:cNvPr id="585" name="Google Shape;9368;p58"/>
                <p:cNvSpPr/>
                <p:nvPr/>
              </p:nvSpPr>
              <p:spPr>
                <a:xfrm>
                  <a:off x="4806557" y="3630258"/>
                  <a:ext cx="37776" cy="32364"/>
                </a:xfrm>
                <a:custGeom>
                  <a:avLst/>
                  <a:gdLst/>
                  <a:ahLst/>
                  <a:cxnLst/>
                  <a:rect l="l" t="t" r="r" b="b"/>
                  <a:pathLst>
                    <a:path w="4803" h="4115" extrusionOk="0">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9369;p58"/>
                <p:cNvSpPr/>
                <p:nvPr/>
              </p:nvSpPr>
              <p:spPr>
                <a:xfrm>
                  <a:off x="4819495" y="3639972"/>
                  <a:ext cx="15227" cy="13040"/>
                </a:xfrm>
                <a:custGeom>
                  <a:avLst/>
                  <a:gdLst/>
                  <a:ahLst/>
                  <a:cxnLst/>
                  <a:rect l="l" t="t" r="r" b="b"/>
                  <a:pathLst>
                    <a:path w="1936" h="1658" extrusionOk="0">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9370;p58"/>
              <p:cNvGrpSpPr/>
              <p:nvPr/>
            </p:nvGrpSpPr>
            <p:grpSpPr>
              <a:xfrm>
                <a:off x="4737007" y="4004357"/>
                <a:ext cx="37870" cy="32357"/>
                <a:chOff x="4737007" y="4004357"/>
                <a:chExt cx="37870" cy="32357"/>
              </a:xfrm>
            </p:grpSpPr>
            <p:sp>
              <p:nvSpPr>
                <p:cNvPr id="583" name="Google Shape;9371;p58"/>
                <p:cNvSpPr/>
                <p:nvPr/>
              </p:nvSpPr>
              <p:spPr>
                <a:xfrm>
                  <a:off x="4737007" y="4004357"/>
                  <a:ext cx="37870" cy="32357"/>
                </a:xfrm>
                <a:custGeom>
                  <a:avLst/>
                  <a:gdLst/>
                  <a:ahLst/>
                  <a:cxnLst/>
                  <a:rect l="l" t="t" r="r" b="b"/>
                  <a:pathLst>
                    <a:path w="4815" h="4114" extrusionOk="0">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9372;p58"/>
                <p:cNvSpPr/>
                <p:nvPr/>
              </p:nvSpPr>
              <p:spPr>
                <a:xfrm>
                  <a:off x="4752131" y="4014062"/>
                  <a:ext cx="13040" cy="13048"/>
                </a:xfrm>
                <a:custGeom>
                  <a:avLst/>
                  <a:gdLst/>
                  <a:ahLst/>
                  <a:cxnLst/>
                  <a:rect l="l" t="t" r="r" b="b"/>
                  <a:pathLst>
                    <a:path w="1658" h="1659" extrusionOk="0">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 name="Google Shape;9373;p58"/>
              <p:cNvGrpSpPr/>
              <p:nvPr/>
            </p:nvGrpSpPr>
            <p:grpSpPr>
              <a:xfrm>
                <a:off x="4773634" y="4208627"/>
                <a:ext cx="37776" cy="32357"/>
                <a:chOff x="4773634" y="4208627"/>
                <a:chExt cx="37776" cy="32357"/>
              </a:xfrm>
            </p:grpSpPr>
            <p:sp>
              <p:nvSpPr>
                <p:cNvPr id="581" name="Google Shape;9374;p58"/>
                <p:cNvSpPr/>
                <p:nvPr/>
              </p:nvSpPr>
              <p:spPr>
                <a:xfrm>
                  <a:off x="4773634" y="4208627"/>
                  <a:ext cx="37776" cy="32357"/>
                </a:xfrm>
                <a:custGeom>
                  <a:avLst/>
                  <a:gdLst/>
                  <a:ahLst/>
                  <a:cxnLst/>
                  <a:rect l="l" t="t" r="r" b="b"/>
                  <a:pathLst>
                    <a:path w="4803" h="4114" extrusionOk="0">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9375;p58"/>
                <p:cNvSpPr/>
                <p:nvPr/>
              </p:nvSpPr>
              <p:spPr>
                <a:xfrm>
                  <a:off x="4788664" y="4218332"/>
                  <a:ext cx="13048" cy="13040"/>
                </a:xfrm>
                <a:custGeom>
                  <a:avLst/>
                  <a:gdLst/>
                  <a:ahLst/>
                  <a:cxnLst/>
                  <a:rect l="l" t="t" r="r" b="b"/>
                  <a:pathLst>
                    <a:path w="1659"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9376;p58"/>
              <p:cNvGrpSpPr/>
              <p:nvPr/>
            </p:nvGrpSpPr>
            <p:grpSpPr>
              <a:xfrm>
                <a:off x="4888282" y="4074764"/>
                <a:ext cx="37776" cy="32451"/>
                <a:chOff x="4888282" y="4074764"/>
                <a:chExt cx="37776" cy="32451"/>
              </a:xfrm>
            </p:grpSpPr>
            <p:sp>
              <p:nvSpPr>
                <p:cNvPr id="579" name="Google Shape;9377;p58"/>
                <p:cNvSpPr/>
                <p:nvPr/>
              </p:nvSpPr>
              <p:spPr>
                <a:xfrm>
                  <a:off x="4888282" y="4074764"/>
                  <a:ext cx="37776" cy="32451"/>
                </a:xfrm>
                <a:custGeom>
                  <a:avLst/>
                  <a:gdLst/>
                  <a:ahLst/>
                  <a:cxnLst/>
                  <a:rect l="l" t="t" r="r" b="b"/>
                  <a:pathLst>
                    <a:path w="4803" h="4126" extrusionOk="0">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9378;p58"/>
                <p:cNvSpPr/>
                <p:nvPr/>
              </p:nvSpPr>
              <p:spPr>
                <a:xfrm>
                  <a:off x="4901220" y="4084470"/>
                  <a:ext cx="15227" cy="13064"/>
                </a:xfrm>
                <a:custGeom>
                  <a:avLst/>
                  <a:gdLst/>
                  <a:ahLst/>
                  <a:cxnLst/>
                  <a:rect l="l" t="t" r="r" b="b"/>
                  <a:pathLst>
                    <a:path w="1936" h="1661" extrusionOk="0">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 name="Google Shape;9379;p58"/>
              <p:cNvGrpSpPr/>
              <p:nvPr/>
            </p:nvGrpSpPr>
            <p:grpSpPr>
              <a:xfrm>
                <a:off x="4901315" y="3804271"/>
                <a:ext cx="37776" cy="32364"/>
                <a:chOff x="4901315" y="3804271"/>
                <a:chExt cx="37776" cy="32364"/>
              </a:xfrm>
            </p:grpSpPr>
            <p:sp>
              <p:nvSpPr>
                <p:cNvPr id="577" name="Google Shape;9380;p58"/>
                <p:cNvSpPr/>
                <p:nvPr/>
              </p:nvSpPr>
              <p:spPr>
                <a:xfrm>
                  <a:off x="4901315" y="3804271"/>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9381;p58"/>
                <p:cNvSpPr/>
                <p:nvPr/>
              </p:nvSpPr>
              <p:spPr>
                <a:xfrm>
                  <a:off x="4914253" y="3813985"/>
                  <a:ext cx="15235" cy="13040"/>
                </a:xfrm>
                <a:custGeom>
                  <a:avLst/>
                  <a:gdLst/>
                  <a:ahLst/>
                  <a:cxnLst/>
                  <a:rect l="l" t="t" r="r" b="b"/>
                  <a:pathLst>
                    <a:path w="1937" h="1658" extrusionOk="0">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9382;p58"/>
              <p:cNvGrpSpPr/>
              <p:nvPr/>
            </p:nvGrpSpPr>
            <p:grpSpPr>
              <a:xfrm>
                <a:off x="4866394" y="3715035"/>
                <a:ext cx="37846" cy="32357"/>
                <a:chOff x="4866394" y="3715035"/>
                <a:chExt cx="37846" cy="32357"/>
              </a:xfrm>
            </p:grpSpPr>
            <p:sp>
              <p:nvSpPr>
                <p:cNvPr id="575" name="Google Shape;9383;p58"/>
                <p:cNvSpPr/>
                <p:nvPr/>
              </p:nvSpPr>
              <p:spPr>
                <a:xfrm>
                  <a:off x="4866394" y="3715035"/>
                  <a:ext cx="37846" cy="32357"/>
                </a:xfrm>
                <a:custGeom>
                  <a:avLst/>
                  <a:gdLst/>
                  <a:ahLst/>
                  <a:cxnLst/>
                  <a:rect l="l" t="t" r="r" b="b"/>
                  <a:pathLst>
                    <a:path w="4812" h="4114" extrusionOk="0">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9384;p58"/>
                <p:cNvSpPr/>
                <p:nvPr/>
              </p:nvSpPr>
              <p:spPr>
                <a:xfrm>
                  <a:off x="4879340" y="3724646"/>
                  <a:ext cx="15227" cy="13103"/>
                </a:xfrm>
                <a:custGeom>
                  <a:avLst/>
                  <a:gdLst/>
                  <a:ahLst/>
                  <a:cxnLst/>
                  <a:rect l="l" t="t" r="r" b="b"/>
                  <a:pathLst>
                    <a:path w="1936" h="1666" extrusionOk="0">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9385;p58"/>
              <p:cNvGrpSpPr/>
              <p:nvPr/>
            </p:nvGrpSpPr>
            <p:grpSpPr>
              <a:xfrm>
                <a:off x="4979233" y="3839798"/>
                <a:ext cx="37878" cy="32420"/>
                <a:chOff x="4979233" y="3839798"/>
                <a:chExt cx="37878" cy="32420"/>
              </a:xfrm>
            </p:grpSpPr>
            <p:sp>
              <p:nvSpPr>
                <p:cNvPr id="573" name="Google Shape;9386;p58"/>
                <p:cNvSpPr/>
                <p:nvPr/>
              </p:nvSpPr>
              <p:spPr>
                <a:xfrm>
                  <a:off x="4979233" y="3839798"/>
                  <a:ext cx="37878" cy="32420"/>
                </a:xfrm>
                <a:custGeom>
                  <a:avLst/>
                  <a:gdLst/>
                  <a:ahLst/>
                  <a:cxnLst/>
                  <a:rect l="l" t="t" r="r" b="b"/>
                  <a:pathLst>
                    <a:path w="4816" h="4122" extrusionOk="0">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9387;p58"/>
                <p:cNvSpPr/>
                <p:nvPr/>
              </p:nvSpPr>
              <p:spPr>
                <a:xfrm>
                  <a:off x="4994366" y="384947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9388;p58"/>
              <p:cNvGrpSpPr/>
              <p:nvPr/>
            </p:nvGrpSpPr>
            <p:grpSpPr>
              <a:xfrm>
                <a:off x="4790662" y="3679147"/>
                <a:ext cx="37783" cy="32380"/>
                <a:chOff x="4790662" y="3679147"/>
                <a:chExt cx="37783" cy="32380"/>
              </a:xfrm>
            </p:grpSpPr>
            <p:sp>
              <p:nvSpPr>
                <p:cNvPr id="571" name="Google Shape;9389;p58"/>
                <p:cNvSpPr/>
                <p:nvPr/>
              </p:nvSpPr>
              <p:spPr>
                <a:xfrm>
                  <a:off x="4790662" y="3679147"/>
                  <a:ext cx="37783" cy="32380"/>
                </a:xfrm>
                <a:custGeom>
                  <a:avLst/>
                  <a:gdLst/>
                  <a:ahLst/>
                  <a:cxnLst/>
                  <a:rect l="l" t="t" r="r" b="b"/>
                  <a:pathLst>
                    <a:path w="4804" h="4117" extrusionOk="0">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9390;p58"/>
                <p:cNvSpPr/>
                <p:nvPr/>
              </p:nvSpPr>
              <p:spPr>
                <a:xfrm>
                  <a:off x="4803506" y="3688774"/>
                  <a:ext cx="15235" cy="13072"/>
                </a:xfrm>
                <a:custGeom>
                  <a:avLst/>
                  <a:gdLst/>
                  <a:ahLst/>
                  <a:cxnLst/>
                  <a:rect l="l" t="t" r="r" b="b"/>
                  <a:pathLst>
                    <a:path w="1937" h="1662" extrusionOk="0">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9391;p58"/>
              <p:cNvGrpSpPr/>
              <p:nvPr/>
            </p:nvGrpSpPr>
            <p:grpSpPr>
              <a:xfrm>
                <a:off x="4857263" y="3557861"/>
                <a:ext cx="37776" cy="32357"/>
                <a:chOff x="4857263" y="3557861"/>
                <a:chExt cx="37776" cy="32357"/>
              </a:xfrm>
            </p:grpSpPr>
            <p:sp>
              <p:nvSpPr>
                <p:cNvPr id="569" name="Google Shape;9392;p58"/>
                <p:cNvSpPr/>
                <p:nvPr/>
              </p:nvSpPr>
              <p:spPr>
                <a:xfrm>
                  <a:off x="4857263" y="3557861"/>
                  <a:ext cx="37776" cy="32357"/>
                </a:xfrm>
                <a:custGeom>
                  <a:avLst/>
                  <a:gdLst/>
                  <a:ahLst/>
                  <a:cxnLst/>
                  <a:rect l="l" t="t" r="r" b="b"/>
                  <a:pathLst>
                    <a:path w="4803" h="4114" extrusionOk="0">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9393;p58"/>
                <p:cNvSpPr/>
                <p:nvPr/>
              </p:nvSpPr>
              <p:spPr>
                <a:xfrm>
                  <a:off x="4870106" y="3567566"/>
                  <a:ext cx="15329" cy="13040"/>
                </a:xfrm>
                <a:custGeom>
                  <a:avLst/>
                  <a:gdLst/>
                  <a:ahLst/>
                  <a:cxnLst/>
                  <a:rect l="l" t="t" r="r" b="b"/>
                  <a:pathLst>
                    <a:path w="1949" h="1658" extrusionOk="0">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 name="Google Shape;9394;p58"/>
              <p:cNvGrpSpPr/>
              <p:nvPr/>
            </p:nvGrpSpPr>
            <p:grpSpPr>
              <a:xfrm>
                <a:off x="4883902" y="3648033"/>
                <a:ext cx="37783" cy="32380"/>
                <a:chOff x="4883902" y="3648033"/>
                <a:chExt cx="37783" cy="32380"/>
              </a:xfrm>
            </p:grpSpPr>
            <p:sp>
              <p:nvSpPr>
                <p:cNvPr id="567" name="Google Shape;9395;p58"/>
                <p:cNvSpPr/>
                <p:nvPr/>
              </p:nvSpPr>
              <p:spPr>
                <a:xfrm>
                  <a:off x="4883902" y="3648033"/>
                  <a:ext cx="37783" cy="32380"/>
                </a:xfrm>
                <a:custGeom>
                  <a:avLst/>
                  <a:gdLst/>
                  <a:ahLst/>
                  <a:cxnLst/>
                  <a:rect l="l" t="t" r="r" b="b"/>
                  <a:pathLst>
                    <a:path w="4804" h="4117" extrusionOk="0">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9396;p58"/>
                <p:cNvSpPr/>
                <p:nvPr/>
              </p:nvSpPr>
              <p:spPr>
                <a:xfrm>
                  <a:off x="4896745" y="3657668"/>
                  <a:ext cx="15329" cy="13009"/>
                </a:xfrm>
                <a:custGeom>
                  <a:avLst/>
                  <a:gdLst/>
                  <a:ahLst/>
                  <a:cxnLst/>
                  <a:rect l="l" t="t" r="r" b="b"/>
                  <a:pathLst>
                    <a:path w="1949" h="1654" extrusionOk="0">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9397;p58"/>
              <p:cNvGrpSpPr/>
              <p:nvPr/>
            </p:nvGrpSpPr>
            <p:grpSpPr>
              <a:xfrm>
                <a:off x="4907780" y="3347220"/>
                <a:ext cx="37878" cy="32357"/>
                <a:chOff x="4907780" y="3347220"/>
                <a:chExt cx="37878" cy="32357"/>
              </a:xfrm>
            </p:grpSpPr>
            <p:sp>
              <p:nvSpPr>
                <p:cNvPr id="565" name="Google Shape;9398;p58"/>
                <p:cNvSpPr/>
                <p:nvPr/>
              </p:nvSpPr>
              <p:spPr>
                <a:xfrm>
                  <a:off x="4907780" y="3347220"/>
                  <a:ext cx="37878" cy="32357"/>
                </a:xfrm>
                <a:custGeom>
                  <a:avLst/>
                  <a:gdLst/>
                  <a:ahLst/>
                  <a:cxnLst/>
                  <a:rect l="l" t="t" r="r" b="b"/>
                  <a:pathLst>
                    <a:path w="4816" h="4114" extrusionOk="0">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9399;p58"/>
                <p:cNvSpPr/>
                <p:nvPr/>
              </p:nvSpPr>
              <p:spPr>
                <a:xfrm>
                  <a:off x="4922912" y="3356926"/>
                  <a:ext cx="13040" cy="13040"/>
                </a:xfrm>
                <a:custGeom>
                  <a:avLst/>
                  <a:gdLst/>
                  <a:ahLst/>
                  <a:cxnLst/>
                  <a:rect l="l" t="t" r="r" b="b"/>
                  <a:pathLst>
                    <a:path w="1658" h="1658" extrusionOk="0">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9400;p58"/>
              <p:cNvGrpSpPr/>
              <p:nvPr/>
            </p:nvGrpSpPr>
            <p:grpSpPr>
              <a:xfrm>
                <a:off x="5065048" y="3738150"/>
                <a:ext cx="37783" cy="32364"/>
                <a:chOff x="5065048" y="3738150"/>
                <a:chExt cx="37783" cy="32364"/>
              </a:xfrm>
            </p:grpSpPr>
            <p:sp>
              <p:nvSpPr>
                <p:cNvPr id="563" name="Google Shape;9401;p58"/>
                <p:cNvSpPr/>
                <p:nvPr/>
              </p:nvSpPr>
              <p:spPr>
                <a:xfrm>
                  <a:off x="5065048" y="3738150"/>
                  <a:ext cx="37783" cy="32364"/>
                </a:xfrm>
                <a:custGeom>
                  <a:avLst/>
                  <a:gdLst/>
                  <a:ahLst/>
                  <a:cxnLst/>
                  <a:rect l="l" t="t" r="r" b="b"/>
                  <a:pathLst>
                    <a:path w="4804" h="4115"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9402;p58"/>
                <p:cNvSpPr/>
                <p:nvPr/>
              </p:nvSpPr>
              <p:spPr>
                <a:xfrm>
                  <a:off x="5077994" y="3747761"/>
                  <a:ext cx="15227" cy="13072"/>
                </a:xfrm>
                <a:custGeom>
                  <a:avLst/>
                  <a:gdLst/>
                  <a:ahLst/>
                  <a:cxnLst/>
                  <a:rect l="l" t="t" r="r" b="b"/>
                  <a:pathLst>
                    <a:path w="1936" h="1662" extrusionOk="0">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9403;p58"/>
              <p:cNvGrpSpPr/>
              <p:nvPr/>
            </p:nvGrpSpPr>
            <p:grpSpPr>
              <a:xfrm>
                <a:off x="5071616" y="3284615"/>
                <a:ext cx="37783" cy="32357"/>
                <a:chOff x="5071616" y="3284615"/>
                <a:chExt cx="37783" cy="32357"/>
              </a:xfrm>
            </p:grpSpPr>
            <p:sp>
              <p:nvSpPr>
                <p:cNvPr id="561" name="Google Shape;9404;p58"/>
                <p:cNvSpPr/>
                <p:nvPr/>
              </p:nvSpPr>
              <p:spPr>
                <a:xfrm>
                  <a:off x="5071616" y="3284615"/>
                  <a:ext cx="37783" cy="32357"/>
                </a:xfrm>
                <a:custGeom>
                  <a:avLst/>
                  <a:gdLst/>
                  <a:ahLst/>
                  <a:cxnLst/>
                  <a:rect l="l" t="t" r="r" b="b"/>
                  <a:pathLst>
                    <a:path w="4804" h="4114" extrusionOk="0">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9405;p58"/>
                <p:cNvSpPr/>
                <p:nvPr/>
              </p:nvSpPr>
              <p:spPr>
                <a:xfrm>
                  <a:off x="5086646" y="3294320"/>
                  <a:ext cx="13048" cy="13048"/>
                </a:xfrm>
                <a:custGeom>
                  <a:avLst/>
                  <a:gdLst/>
                  <a:ahLst/>
                  <a:cxnLst/>
                  <a:rect l="l" t="t" r="r" b="b"/>
                  <a:pathLst>
                    <a:path w="1659" h="1659" extrusionOk="0">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9406;p58"/>
              <p:cNvGrpSpPr/>
              <p:nvPr/>
            </p:nvGrpSpPr>
            <p:grpSpPr>
              <a:xfrm>
                <a:off x="5389291" y="3759921"/>
                <a:ext cx="37783" cy="32380"/>
                <a:chOff x="5389291" y="3759921"/>
                <a:chExt cx="37783" cy="32380"/>
              </a:xfrm>
            </p:grpSpPr>
            <p:sp>
              <p:nvSpPr>
                <p:cNvPr id="559" name="Google Shape;9407;p58"/>
                <p:cNvSpPr/>
                <p:nvPr/>
              </p:nvSpPr>
              <p:spPr>
                <a:xfrm>
                  <a:off x="5389291" y="3759921"/>
                  <a:ext cx="37783" cy="32380"/>
                </a:xfrm>
                <a:custGeom>
                  <a:avLst/>
                  <a:gdLst/>
                  <a:ahLst/>
                  <a:cxnLst/>
                  <a:rect l="l" t="t" r="r" b="b"/>
                  <a:pathLst>
                    <a:path w="4804" h="4117" extrusionOk="0">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9408;p58"/>
                <p:cNvSpPr/>
                <p:nvPr/>
              </p:nvSpPr>
              <p:spPr>
                <a:xfrm>
                  <a:off x="5402229" y="3769555"/>
                  <a:ext cx="15235" cy="13064"/>
                </a:xfrm>
                <a:custGeom>
                  <a:avLst/>
                  <a:gdLst/>
                  <a:ahLst/>
                  <a:cxnLst/>
                  <a:rect l="l" t="t" r="r" b="b"/>
                  <a:pathLst>
                    <a:path w="1937" h="1661" extrusionOk="0">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9409;p58"/>
              <p:cNvGrpSpPr/>
              <p:nvPr/>
            </p:nvGrpSpPr>
            <p:grpSpPr>
              <a:xfrm>
                <a:off x="5431534" y="3632932"/>
                <a:ext cx="37878" cy="32451"/>
                <a:chOff x="5431534" y="3632932"/>
                <a:chExt cx="37878" cy="32451"/>
              </a:xfrm>
            </p:grpSpPr>
            <p:sp>
              <p:nvSpPr>
                <p:cNvPr id="557" name="Google Shape;9410;p58"/>
                <p:cNvSpPr/>
                <p:nvPr/>
              </p:nvSpPr>
              <p:spPr>
                <a:xfrm>
                  <a:off x="5431534" y="3632932"/>
                  <a:ext cx="37878" cy="32451"/>
                </a:xfrm>
                <a:custGeom>
                  <a:avLst/>
                  <a:gdLst/>
                  <a:ahLst/>
                  <a:cxnLst/>
                  <a:rect l="l" t="t" r="r" b="b"/>
                  <a:pathLst>
                    <a:path w="4816" h="4126" extrusionOk="0">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9411;p58"/>
                <p:cNvSpPr/>
                <p:nvPr/>
              </p:nvSpPr>
              <p:spPr>
                <a:xfrm>
                  <a:off x="5444472" y="3642638"/>
                  <a:ext cx="15235" cy="13064"/>
                </a:xfrm>
                <a:custGeom>
                  <a:avLst/>
                  <a:gdLst/>
                  <a:ahLst/>
                  <a:cxnLst/>
                  <a:rect l="l" t="t" r="r" b="b"/>
                  <a:pathLst>
                    <a:path w="1937" h="1661" extrusionOk="0">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9412;p58"/>
              <p:cNvGrpSpPr/>
              <p:nvPr/>
            </p:nvGrpSpPr>
            <p:grpSpPr>
              <a:xfrm>
                <a:off x="5540755" y="3544829"/>
                <a:ext cx="37783" cy="32357"/>
                <a:chOff x="5540755" y="3544829"/>
                <a:chExt cx="37783" cy="32357"/>
              </a:xfrm>
            </p:grpSpPr>
            <p:sp>
              <p:nvSpPr>
                <p:cNvPr id="555" name="Google Shape;9413;p58"/>
                <p:cNvSpPr/>
                <p:nvPr/>
              </p:nvSpPr>
              <p:spPr>
                <a:xfrm>
                  <a:off x="5540755" y="3544829"/>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9414;p58"/>
                <p:cNvSpPr/>
                <p:nvPr/>
              </p:nvSpPr>
              <p:spPr>
                <a:xfrm>
                  <a:off x="5553693" y="3554534"/>
                  <a:ext cx="15235" cy="13040"/>
                </a:xfrm>
                <a:custGeom>
                  <a:avLst/>
                  <a:gdLst/>
                  <a:ahLst/>
                  <a:cxnLst/>
                  <a:rect l="l" t="t" r="r" b="b"/>
                  <a:pathLst>
                    <a:path w="1937" h="1658" extrusionOk="0">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9415;p58"/>
              <p:cNvGrpSpPr/>
              <p:nvPr/>
            </p:nvGrpSpPr>
            <p:grpSpPr>
              <a:xfrm>
                <a:off x="5579293" y="3412107"/>
                <a:ext cx="37776" cy="32357"/>
                <a:chOff x="5579293" y="3412107"/>
                <a:chExt cx="37776" cy="32357"/>
              </a:xfrm>
            </p:grpSpPr>
            <p:sp>
              <p:nvSpPr>
                <p:cNvPr id="553" name="Google Shape;9416;p58"/>
                <p:cNvSpPr/>
                <p:nvPr/>
              </p:nvSpPr>
              <p:spPr>
                <a:xfrm>
                  <a:off x="5579293" y="3412107"/>
                  <a:ext cx="37776" cy="32357"/>
                </a:xfrm>
                <a:custGeom>
                  <a:avLst/>
                  <a:gdLst/>
                  <a:ahLst/>
                  <a:cxnLst/>
                  <a:rect l="l" t="t" r="r" b="b"/>
                  <a:pathLst>
                    <a:path w="4803" h="4114" extrusionOk="0">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9417;p58"/>
                <p:cNvSpPr/>
                <p:nvPr/>
              </p:nvSpPr>
              <p:spPr>
                <a:xfrm>
                  <a:off x="5594418" y="3421812"/>
                  <a:ext cx="13040" cy="13040"/>
                </a:xfrm>
                <a:custGeom>
                  <a:avLst/>
                  <a:gdLst/>
                  <a:ahLst/>
                  <a:cxnLst/>
                  <a:rect l="l" t="t" r="r" b="b"/>
                  <a:pathLst>
                    <a:path w="1658" h="1658" extrusionOk="0">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9418;p58"/>
              <p:cNvGrpSpPr/>
              <p:nvPr/>
            </p:nvGrpSpPr>
            <p:grpSpPr>
              <a:xfrm>
                <a:off x="5801346" y="3284615"/>
                <a:ext cx="37783" cy="32357"/>
                <a:chOff x="5801346" y="3284615"/>
                <a:chExt cx="37783" cy="32357"/>
              </a:xfrm>
            </p:grpSpPr>
            <p:sp>
              <p:nvSpPr>
                <p:cNvPr id="551" name="Google Shape;9419;p58"/>
                <p:cNvSpPr/>
                <p:nvPr/>
              </p:nvSpPr>
              <p:spPr>
                <a:xfrm>
                  <a:off x="5801346" y="3284615"/>
                  <a:ext cx="37783" cy="32357"/>
                </a:xfrm>
                <a:custGeom>
                  <a:avLst/>
                  <a:gdLst/>
                  <a:ahLst/>
                  <a:cxnLst/>
                  <a:rect l="l" t="t" r="r" b="b"/>
                  <a:pathLst>
                    <a:path w="4804" h="4114" extrusionOk="0">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9420;p58"/>
                <p:cNvSpPr/>
                <p:nvPr/>
              </p:nvSpPr>
              <p:spPr>
                <a:xfrm>
                  <a:off x="5816478" y="3294320"/>
                  <a:ext cx="13040" cy="13048"/>
                </a:xfrm>
                <a:custGeom>
                  <a:avLst/>
                  <a:gdLst/>
                  <a:ahLst/>
                  <a:cxnLst/>
                  <a:rect l="l" t="t" r="r" b="b"/>
                  <a:pathLst>
                    <a:path w="1658" h="1659" extrusionOk="0">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9421;p58"/>
              <p:cNvGrpSpPr/>
              <p:nvPr/>
            </p:nvGrpSpPr>
            <p:grpSpPr>
              <a:xfrm>
                <a:off x="5763578" y="3399067"/>
                <a:ext cx="37776" cy="32364"/>
                <a:chOff x="5763578" y="3399067"/>
                <a:chExt cx="37776" cy="32364"/>
              </a:xfrm>
            </p:grpSpPr>
            <p:sp>
              <p:nvSpPr>
                <p:cNvPr id="549" name="Google Shape;9422;p58"/>
                <p:cNvSpPr/>
                <p:nvPr/>
              </p:nvSpPr>
              <p:spPr>
                <a:xfrm>
                  <a:off x="5763578" y="3399067"/>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9423;p58"/>
                <p:cNvSpPr/>
                <p:nvPr/>
              </p:nvSpPr>
              <p:spPr>
                <a:xfrm>
                  <a:off x="5776516" y="3408780"/>
                  <a:ext cx="15235" cy="13040"/>
                </a:xfrm>
                <a:custGeom>
                  <a:avLst/>
                  <a:gdLst/>
                  <a:ahLst/>
                  <a:cxnLst/>
                  <a:rect l="l" t="t" r="r" b="b"/>
                  <a:pathLst>
                    <a:path w="1937" h="1658" extrusionOk="0">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9424;p58"/>
              <p:cNvGrpSpPr/>
              <p:nvPr/>
            </p:nvGrpSpPr>
            <p:grpSpPr>
              <a:xfrm>
                <a:off x="5395858" y="3230952"/>
                <a:ext cx="37776" cy="32364"/>
                <a:chOff x="5395858" y="3230952"/>
                <a:chExt cx="37776" cy="32364"/>
              </a:xfrm>
            </p:grpSpPr>
            <p:sp>
              <p:nvSpPr>
                <p:cNvPr id="547" name="Google Shape;9425;p58"/>
                <p:cNvSpPr/>
                <p:nvPr/>
              </p:nvSpPr>
              <p:spPr>
                <a:xfrm>
                  <a:off x="5395858" y="3230952"/>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9426;p58"/>
                <p:cNvSpPr/>
                <p:nvPr/>
              </p:nvSpPr>
              <p:spPr>
                <a:xfrm>
                  <a:off x="5408702" y="3240571"/>
                  <a:ext cx="15227" cy="13064"/>
                </a:xfrm>
                <a:custGeom>
                  <a:avLst/>
                  <a:gdLst/>
                  <a:ahLst/>
                  <a:cxnLst/>
                  <a:rect l="l" t="t" r="r" b="b"/>
                  <a:pathLst>
                    <a:path w="1936" h="1661" extrusionOk="0">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9427;p58"/>
              <p:cNvGrpSpPr/>
              <p:nvPr/>
            </p:nvGrpSpPr>
            <p:grpSpPr>
              <a:xfrm>
                <a:off x="5264088" y="3188237"/>
                <a:ext cx="37776" cy="32357"/>
                <a:chOff x="5264088" y="3188237"/>
                <a:chExt cx="37776" cy="32357"/>
              </a:xfrm>
            </p:grpSpPr>
            <p:sp>
              <p:nvSpPr>
                <p:cNvPr id="545" name="Google Shape;9428;p58"/>
                <p:cNvSpPr/>
                <p:nvPr/>
              </p:nvSpPr>
              <p:spPr>
                <a:xfrm>
                  <a:off x="5264088" y="3188237"/>
                  <a:ext cx="37776" cy="32357"/>
                </a:xfrm>
                <a:custGeom>
                  <a:avLst/>
                  <a:gdLst/>
                  <a:ahLst/>
                  <a:cxnLst/>
                  <a:rect l="l" t="t" r="r" b="b"/>
                  <a:pathLst>
                    <a:path w="4803" h="4114" extrusionOk="0">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9429;p58"/>
                <p:cNvSpPr/>
                <p:nvPr/>
              </p:nvSpPr>
              <p:spPr>
                <a:xfrm>
                  <a:off x="5279212" y="3197943"/>
                  <a:ext cx="13048" cy="13048"/>
                </a:xfrm>
                <a:custGeom>
                  <a:avLst/>
                  <a:gdLst/>
                  <a:ahLst/>
                  <a:cxnLst/>
                  <a:rect l="l" t="t" r="r" b="b"/>
                  <a:pathLst>
                    <a:path w="1659" h="1659" extrusionOk="0">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9430;p58"/>
              <p:cNvGrpSpPr/>
              <p:nvPr/>
            </p:nvGrpSpPr>
            <p:grpSpPr>
              <a:xfrm>
                <a:off x="5585758" y="3237425"/>
                <a:ext cx="37878" cy="32357"/>
                <a:chOff x="5585758" y="3237425"/>
                <a:chExt cx="37878" cy="32357"/>
              </a:xfrm>
            </p:grpSpPr>
            <p:sp>
              <p:nvSpPr>
                <p:cNvPr id="543" name="Google Shape;9431;p58"/>
                <p:cNvSpPr/>
                <p:nvPr/>
              </p:nvSpPr>
              <p:spPr>
                <a:xfrm>
                  <a:off x="5585758" y="3237425"/>
                  <a:ext cx="37878" cy="32357"/>
                </a:xfrm>
                <a:custGeom>
                  <a:avLst/>
                  <a:gdLst/>
                  <a:ahLst/>
                  <a:cxnLst/>
                  <a:rect l="l" t="t" r="r" b="b"/>
                  <a:pathLst>
                    <a:path w="4816" h="4114" extrusionOk="0">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9432;p58"/>
                <p:cNvSpPr/>
                <p:nvPr/>
              </p:nvSpPr>
              <p:spPr>
                <a:xfrm>
                  <a:off x="5598696" y="3247130"/>
                  <a:ext cx="15235" cy="13048"/>
                </a:xfrm>
                <a:custGeom>
                  <a:avLst/>
                  <a:gdLst/>
                  <a:ahLst/>
                  <a:cxnLst/>
                  <a:rect l="l" t="t" r="r" b="b"/>
                  <a:pathLst>
                    <a:path w="1937" h="1659" extrusionOk="0">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9433;p58"/>
              <p:cNvGrpSpPr/>
              <p:nvPr/>
            </p:nvGrpSpPr>
            <p:grpSpPr>
              <a:xfrm>
                <a:off x="4874196" y="3291088"/>
                <a:ext cx="37878" cy="32451"/>
                <a:chOff x="4874196" y="3291088"/>
                <a:chExt cx="37878" cy="32451"/>
              </a:xfrm>
            </p:grpSpPr>
            <p:sp>
              <p:nvSpPr>
                <p:cNvPr id="541" name="Google Shape;9434;p58"/>
                <p:cNvSpPr/>
                <p:nvPr/>
              </p:nvSpPr>
              <p:spPr>
                <a:xfrm>
                  <a:off x="4874196"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9435;p58"/>
                <p:cNvSpPr/>
                <p:nvPr/>
              </p:nvSpPr>
              <p:spPr>
                <a:xfrm>
                  <a:off x="4889328" y="3300793"/>
                  <a:ext cx="13040" cy="13040"/>
                </a:xfrm>
                <a:custGeom>
                  <a:avLst/>
                  <a:gdLst/>
                  <a:ahLst/>
                  <a:cxnLst/>
                  <a:rect l="l" t="t" r="r" b="b"/>
                  <a:pathLst>
                    <a:path w="1658" h="1658" extrusionOk="0">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9436;p58"/>
              <p:cNvGrpSpPr/>
              <p:nvPr/>
            </p:nvGrpSpPr>
            <p:grpSpPr>
              <a:xfrm>
                <a:off x="5197770" y="3785466"/>
                <a:ext cx="37783" cy="32427"/>
                <a:chOff x="5197770" y="3785466"/>
                <a:chExt cx="37783" cy="32427"/>
              </a:xfrm>
            </p:grpSpPr>
            <p:sp>
              <p:nvSpPr>
                <p:cNvPr id="539" name="Google Shape;9437;p58"/>
                <p:cNvSpPr/>
                <p:nvPr/>
              </p:nvSpPr>
              <p:spPr>
                <a:xfrm>
                  <a:off x="5197770" y="3785466"/>
                  <a:ext cx="37783" cy="32427"/>
                </a:xfrm>
                <a:custGeom>
                  <a:avLst/>
                  <a:gdLst/>
                  <a:ahLst/>
                  <a:cxnLst/>
                  <a:rect l="l" t="t" r="r" b="b"/>
                  <a:pathLst>
                    <a:path w="4804" h="4123" extrusionOk="0">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9438;p58"/>
                <p:cNvSpPr/>
                <p:nvPr/>
              </p:nvSpPr>
              <p:spPr>
                <a:xfrm>
                  <a:off x="5212808" y="3795148"/>
                  <a:ext cx="13040" cy="13040"/>
                </a:xfrm>
                <a:custGeom>
                  <a:avLst/>
                  <a:gdLst/>
                  <a:ahLst/>
                  <a:cxnLst/>
                  <a:rect l="l" t="t" r="r" b="b"/>
                  <a:pathLst>
                    <a:path w="1658" h="1658" extrusionOk="0">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 name="Google Shape;9439;p58"/>
              <p:cNvGrpSpPr/>
              <p:nvPr/>
            </p:nvGrpSpPr>
            <p:grpSpPr>
              <a:xfrm>
                <a:off x="5177699" y="3492117"/>
                <a:ext cx="37776" cy="32357"/>
                <a:chOff x="5177699" y="3492117"/>
                <a:chExt cx="37776" cy="32357"/>
              </a:xfrm>
            </p:grpSpPr>
            <p:sp>
              <p:nvSpPr>
                <p:cNvPr id="537" name="Google Shape;9440;p58"/>
                <p:cNvSpPr/>
                <p:nvPr/>
              </p:nvSpPr>
              <p:spPr>
                <a:xfrm>
                  <a:off x="5177699" y="3492117"/>
                  <a:ext cx="37776" cy="32357"/>
                </a:xfrm>
                <a:custGeom>
                  <a:avLst/>
                  <a:gdLst/>
                  <a:ahLst/>
                  <a:cxnLst/>
                  <a:rect l="l" t="t" r="r" b="b"/>
                  <a:pathLst>
                    <a:path w="4803" h="4114" extrusionOk="0">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9441;p58"/>
                <p:cNvSpPr/>
                <p:nvPr/>
              </p:nvSpPr>
              <p:spPr>
                <a:xfrm>
                  <a:off x="5192823" y="3501823"/>
                  <a:ext cx="13048" cy="13048"/>
                </a:xfrm>
                <a:custGeom>
                  <a:avLst/>
                  <a:gdLst/>
                  <a:ahLst/>
                  <a:cxnLst/>
                  <a:rect l="l" t="t" r="r" b="b"/>
                  <a:pathLst>
                    <a:path w="1659" h="1659" extrusionOk="0">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 name="Google Shape;9442;p58"/>
              <p:cNvGrpSpPr/>
              <p:nvPr/>
            </p:nvGrpSpPr>
            <p:grpSpPr>
              <a:xfrm>
                <a:off x="5349431" y="3622346"/>
                <a:ext cx="37870" cy="32380"/>
                <a:chOff x="5349431" y="3622346"/>
                <a:chExt cx="37870" cy="32380"/>
              </a:xfrm>
            </p:grpSpPr>
            <p:sp>
              <p:nvSpPr>
                <p:cNvPr id="535" name="Google Shape;9443;p58"/>
                <p:cNvSpPr/>
                <p:nvPr/>
              </p:nvSpPr>
              <p:spPr>
                <a:xfrm>
                  <a:off x="5349431" y="3622346"/>
                  <a:ext cx="37870" cy="32380"/>
                </a:xfrm>
                <a:custGeom>
                  <a:avLst/>
                  <a:gdLst/>
                  <a:ahLst/>
                  <a:cxnLst/>
                  <a:rect l="l" t="t" r="r" b="b"/>
                  <a:pathLst>
                    <a:path w="4815" h="4117" extrusionOk="0">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9444;p58"/>
                <p:cNvSpPr/>
                <p:nvPr/>
              </p:nvSpPr>
              <p:spPr>
                <a:xfrm>
                  <a:off x="5362369" y="3632075"/>
                  <a:ext cx="15227" cy="13040"/>
                </a:xfrm>
                <a:custGeom>
                  <a:avLst/>
                  <a:gdLst/>
                  <a:ahLst/>
                  <a:cxnLst/>
                  <a:rect l="l" t="t" r="r" b="b"/>
                  <a:pathLst>
                    <a:path w="1936" h="1658" extrusionOk="0">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9445;p58"/>
              <p:cNvGrpSpPr/>
              <p:nvPr/>
            </p:nvGrpSpPr>
            <p:grpSpPr>
              <a:xfrm>
                <a:off x="5068855" y="3563980"/>
                <a:ext cx="53954" cy="46223"/>
                <a:chOff x="5068855" y="3563980"/>
                <a:chExt cx="53954" cy="46223"/>
              </a:xfrm>
            </p:grpSpPr>
            <p:sp>
              <p:nvSpPr>
                <p:cNvPr id="533" name="Google Shape;9446;p58"/>
                <p:cNvSpPr/>
                <p:nvPr/>
              </p:nvSpPr>
              <p:spPr>
                <a:xfrm>
                  <a:off x="5068855" y="3563980"/>
                  <a:ext cx="53954" cy="46223"/>
                </a:xfrm>
                <a:custGeom>
                  <a:avLst/>
                  <a:gdLst/>
                  <a:ahLst/>
                  <a:cxnLst/>
                  <a:rect l="l" t="t" r="r" b="b"/>
                  <a:pathLst>
                    <a:path w="6860" h="5877" extrusionOk="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9447;p58"/>
                <p:cNvSpPr/>
                <p:nvPr/>
              </p:nvSpPr>
              <p:spPr>
                <a:xfrm>
                  <a:off x="5086268" y="3573654"/>
                  <a:ext cx="26835" cy="26843"/>
                </a:xfrm>
                <a:custGeom>
                  <a:avLst/>
                  <a:gdLst/>
                  <a:ahLst/>
                  <a:cxnLst/>
                  <a:rect l="l" t="t" r="r" b="b"/>
                  <a:pathLst>
                    <a:path w="3412" h="3413" extrusionOk="0">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9448;p58"/>
              <p:cNvGrpSpPr/>
              <p:nvPr/>
            </p:nvGrpSpPr>
            <p:grpSpPr>
              <a:xfrm>
                <a:off x="5037654" y="3392507"/>
                <a:ext cx="37870" cy="32451"/>
                <a:chOff x="5037654" y="3392507"/>
                <a:chExt cx="37870" cy="32451"/>
              </a:xfrm>
            </p:grpSpPr>
            <p:sp>
              <p:nvSpPr>
                <p:cNvPr id="531" name="Google Shape;9449;p58"/>
                <p:cNvSpPr/>
                <p:nvPr/>
              </p:nvSpPr>
              <p:spPr>
                <a:xfrm>
                  <a:off x="5037654" y="3392507"/>
                  <a:ext cx="37870" cy="32451"/>
                </a:xfrm>
                <a:custGeom>
                  <a:avLst/>
                  <a:gdLst/>
                  <a:ahLst/>
                  <a:cxnLst/>
                  <a:rect l="l" t="t" r="r" b="b"/>
                  <a:pathLst>
                    <a:path w="4815" h="4126" extrusionOk="0">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9450;p58"/>
                <p:cNvSpPr/>
                <p:nvPr/>
              </p:nvSpPr>
              <p:spPr>
                <a:xfrm>
                  <a:off x="5050592" y="3402213"/>
                  <a:ext cx="15227" cy="13064"/>
                </a:xfrm>
                <a:custGeom>
                  <a:avLst/>
                  <a:gdLst/>
                  <a:ahLst/>
                  <a:cxnLst/>
                  <a:rect l="l" t="t" r="r" b="b"/>
                  <a:pathLst>
                    <a:path w="1936" h="1661" extrusionOk="0">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9451;p58"/>
              <p:cNvGrpSpPr/>
              <p:nvPr/>
            </p:nvGrpSpPr>
            <p:grpSpPr>
              <a:xfrm>
                <a:off x="5456560" y="3368629"/>
                <a:ext cx="37870" cy="32451"/>
                <a:chOff x="5456560" y="3368629"/>
                <a:chExt cx="37870" cy="32451"/>
              </a:xfrm>
            </p:grpSpPr>
            <p:sp>
              <p:nvSpPr>
                <p:cNvPr id="529" name="Google Shape;9452;p58"/>
                <p:cNvSpPr/>
                <p:nvPr/>
              </p:nvSpPr>
              <p:spPr>
                <a:xfrm>
                  <a:off x="5456560" y="3368629"/>
                  <a:ext cx="37870" cy="32451"/>
                </a:xfrm>
                <a:custGeom>
                  <a:avLst/>
                  <a:gdLst/>
                  <a:ahLst/>
                  <a:cxnLst/>
                  <a:rect l="l" t="t" r="r" b="b"/>
                  <a:pathLst>
                    <a:path w="4815" h="4126" extrusionOk="0">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9453;p58"/>
                <p:cNvSpPr/>
                <p:nvPr/>
              </p:nvSpPr>
              <p:spPr>
                <a:xfrm>
                  <a:off x="5469498" y="3378334"/>
                  <a:ext cx="15227" cy="13064"/>
                </a:xfrm>
                <a:custGeom>
                  <a:avLst/>
                  <a:gdLst/>
                  <a:ahLst/>
                  <a:cxnLst/>
                  <a:rect l="l" t="t" r="r" b="b"/>
                  <a:pathLst>
                    <a:path w="1936" h="1661" extrusionOk="0">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 name="Google Shape;9454;p58"/>
              <p:cNvGrpSpPr/>
              <p:nvPr/>
            </p:nvGrpSpPr>
            <p:grpSpPr>
              <a:xfrm>
                <a:off x="4755749" y="3501516"/>
                <a:ext cx="46246" cy="39608"/>
                <a:chOff x="4755749" y="3501516"/>
                <a:chExt cx="46246" cy="39608"/>
              </a:xfrm>
            </p:grpSpPr>
            <p:sp>
              <p:nvSpPr>
                <p:cNvPr id="527" name="Google Shape;9455;p58"/>
                <p:cNvSpPr/>
                <p:nvPr/>
              </p:nvSpPr>
              <p:spPr>
                <a:xfrm>
                  <a:off x="4755749" y="3501516"/>
                  <a:ext cx="46246" cy="39608"/>
                </a:xfrm>
                <a:custGeom>
                  <a:avLst/>
                  <a:gdLst/>
                  <a:ahLst/>
                  <a:cxnLst/>
                  <a:rect l="l" t="t" r="r" b="b"/>
                  <a:pathLst>
                    <a:path w="5880" h="5036" extrusionOk="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9456;p58"/>
                <p:cNvSpPr/>
                <p:nvPr/>
              </p:nvSpPr>
              <p:spPr>
                <a:xfrm>
                  <a:off x="4768687" y="3511245"/>
                  <a:ext cx="23697" cy="20221"/>
                </a:xfrm>
                <a:custGeom>
                  <a:avLst/>
                  <a:gdLst/>
                  <a:ahLst/>
                  <a:cxnLst/>
                  <a:rect l="l" t="t" r="r" b="b"/>
                  <a:pathLst>
                    <a:path w="3013" h="2571" extrusionOk="0">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9457;p58"/>
              <p:cNvGrpSpPr/>
              <p:nvPr/>
            </p:nvGrpSpPr>
            <p:grpSpPr>
              <a:xfrm>
                <a:off x="4681346" y="3485582"/>
                <a:ext cx="37783" cy="32427"/>
                <a:chOff x="4681346" y="3485582"/>
                <a:chExt cx="37783" cy="32427"/>
              </a:xfrm>
            </p:grpSpPr>
            <p:sp>
              <p:nvSpPr>
                <p:cNvPr id="525" name="Google Shape;9458;p58"/>
                <p:cNvSpPr/>
                <p:nvPr/>
              </p:nvSpPr>
              <p:spPr>
                <a:xfrm>
                  <a:off x="4681346" y="3485582"/>
                  <a:ext cx="37783" cy="32427"/>
                </a:xfrm>
                <a:custGeom>
                  <a:avLst/>
                  <a:gdLst/>
                  <a:ahLst/>
                  <a:cxnLst/>
                  <a:rect l="l" t="t" r="r" b="b"/>
                  <a:pathLst>
                    <a:path w="4804" h="4123" extrusionOk="0">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9459;p58"/>
                <p:cNvSpPr/>
                <p:nvPr/>
              </p:nvSpPr>
              <p:spPr>
                <a:xfrm>
                  <a:off x="4696479" y="3495263"/>
                  <a:ext cx="13040" cy="13040"/>
                </a:xfrm>
                <a:custGeom>
                  <a:avLst/>
                  <a:gdLst/>
                  <a:ahLst/>
                  <a:cxnLst/>
                  <a:rect l="l" t="t" r="r" b="b"/>
                  <a:pathLst>
                    <a:path w="1658" h="1658" extrusionOk="0">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 name="Google Shape;9460;p58"/>
              <p:cNvGrpSpPr/>
              <p:nvPr/>
            </p:nvGrpSpPr>
            <p:grpSpPr>
              <a:xfrm>
                <a:off x="4767067" y="3291088"/>
                <a:ext cx="37878" cy="32451"/>
                <a:chOff x="4767067" y="3291088"/>
                <a:chExt cx="37878" cy="32451"/>
              </a:xfrm>
            </p:grpSpPr>
            <p:sp>
              <p:nvSpPr>
                <p:cNvPr id="523" name="Google Shape;9461;p58"/>
                <p:cNvSpPr/>
                <p:nvPr/>
              </p:nvSpPr>
              <p:spPr>
                <a:xfrm>
                  <a:off x="4767067"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9462;p58"/>
                <p:cNvSpPr/>
                <p:nvPr/>
              </p:nvSpPr>
              <p:spPr>
                <a:xfrm>
                  <a:off x="4780036" y="3300888"/>
                  <a:ext cx="15203" cy="13009"/>
                </a:xfrm>
                <a:custGeom>
                  <a:avLst/>
                  <a:gdLst/>
                  <a:ahLst/>
                  <a:cxnLst/>
                  <a:rect l="l" t="t" r="r" b="b"/>
                  <a:pathLst>
                    <a:path w="1933" h="1654" extrusionOk="0">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 name="Google Shape;9463;p58"/>
              <p:cNvGrpSpPr/>
              <p:nvPr/>
            </p:nvGrpSpPr>
            <p:grpSpPr>
              <a:xfrm>
                <a:off x="4687819" y="3405539"/>
                <a:ext cx="37776" cy="32451"/>
                <a:chOff x="4687819" y="3405539"/>
                <a:chExt cx="37776" cy="32451"/>
              </a:xfrm>
            </p:grpSpPr>
            <p:sp>
              <p:nvSpPr>
                <p:cNvPr id="521" name="Google Shape;9464;p58"/>
                <p:cNvSpPr/>
                <p:nvPr/>
              </p:nvSpPr>
              <p:spPr>
                <a:xfrm>
                  <a:off x="4687819" y="3405539"/>
                  <a:ext cx="37776" cy="32451"/>
                </a:xfrm>
                <a:custGeom>
                  <a:avLst/>
                  <a:gdLst/>
                  <a:ahLst/>
                  <a:cxnLst/>
                  <a:rect l="l" t="t" r="r" b="b"/>
                  <a:pathLst>
                    <a:path w="4803" h="4126" extrusionOk="0">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9465;p58"/>
                <p:cNvSpPr/>
                <p:nvPr/>
              </p:nvSpPr>
              <p:spPr>
                <a:xfrm>
                  <a:off x="4702944" y="3415245"/>
                  <a:ext cx="13040" cy="13048"/>
                </a:xfrm>
                <a:custGeom>
                  <a:avLst/>
                  <a:gdLst/>
                  <a:ahLst/>
                  <a:cxnLst/>
                  <a:rect l="l" t="t" r="r" b="b"/>
                  <a:pathLst>
                    <a:path w="1658" h="1659" extrusionOk="0">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 name="Google Shape;9466;p58"/>
              <p:cNvGrpSpPr/>
              <p:nvPr/>
            </p:nvGrpSpPr>
            <p:grpSpPr>
              <a:xfrm>
                <a:off x="4923101" y="3444809"/>
                <a:ext cx="52813" cy="45318"/>
                <a:chOff x="4923101" y="3444809"/>
                <a:chExt cx="52813" cy="45318"/>
              </a:xfrm>
            </p:grpSpPr>
            <p:sp>
              <p:nvSpPr>
                <p:cNvPr id="519" name="Google Shape;9467;p58"/>
                <p:cNvSpPr/>
                <p:nvPr/>
              </p:nvSpPr>
              <p:spPr>
                <a:xfrm>
                  <a:off x="4923101" y="3444809"/>
                  <a:ext cx="52813" cy="45318"/>
                </a:xfrm>
                <a:custGeom>
                  <a:avLst/>
                  <a:gdLst/>
                  <a:ahLst/>
                  <a:cxnLst/>
                  <a:rect l="l" t="t" r="r" b="b"/>
                  <a:pathLst>
                    <a:path w="6715" h="5762" extrusionOk="0">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9468;p58"/>
                <p:cNvSpPr/>
                <p:nvPr/>
              </p:nvSpPr>
              <p:spPr>
                <a:xfrm>
                  <a:off x="4936039" y="3454538"/>
                  <a:ext cx="30265" cy="25915"/>
                </a:xfrm>
                <a:custGeom>
                  <a:avLst/>
                  <a:gdLst/>
                  <a:ahLst/>
                  <a:cxnLst/>
                  <a:rect l="l" t="t" r="r" b="b"/>
                  <a:pathLst>
                    <a:path w="3848" h="3295" extrusionOk="0">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9469;p58"/>
              <p:cNvGrpSpPr/>
              <p:nvPr/>
            </p:nvGrpSpPr>
            <p:grpSpPr>
              <a:xfrm>
                <a:off x="4846040" y="3654750"/>
                <a:ext cx="31405" cy="26993"/>
                <a:chOff x="4846040" y="3654750"/>
                <a:chExt cx="31405" cy="26993"/>
              </a:xfrm>
            </p:grpSpPr>
            <p:sp>
              <p:nvSpPr>
                <p:cNvPr id="517" name="Google Shape;9470;p58"/>
                <p:cNvSpPr/>
                <p:nvPr/>
              </p:nvSpPr>
              <p:spPr>
                <a:xfrm>
                  <a:off x="4846040" y="3654750"/>
                  <a:ext cx="31405" cy="26993"/>
                </a:xfrm>
                <a:custGeom>
                  <a:avLst/>
                  <a:gdLst/>
                  <a:ahLst/>
                  <a:cxnLst/>
                  <a:rect l="l" t="t" r="r" b="b"/>
                  <a:pathLst>
                    <a:path w="3993" h="3432" extrusionOk="0">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9471;p58"/>
                <p:cNvSpPr/>
                <p:nvPr/>
              </p:nvSpPr>
              <p:spPr>
                <a:xfrm>
                  <a:off x="4858883" y="3664424"/>
                  <a:ext cx="8856" cy="7676"/>
                </a:xfrm>
                <a:custGeom>
                  <a:avLst/>
                  <a:gdLst/>
                  <a:ahLst/>
                  <a:cxnLst/>
                  <a:rect l="l" t="t" r="r" b="b"/>
                  <a:pathLst>
                    <a:path w="1126" h="976" extrusionOk="0">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9472;p58"/>
              <p:cNvGrpSpPr/>
              <p:nvPr/>
            </p:nvGrpSpPr>
            <p:grpSpPr>
              <a:xfrm>
                <a:off x="4925673" y="3691700"/>
                <a:ext cx="40253" cy="34472"/>
                <a:chOff x="4925673" y="3691700"/>
                <a:chExt cx="40253" cy="34472"/>
              </a:xfrm>
            </p:grpSpPr>
            <p:sp>
              <p:nvSpPr>
                <p:cNvPr id="515" name="Google Shape;9473;p58"/>
                <p:cNvSpPr/>
                <p:nvPr/>
              </p:nvSpPr>
              <p:spPr>
                <a:xfrm>
                  <a:off x="4925673" y="3691700"/>
                  <a:ext cx="40253" cy="34472"/>
                </a:xfrm>
                <a:custGeom>
                  <a:avLst/>
                  <a:gdLst/>
                  <a:ahLst/>
                  <a:cxnLst/>
                  <a:rect l="l" t="t" r="r" b="b"/>
                  <a:pathLst>
                    <a:path w="5118" h="4383" extrusionOk="0">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9474;p58"/>
                <p:cNvSpPr/>
                <p:nvPr/>
              </p:nvSpPr>
              <p:spPr>
                <a:xfrm>
                  <a:off x="4938516" y="3701334"/>
                  <a:ext cx="17704" cy="15187"/>
                </a:xfrm>
                <a:custGeom>
                  <a:avLst/>
                  <a:gdLst/>
                  <a:ahLst/>
                  <a:cxnLst/>
                  <a:rect l="l" t="t" r="r" b="b"/>
                  <a:pathLst>
                    <a:path w="2251" h="1931" extrusionOk="0">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9475;p58"/>
              <p:cNvGrpSpPr/>
              <p:nvPr/>
            </p:nvGrpSpPr>
            <p:grpSpPr>
              <a:xfrm>
                <a:off x="4894653" y="3740848"/>
                <a:ext cx="31405" cy="26906"/>
                <a:chOff x="4894653" y="3740848"/>
                <a:chExt cx="31405" cy="26906"/>
              </a:xfrm>
            </p:grpSpPr>
            <p:sp>
              <p:nvSpPr>
                <p:cNvPr id="513" name="Google Shape;9476;p58"/>
                <p:cNvSpPr/>
                <p:nvPr/>
              </p:nvSpPr>
              <p:spPr>
                <a:xfrm>
                  <a:off x="4894653" y="3740848"/>
                  <a:ext cx="31405" cy="26906"/>
                </a:xfrm>
                <a:custGeom>
                  <a:avLst/>
                  <a:gdLst/>
                  <a:ahLst/>
                  <a:cxnLst/>
                  <a:rect l="l" t="t" r="r" b="b"/>
                  <a:pathLst>
                    <a:path w="3993" h="3421" extrusionOk="0">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9477;p58"/>
                <p:cNvSpPr/>
                <p:nvPr/>
              </p:nvSpPr>
              <p:spPr>
                <a:xfrm>
                  <a:off x="4907497" y="3750522"/>
                  <a:ext cx="8950" cy="7605"/>
                </a:xfrm>
                <a:custGeom>
                  <a:avLst/>
                  <a:gdLst/>
                  <a:ahLst/>
                  <a:cxnLst/>
                  <a:rect l="l" t="t" r="r" b="b"/>
                  <a:pathLst>
                    <a:path w="1138" h="967" extrusionOk="0">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 name="Google Shape;9478;p58"/>
              <p:cNvGrpSpPr/>
              <p:nvPr/>
            </p:nvGrpSpPr>
            <p:grpSpPr>
              <a:xfrm>
                <a:off x="4962300" y="3696348"/>
                <a:ext cx="38255" cy="32773"/>
                <a:chOff x="4962300" y="3696348"/>
                <a:chExt cx="38255" cy="32773"/>
              </a:xfrm>
            </p:grpSpPr>
            <p:sp>
              <p:nvSpPr>
                <p:cNvPr id="511" name="Google Shape;9479;p58"/>
                <p:cNvSpPr/>
                <p:nvPr/>
              </p:nvSpPr>
              <p:spPr>
                <a:xfrm>
                  <a:off x="4962300" y="3696348"/>
                  <a:ext cx="38255" cy="32773"/>
                </a:xfrm>
                <a:custGeom>
                  <a:avLst/>
                  <a:gdLst/>
                  <a:ahLst/>
                  <a:cxnLst/>
                  <a:rect l="l" t="t" r="r" b="b"/>
                  <a:pathLst>
                    <a:path w="4864" h="4167" extrusionOk="0">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9480;p58"/>
                <p:cNvSpPr/>
                <p:nvPr/>
              </p:nvSpPr>
              <p:spPr>
                <a:xfrm>
                  <a:off x="4975238" y="3706093"/>
                  <a:ext cx="15612" cy="13386"/>
                </a:xfrm>
                <a:custGeom>
                  <a:avLst/>
                  <a:gdLst/>
                  <a:ahLst/>
                  <a:cxnLst/>
                  <a:rect l="l" t="t" r="r" b="b"/>
                  <a:pathLst>
                    <a:path w="1985" h="1702" extrusionOk="0">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6" name="Google Shape;9481;p58"/>
              <p:cNvGrpSpPr/>
              <p:nvPr/>
            </p:nvGrpSpPr>
            <p:grpSpPr>
              <a:xfrm>
                <a:off x="4980185" y="3743349"/>
                <a:ext cx="31499" cy="26969"/>
                <a:chOff x="4980185" y="3743349"/>
                <a:chExt cx="31499" cy="26969"/>
              </a:xfrm>
            </p:grpSpPr>
            <p:sp>
              <p:nvSpPr>
                <p:cNvPr id="509" name="Google Shape;9482;p58"/>
                <p:cNvSpPr/>
                <p:nvPr/>
              </p:nvSpPr>
              <p:spPr>
                <a:xfrm>
                  <a:off x="4980185" y="3743349"/>
                  <a:ext cx="31499" cy="26969"/>
                </a:xfrm>
                <a:custGeom>
                  <a:avLst/>
                  <a:gdLst/>
                  <a:ahLst/>
                  <a:cxnLst/>
                  <a:rect l="l" t="t" r="r" b="b"/>
                  <a:pathLst>
                    <a:path w="4005" h="3429" extrusionOk="0">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9483;p58"/>
                <p:cNvSpPr/>
                <p:nvPr/>
              </p:nvSpPr>
              <p:spPr>
                <a:xfrm>
                  <a:off x="4993123" y="3753094"/>
                  <a:ext cx="8856" cy="7605"/>
                </a:xfrm>
                <a:custGeom>
                  <a:avLst/>
                  <a:gdLst/>
                  <a:ahLst/>
                  <a:cxnLst/>
                  <a:rect l="l" t="t" r="r" b="b"/>
                  <a:pathLst>
                    <a:path w="1126" h="967" extrusionOk="0">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 name="Google Shape;9484;p58"/>
              <p:cNvGrpSpPr/>
              <p:nvPr/>
            </p:nvGrpSpPr>
            <p:grpSpPr>
              <a:xfrm>
                <a:off x="5013768" y="3734312"/>
                <a:ext cx="31499" cy="26969"/>
                <a:chOff x="5013768" y="3734312"/>
                <a:chExt cx="31499" cy="26969"/>
              </a:xfrm>
            </p:grpSpPr>
            <p:sp>
              <p:nvSpPr>
                <p:cNvPr id="507" name="Google Shape;9485;p58"/>
                <p:cNvSpPr/>
                <p:nvPr/>
              </p:nvSpPr>
              <p:spPr>
                <a:xfrm>
                  <a:off x="5013768" y="3734312"/>
                  <a:ext cx="31499" cy="26969"/>
                </a:xfrm>
                <a:custGeom>
                  <a:avLst/>
                  <a:gdLst/>
                  <a:ahLst/>
                  <a:cxnLst/>
                  <a:rect l="l" t="t" r="r" b="b"/>
                  <a:pathLst>
                    <a:path w="4005" h="3429" extrusionOk="0">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9486;p58"/>
                <p:cNvSpPr/>
                <p:nvPr/>
              </p:nvSpPr>
              <p:spPr>
                <a:xfrm>
                  <a:off x="5028043" y="3743963"/>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 name="Google Shape;9487;p58"/>
              <p:cNvGrpSpPr/>
              <p:nvPr/>
            </p:nvGrpSpPr>
            <p:grpSpPr>
              <a:xfrm>
                <a:off x="5036703" y="3764545"/>
                <a:ext cx="31499" cy="26898"/>
                <a:chOff x="5036703" y="3764545"/>
                <a:chExt cx="31499" cy="26898"/>
              </a:xfrm>
            </p:grpSpPr>
            <p:sp>
              <p:nvSpPr>
                <p:cNvPr id="505" name="Google Shape;9488;p58"/>
                <p:cNvSpPr/>
                <p:nvPr/>
              </p:nvSpPr>
              <p:spPr>
                <a:xfrm>
                  <a:off x="5036703" y="3764545"/>
                  <a:ext cx="31499" cy="26898"/>
                </a:xfrm>
                <a:custGeom>
                  <a:avLst/>
                  <a:gdLst/>
                  <a:ahLst/>
                  <a:cxnLst/>
                  <a:rect l="l" t="t" r="r" b="b"/>
                  <a:pathLst>
                    <a:path w="4005" h="3420" extrusionOk="0">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9489;p58"/>
                <p:cNvSpPr/>
                <p:nvPr/>
              </p:nvSpPr>
              <p:spPr>
                <a:xfrm>
                  <a:off x="5049641" y="3774211"/>
                  <a:ext cx="8856" cy="7605"/>
                </a:xfrm>
                <a:custGeom>
                  <a:avLst/>
                  <a:gdLst/>
                  <a:ahLst/>
                  <a:cxnLst/>
                  <a:rect l="l" t="t" r="r" b="b"/>
                  <a:pathLst>
                    <a:path w="1126" h="967" extrusionOk="0">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9490;p58"/>
              <p:cNvGrpSpPr/>
              <p:nvPr/>
            </p:nvGrpSpPr>
            <p:grpSpPr>
              <a:xfrm>
                <a:off x="4953546" y="3768352"/>
                <a:ext cx="31405" cy="26898"/>
                <a:chOff x="4953546" y="3768352"/>
                <a:chExt cx="31405" cy="26898"/>
              </a:xfrm>
            </p:grpSpPr>
            <p:sp>
              <p:nvSpPr>
                <p:cNvPr id="503" name="Google Shape;9491;p58"/>
                <p:cNvSpPr/>
                <p:nvPr/>
              </p:nvSpPr>
              <p:spPr>
                <a:xfrm>
                  <a:off x="4953546" y="3768352"/>
                  <a:ext cx="31405" cy="26898"/>
                </a:xfrm>
                <a:custGeom>
                  <a:avLst/>
                  <a:gdLst/>
                  <a:ahLst/>
                  <a:cxnLst/>
                  <a:rect l="l" t="t" r="r" b="b"/>
                  <a:pathLst>
                    <a:path w="3993" h="3420" extrusionOk="0">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9492;p58"/>
                <p:cNvSpPr/>
                <p:nvPr/>
              </p:nvSpPr>
              <p:spPr>
                <a:xfrm>
                  <a:off x="4966390" y="3778018"/>
                  <a:ext cx="8950" cy="7684"/>
                </a:xfrm>
                <a:custGeom>
                  <a:avLst/>
                  <a:gdLst/>
                  <a:ahLst/>
                  <a:cxnLst/>
                  <a:rect l="l" t="t" r="r" b="b"/>
                  <a:pathLst>
                    <a:path w="1138" h="977" extrusionOk="0">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9493;p58"/>
              <p:cNvGrpSpPr/>
              <p:nvPr/>
            </p:nvGrpSpPr>
            <p:grpSpPr>
              <a:xfrm>
                <a:off x="4964770" y="3814016"/>
                <a:ext cx="31499" cy="26993"/>
                <a:chOff x="4964770" y="3814016"/>
                <a:chExt cx="31499" cy="26993"/>
              </a:xfrm>
            </p:grpSpPr>
            <p:sp>
              <p:nvSpPr>
                <p:cNvPr id="501" name="Google Shape;9494;p58"/>
                <p:cNvSpPr/>
                <p:nvPr/>
              </p:nvSpPr>
              <p:spPr>
                <a:xfrm>
                  <a:off x="4964770" y="3814016"/>
                  <a:ext cx="31499" cy="26993"/>
                </a:xfrm>
                <a:custGeom>
                  <a:avLst/>
                  <a:gdLst/>
                  <a:ahLst/>
                  <a:cxnLst/>
                  <a:rect l="l" t="t" r="r" b="b"/>
                  <a:pathLst>
                    <a:path w="4005" h="3432" extrusionOk="0">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9495;p58"/>
                <p:cNvSpPr/>
                <p:nvPr/>
              </p:nvSpPr>
              <p:spPr>
                <a:xfrm>
                  <a:off x="4977715" y="3823690"/>
                  <a:ext cx="8856" cy="7676"/>
                </a:xfrm>
                <a:custGeom>
                  <a:avLst/>
                  <a:gdLst/>
                  <a:ahLst/>
                  <a:cxnLst/>
                  <a:rect l="l" t="t" r="r" b="b"/>
                  <a:pathLst>
                    <a:path w="1126" h="976" extrusionOk="0">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9496;p58"/>
              <p:cNvGrpSpPr/>
              <p:nvPr/>
            </p:nvGrpSpPr>
            <p:grpSpPr>
              <a:xfrm>
                <a:off x="4923290" y="3800504"/>
                <a:ext cx="31468" cy="26898"/>
                <a:chOff x="4923290" y="3800504"/>
                <a:chExt cx="31468" cy="26898"/>
              </a:xfrm>
            </p:grpSpPr>
            <p:sp>
              <p:nvSpPr>
                <p:cNvPr id="499" name="Google Shape;9497;p58"/>
                <p:cNvSpPr/>
                <p:nvPr/>
              </p:nvSpPr>
              <p:spPr>
                <a:xfrm>
                  <a:off x="4923290" y="3800504"/>
                  <a:ext cx="31468" cy="26898"/>
                </a:xfrm>
                <a:custGeom>
                  <a:avLst/>
                  <a:gdLst/>
                  <a:ahLst/>
                  <a:cxnLst/>
                  <a:rect l="l" t="t" r="r" b="b"/>
                  <a:pathLst>
                    <a:path w="4001" h="3420" extrusionOk="0">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9498;p58"/>
                <p:cNvSpPr/>
                <p:nvPr/>
              </p:nvSpPr>
              <p:spPr>
                <a:xfrm>
                  <a:off x="4937470" y="3810178"/>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9499;p58"/>
              <p:cNvGrpSpPr/>
              <p:nvPr/>
            </p:nvGrpSpPr>
            <p:grpSpPr>
              <a:xfrm>
                <a:off x="5108534" y="3650943"/>
                <a:ext cx="31405" cy="26993"/>
                <a:chOff x="5108534" y="3650943"/>
                <a:chExt cx="31405" cy="26993"/>
              </a:xfrm>
            </p:grpSpPr>
            <p:sp>
              <p:nvSpPr>
                <p:cNvPr id="497" name="Google Shape;9500;p58"/>
                <p:cNvSpPr/>
                <p:nvPr/>
              </p:nvSpPr>
              <p:spPr>
                <a:xfrm>
                  <a:off x="5108534" y="3650943"/>
                  <a:ext cx="31405" cy="26993"/>
                </a:xfrm>
                <a:custGeom>
                  <a:avLst/>
                  <a:gdLst/>
                  <a:ahLst/>
                  <a:cxnLst/>
                  <a:rect l="l" t="t" r="r" b="b"/>
                  <a:pathLst>
                    <a:path w="3993" h="3432" extrusionOk="0">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9501;p58"/>
                <p:cNvSpPr/>
                <p:nvPr/>
              </p:nvSpPr>
              <p:spPr>
                <a:xfrm>
                  <a:off x="5122707" y="3660617"/>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9502;p58"/>
              <p:cNvGrpSpPr/>
              <p:nvPr/>
            </p:nvGrpSpPr>
            <p:grpSpPr>
              <a:xfrm>
                <a:off x="5119380" y="3760739"/>
                <a:ext cx="31499" cy="26993"/>
                <a:chOff x="5119380" y="3760739"/>
                <a:chExt cx="31499" cy="26993"/>
              </a:xfrm>
            </p:grpSpPr>
            <p:sp>
              <p:nvSpPr>
                <p:cNvPr id="495" name="Google Shape;9503;p58"/>
                <p:cNvSpPr/>
                <p:nvPr/>
              </p:nvSpPr>
              <p:spPr>
                <a:xfrm>
                  <a:off x="5119380" y="3760739"/>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9504;p58"/>
                <p:cNvSpPr/>
                <p:nvPr/>
              </p:nvSpPr>
              <p:spPr>
                <a:xfrm>
                  <a:off x="5132318" y="3770405"/>
                  <a:ext cx="8856" cy="7653"/>
                </a:xfrm>
                <a:custGeom>
                  <a:avLst/>
                  <a:gdLst/>
                  <a:ahLst/>
                  <a:cxnLst/>
                  <a:rect l="l" t="t" r="r" b="b"/>
                  <a:pathLst>
                    <a:path w="1126" h="973" extrusionOk="0">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 name="Google Shape;9505;p58"/>
              <p:cNvGrpSpPr/>
              <p:nvPr/>
            </p:nvGrpSpPr>
            <p:grpSpPr>
              <a:xfrm>
                <a:off x="5119380" y="3788235"/>
                <a:ext cx="31499" cy="26993"/>
                <a:chOff x="5119380" y="3788235"/>
                <a:chExt cx="31499" cy="26993"/>
              </a:xfrm>
            </p:grpSpPr>
            <p:sp>
              <p:nvSpPr>
                <p:cNvPr id="493" name="Google Shape;9506;p58"/>
                <p:cNvSpPr/>
                <p:nvPr/>
              </p:nvSpPr>
              <p:spPr>
                <a:xfrm>
                  <a:off x="5119380" y="3788235"/>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9507;p58"/>
                <p:cNvSpPr/>
                <p:nvPr/>
              </p:nvSpPr>
              <p:spPr>
                <a:xfrm>
                  <a:off x="5132318" y="3797901"/>
                  <a:ext cx="8856" cy="7605"/>
                </a:xfrm>
                <a:custGeom>
                  <a:avLst/>
                  <a:gdLst/>
                  <a:ahLst/>
                  <a:cxnLst/>
                  <a:rect l="l" t="t" r="r" b="b"/>
                  <a:pathLst>
                    <a:path w="1126" h="967" extrusionOk="0">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9508;p58"/>
              <p:cNvGrpSpPr/>
              <p:nvPr/>
            </p:nvGrpSpPr>
            <p:grpSpPr>
              <a:xfrm>
                <a:off x="5158005" y="3875284"/>
                <a:ext cx="31405" cy="27001"/>
                <a:chOff x="5158005" y="3875284"/>
                <a:chExt cx="31405" cy="27001"/>
              </a:xfrm>
            </p:grpSpPr>
            <p:sp>
              <p:nvSpPr>
                <p:cNvPr id="491" name="Google Shape;9509;p58"/>
                <p:cNvSpPr/>
                <p:nvPr/>
              </p:nvSpPr>
              <p:spPr>
                <a:xfrm>
                  <a:off x="5158005" y="3875284"/>
                  <a:ext cx="31405" cy="27001"/>
                </a:xfrm>
                <a:custGeom>
                  <a:avLst/>
                  <a:gdLst/>
                  <a:ahLst/>
                  <a:cxnLst/>
                  <a:rect l="l" t="t" r="r" b="b"/>
                  <a:pathLst>
                    <a:path w="3993" h="3433" extrusionOk="0">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9510;p58"/>
                <p:cNvSpPr/>
                <p:nvPr/>
              </p:nvSpPr>
              <p:spPr>
                <a:xfrm>
                  <a:off x="5170848" y="3884958"/>
                  <a:ext cx="8950" cy="7645"/>
                </a:xfrm>
                <a:custGeom>
                  <a:avLst/>
                  <a:gdLst/>
                  <a:ahLst/>
                  <a:cxnLst/>
                  <a:rect l="l" t="t" r="r" b="b"/>
                  <a:pathLst>
                    <a:path w="1138" h="972" extrusionOk="0">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 name="Google Shape;9511;p58"/>
              <p:cNvGrpSpPr/>
              <p:nvPr/>
            </p:nvGrpSpPr>
            <p:grpSpPr>
              <a:xfrm>
                <a:off x="5233163" y="3764545"/>
                <a:ext cx="31499" cy="26898"/>
                <a:chOff x="5233163" y="3764545"/>
                <a:chExt cx="31499" cy="26898"/>
              </a:xfrm>
            </p:grpSpPr>
            <p:sp>
              <p:nvSpPr>
                <p:cNvPr id="489" name="Google Shape;9512;p58"/>
                <p:cNvSpPr/>
                <p:nvPr/>
              </p:nvSpPr>
              <p:spPr>
                <a:xfrm>
                  <a:off x="5233163" y="3764545"/>
                  <a:ext cx="31499" cy="26898"/>
                </a:xfrm>
                <a:custGeom>
                  <a:avLst/>
                  <a:gdLst/>
                  <a:ahLst/>
                  <a:cxnLst/>
                  <a:rect l="l" t="t" r="r" b="b"/>
                  <a:pathLst>
                    <a:path w="4005" h="3420" extrusionOk="0">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9513;p58"/>
                <p:cNvSpPr/>
                <p:nvPr/>
              </p:nvSpPr>
              <p:spPr>
                <a:xfrm>
                  <a:off x="5246108" y="3774211"/>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 name="Google Shape;9514;p58"/>
              <p:cNvGrpSpPr/>
              <p:nvPr/>
            </p:nvGrpSpPr>
            <p:grpSpPr>
              <a:xfrm>
                <a:off x="5276168" y="3805545"/>
                <a:ext cx="31499" cy="26906"/>
                <a:chOff x="5276168" y="3805545"/>
                <a:chExt cx="31499" cy="26906"/>
              </a:xfrm>
            </p:grpSpPr>
            <p:sp>
              <p:nvSpPr>
                <p:cNvPr id="487" name="Google Shape;9515;p58"/>
                <p:cNvSpPr/>
                <p:nvPr/>
              </p:nvSpPr>
              <p:spPr>
                <a:xfrm>
                  <a:off x="5276168" y="3805545"/>
                  <a:ext cx="31499" cy="26906"/>
                </a:xfrm>
                <a:custGeom>
                  <a:avLst/>
                  <a:gdLst/>
                  <a:ahLst/>
                  <a:cxnLst/>
                  <a:rect l="l" t="t" r="r" b="b"/>
                  <a:pathLst>
                    <a:path w="4005" h="3421" extrusionOk="0">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9516;p58"/>
                <p:cNvSpPr/>
                <p:nvPr/>
              </p:nvSpPr>
              <p:spPr>
                <a:xfrm>
                  <a:off x="5289106" y="3815219"/>
                  <a:ext cx="8856" cy="7605"/>
                </a:xfrm>
                <a:custGeom>
                  <a:avLst/>
                  <a:gdLst/>
                  <a:ahLst/>
                  <a:cxnLst/>
                  <a:rect l="l" t="t" r="r" b="b"/>
                  <a:pathLst>
                    <a:path w="1126" h="967" extrusionOk="0">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9517;p58"/>
              <p:cNvGrpSpPr/>
              <p:nvPr/>
            </p:nvGrpSpPr>
            <p:grpSpPr>
              <a:xfrm>
                <a:off x="5294053" y="3851933"/>
                <a:ext cx="31405" cy="26945"/>
                <a:chOff x="5294053" y="3851933"/>
                <a:chExt cx="31405" cy="26945"/>
              </a:xfrm>
            </p:grpSpPr>
            <p:sp>
              <p:nvSpPr>
                <p:cNvPr id="485" name="Google Shape;9518;p58"/>
                <p:cNvSpPr/>
                <p:nvPr/>
              </p:nvSpPr>
              <p:spPr>
                <a:xfrm>
                  <a:off x="5294053" y="3851933"/>
                  <a:ext cx="31405" cy="26945"/>
                </a:xfrm>
                <a:custGeom>
                  <a:avLst/>
                  <a:gdLst/>
                  <a:ahLst/>
                  <a:cxnLst/>
                  <a:rect l="l" t="t" r="r" b="b"/>
                  <a:pathLst>
                    <a:path w="3993" h="3426" extrusionOk="0">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9519;p58"/>
                <p:cNvSpPr/>
                <p:nvPr/>
              </p:nvSpPr>
              <p:spPr>
                <a:xfrm>
                  <a:off x="5308234" y="3861552"/>
                  <a:ext cx="7621" cy="7621"/>
                </a:xfrm>
                <a:custGeom>
                  <a:avLst/>
                  <a:gdLst/>
                  <a:ahLst/>
                  <a:cxnLst/>
                  <a:rect l="l" t="t" r="r" b="b"/>
                  <a:pathLst>
                    <a:path w="969" h="969" extrusionOk="0">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9520;p58"/>
              <p:cNvGrpSpPr/>
              <p:nvPr/>
            </p:nvGrpSpPr>
            <p:grpSpPr>
              <a:xfrm>
                <a:off x="5341723" y="3851902"/>
                <a:ext cx="31405" cy="26977"/>
                <a:chOff x="5341723" y="3851902"/>
                <a:chExt cx="31405" cy="26977"/>
              </a:xfrm>
            </p:grpSpPr>
            <p:sp>
              <p:nvSpPr>
                <p:cNvPr id="483" name="Google Shape;9521;p58"/>
                <p:cNvSpPr/>
                <p:nvPr/>
              </p:nvSpPr>
              <p:spPr>
                <a:xfrm>
                  <a:off x="5341723" y="3851902"/>
                  <a:ext cx="31405" cy="26977"/>
                </a:xfrm>
                <a:custGeom>
                  <a:avLst/>
                  <a:gdLst/>
                  <a:ahLst/>
                  <a:cxnLst/>
                  <a:rect l="l" t="t" r="r" b="b"/>
                  <a:pathLst>
                    <a:path w="3993" h="3430" extrusionOk="0">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9522;p58"/>
                <p:cNvSpPr/>
                <p:nvPr/>
              </p:nvSpPr>
              <p:spPr>
                <a:xfrm>
                  <a:off x="5354567" y="3861647"/>
                  <a:ext cx="8950" cy="7590"/>
                </a:xfrm>
                <a:custGeom>
                  <a:avLst/>
                  <a:gdLst/>
                  <a:ahLst/>
                  <a:cxnLst/>
                  <a:rect l="l" t="t" r="r" b="b"/>
                  <a:pathLst>
                    <a:path w="1138" h="965" extrusionOk="0">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9523;p58"/>
              <p:cNvGrpSpPr/>
              <p:nvPr/>
            </p:nvGrpSpPr>
            <p:grpSpPr>
              <a:xfrm>
                <a:off x="5054871" y="3507855"/>
                <a:ext cx="31405" cy="26993"/>
                <a:chOff x="5054871" y="3507855"/>
                <a:chExt cx="31405" cy="26993"/>
              </a:xfrm>
            </p:grpSpPr>
            <p:sp>
              <p:nvSpPr>
                <p:cNvPr id="481" name="Google Shape;9524;p58"/>
                <p:cNvSpPr/>
                <p:nvPr/>
              </p:nvSpPr>
              <p:spPr>
                <a:xfrm>
                  <a:off x="5054871" y="3507855"/>
                  <a:ext cx="31405" cy="26993"/>
                </a:xfrm>
                <a:custGeom>
                  <a:avLst/>
                  <a:gdLst/>
                  <a:ahLst/>
                  <a:cxnLst/>
                  <a:rect l="l" t="t" r="r" b="b"/>
                  <a:pathLst>
                    <a:path w="3993" h="3432" extrusionOk="0">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9525;p58"/>
                <p:cNvSpPr/>
                <p:nvPr/>
              </p:nvSpPr>
              <p:spPr>
                <a:xfrm>
                  <a:off x="5067715" y="3517521"/>
                  <a:ext cx="8950" cy="7605"/>
                </a:xfrm>
                <a:custGeom>
                  <a:avLst/>
                  <a:gdLst/>
                  <a:ahLst/>
                  <a:cxnLst/>
                  <a:rect l="l" t="t" r="r" b="b"/>
                  <a:pathLst>
                    <a:path w="1138" h="967" extrusionOk="0">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9526;p58"/>
              <p:cNvGrpSpPr/>
              <p:nvPr/>
            </p:nvGrpSpPr>
            <p:grpSpPr>
              <a:xfrm>
                <a:off x="4876579" y="3675325"/>
                <a:ext cx="31405" cy="26969"/>
                <a:chOff x="4876579" y="3675325"/>
                <a:chExt cx="31405" cy="26969"/>
              </a:xfrm>
            </p:grpSpPr>
            <p:sp>
              <p:nvSpPr>
                <p:cNvPr id="479" name="Google Shape;9527;p58"/>
                <p:cNvSpPr/>
                <p:nvPr/>
              </p:nvSpPr>
              <p:spPr>
                <a:xfrm>
                  <a:off x="4876579" y="3675325"/>
                  <a:ext cx="31405" cy="26969"/>
                </a:xfrm>
                <a:custGeom>
                  <a:avLst/>
                  <a:gdLst/>
                  <a:ahLst/>
                  <a:cxnLst/>
                  <a:rect l="l" t="t" r="r" b="b"/>
                  <a:pathLst>
                    <a:path w="3993" h="3429" extrusionOk="0">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9528;p58"/>
                <p:cNvSpPr/>
                <p:nvPr/>
              </p:nvSpPr>
              <p:spPr>
                <a:xfrm>
                  <a:off x="4889517" y="3684975"/>
                  <a:ext cx="8856" cy="7676"/>
                </a:xfrm>
                <a:custGeom>
                  <a:avLst/>
                  <a:gdLst/>
                  <a:ahLst/>
                  <a:cxnLst/>
                  <a:rect l="l" t="t" r="r" b="b"/>
                  <a:pathLst>
                    <a:path w="1126" h="976" extrusionOk="0">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9529;p58"/>
              <p:cNvGrpSpPr/>
              <p:nvPr/>
            </p:nvGrpSpPr>
            <p:grpSpPr>
              <a:xfrm>
                <a:off x="4842233" y="3688333"/>
                <a:ext cx="31405" cy="26993"/>
                <a:chOff x="4842233" y="3688333"/>
                <a:chExt cx="31405" cy="26993"/>
              </a:xfrm>
            </p:grpSpPr>
            <p:sp>
              <p:nvSpPr>
                <p:cNvPr id="477" name="Google Shape;9530;p58"/>
                <p:cNvSpPr/>
                <p:nvPr/>
              </p:nvSpPr>
              <p:spPr>
                <a:xfrm>
                  <a:off x="4842233" y="3688333"/>
                  <a:ext cx="31405" cy="26993"/>
                </a:xfrm>
                <a:custGeom>
                  <a:avLst/>
                  <a:gdLst/>
                  <a:ahLst/>
                  <a:cxnLst/>
                  <a:rect l="l" t="t" r="r" b="b"/>
                  <a:pathLst>
                    <a:path w="3993" h="3432" extrusionOk="0">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9531;p58"/>
                <p:cNvSpPr/>
                <p:nvPr/>
              </p:nvSpPr>
              <p:spPr>
                <a:xfrm>
                  <a:off x="4855076" y="3698094"/>
                  <a:ext cx="8856" cy="7590"/>
                </a:xfrm>
                <a:custGeom>
                  <a:avLst/>
                  <a:gdLst/>
                  <a:ahLst/>
                  <a:cxnLst/>
                  <a:rect l="l" t="t" r="r" b="b"/>
                  <a:pathLst>
                    <a:path w="1126" h="965" extrusionOk="0">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 name="Google Shape;9532;p58"/>
              <p:cNvGrpSpPr/>
              <p:nvPr/>
            </p:nvGrpSpPr>
            <p:grpSpPr>
              <a:xfrm>
                <a:off x="5187876" y="3608032"/>
                <a:ext cx="31405" cy="27001"/>
                <a:chOff x="5187876" y="3608032"/>
                <a:chExt cx="31405" cy="27001"/>
              </a:xfrm>
            </p:grpSpPr>
            <p:sp>
              <p:nvSpPr>
                <p:cNvPr id="475" name="Google Shape;9533;p58"/>
                <p:cNvSpPr/>
                <p:nvPr/>
              </p:nvSpPr>
              <p:spPr>
                <a:xfrm>
                  <a:off x="5187876" y="3608032"/>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9534;p58"/>
                <p:cNvSpPr/>
                <p:nvPr/>
              </p:nvSpPr>
              <p:spPr>
                <a:xfrm>
                  <a:off x="5202057" y="3617706"/>
                  <a:ext cx="7621" cy="7621"/>
                </a:xfrm>
                <a:custGeom>
                  <a:avLst/>
                  <a:gdLst/>
                  <a:ahLst/>
                  <a:cxnLst/>
                  <a:rect l="l" t="t" r="r" b="b"/>
                  <a:pathLst>
                    <a:path w="969"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 name="Google Shape;9535;p58"/>
              <p:cNvSpPr/>
              <p:nvPr/>
            </p:nvSpPr>
            <p:spPr>
              <a:xfrm>
                <a:off x="5142589" y="3410030"/>
                <a:ext cx="42542" cy="36525"/>
              </a:xfrm>
              <a:custGeom>
                <a:avLst/>
                <a:gdLst/>
                <a:ahLst/>
                <a:cxnLst/>
                <a:rect l="l" t="t" r="r" b="b"/>
                <a:pathLst>
                  <a:path w="5409" h="4644" extrusionOk="0">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9536;p58"/>
              <p:cNvSpPr/>
              <p:nvPr/>
            </p:nvSpPr>
            <p:spPr>
              <a:xfrm>
                <a:off x="5158382" y="3419720"/>
                <a:ext cx="17138" cy="17130"/>
              </a:xfrm>
              <a:custGeom>
                <a:avLst/>
                <a:gdLst/>
                <a:ahLst/>
                <a:cxnLst/>
                <a:rect l="l" t="t" r="r" b="b"/>
                <a:pathLst>
                  <a:path w="2179" h="2178" extrusionOk="0">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6" name="Google Shape;9537;p58"/>
              <p:cNvGrpSpPr/>
              <p:nvPr/>
            </p:nvGrpSpPr>
            <p:grpSpPr>
              <a:xfrm>
                <a:off x="5269224" y="3304167"/>
                <a:ext cx="40253" cy="34402"/>
                <a:chOff x="5269224" y="3304167"/>
                <a:chExt cx="40253" cy="34402"/>
              </a:xfrm>
            </p:grpSpPr>
            <p:sp>
              <p:nvSpPr>
                <p:cNvPr id="473" name="Google Shape;9538;p58"/>
                <p:cNvSpPr/>
                <p:nvPr/>
              </p:nvSpPr>
              <p:spPr>
                <a:xfrm>
                  <a:off x="5269224" y="3304167"/>
                  <a:ext cx="40253" cy="34402"/>
                </a:xfrm>
                <a:custGeom>
                  <a:avLst/>
                  <a:gdLst/>
                  <a:ahLst/>
                  <a:cxnLst/>
                  <a:rect l="l" t="t" r="r" b="b"/>
                  <a:pathLst>
                    <a:path w="5118" h="4374" extrusionOk="0">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9539;p58"/>
                <p:cNvSpPr/>
                <p:nvPr/>
              </p:nvSpPr>
              <p:spPr>
                <a:xfrm>
                  <a:off x="5284639" y="3313826"/>
                  <a:ext cx="15132" cy="15140"/>
                </a:xfrm>
                <a:custGeom>
                  <a:avLst/>
                  <a:gdLst/>
                  <a:ahLst/>
                  <a:cxnLst/>
                  <a:rect l="l" t="t" r="r" b="b"/>
                  <a:pathLst>
                    <a:path w="1924" h="1925" extrusionOk="0">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9540;p58"/>
              <p:cNvGrpSpPr/>
              <p:nvPr/>
            </p:nvGrpSpPr>
            <p:grpSpPr>
              <a:xfrm>
                <a:off x="5327354" y="3476615"/>
                <a:ext cx="49864" cy="42723"/>
                <a:chOff x="5327354" y="3476615"/>
                <a:chExt cx="49864" cy="42723"/>
              </a:xfrm>
            </p:grpSpPr>
            <p:sp>
              <p:nvSpPr>
                <p:cNvPr id="471" name="Google Shape;9541;p58"/>
                <p:cNvSpPr/>
                <p:nvPr/>
              </p:nvSpPr>
              <p:spPr>
                <a:xfrm>
                  <a:off x="5327354" y="3476615"/>
                  <a:ext cx="49864" cy="42723"/>
                </a:xfrm>
                <a:custGeom>
                  <a:avLst/>
                  <a:gdLst/>
                  <a:ahLst/>
                  <a:cxnLst/>
                  <a:rect l="l" t="t" r="r" b="b"/>
                  <a:pathLst>
                    <a:path w="6340" h="5432" extrusionOk="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9542;p58"/>
                <p:cNvSpPr/>
                <p:nvPr/>
              </p:nvSpPr>
              <p:spPr>
                <a:xfrm>
                  <a:off x="5340197" y="3486321"/>
                  <a:ext cx="27315" cy="23406"/>
                </a:xfrm>
                <a:custGeom>
                  <a:avLst/>
                  <a:gdLst/>
                  <a:ahLst/>
                  <a:cxnLst/>
                  <a:rect l="l" t="t" r="r" b="b"/>
                  <a:pathLst>
                    <a:path w="3473" h="2976" extrusionOk="0">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8" name="Google Shape;9543;p58"/>
              <p:cNvSpPr/>
              <p:nvPr/>
            </p:nvSpPr>
            <p:spPr>
              <a:xfrm>
                <a:off x="5290255" y="3703080"/>
                <a:ext cx="31397" cy="26898"/>
              </a:xfrm>
              <a:custGeom>
                <a:avLst/>
                <a:gdLst/>
                <a:ahLst/>
                <a:cxnLst/>
                <a:rect l="l" t="t" r="r" b="b"/>
                <a:pathLst>
                  <a:path w="3992" h="3420" extrusionOk="0">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9544;p58"/>
              <p:cNvSpPr/>
              <p:nvPr/>
            </p:nvSpPr>
            <p:spPr>
              <a:xfrm>
                <a:off x="5304427" y="3712754"/>
                <a:ext cx="7621" cy="7621"/>
              </a:xfrm>
              <a:custGeom>
                <a:avLst/>
                <a:gdLst/>
                <a:ahLst/>
                <a:cxnLst/>
                <a:rect l="l" t="t" r="r" b="b"/>
                <a:pathLst>
                  <a:path w="969"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0" name="Google Shape;9545;p58"/>
              <p:cNvGrpSpPr/>
              <p:nvPr/>
            </p:nvGrpSpPr>
            <p:grpSpPr>
              <a:xfrm>
                <a:off x="5341723" y="3775957"/>
                <a:ext cx="31405" cy="26898"/>
                <a:chOff x="5341723" y="3775957"/>
                <a:chExt cx="31405" cy="26898"/>
              </a:xfrm>
            </p:grpSpPr>
            <p:sp>
              <p:nvSpPr>
                <p:cNvPr id="469" name="Google Shape;9546;p58"/>
                <p:cNvSpPr/>
                <p:nvPr/>
              </p:nvSpPr>
              <p:spPr>
                <a:xfrm>
                  <a:off x="5341723" y="3775957"/>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9547;p58"/>
                <p:cNvSpPr/>
                <p:nvPr/>
              </p:nvSpPr>
              <p:spPr>
                <a:xfrm>
                  <a:off x="5354567" y="3785631"/>
                  <a:ext cx="8950" cy="7605"/>
                </a:xfrm>
                <a:custGeom>
                  <a:avLst/>
                  <a:gdLst/>
                  <a:ahLst/>
                  <a:cxnLst/>
                  <a:rect l="l" t="t" r="r" b="b"/>
                  <a:pathLst>
                    <a:path w="1138" h="967" extrusionOk="0">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 name="Google Shape;9548;p58"/>
              <p:cNvGrpSpPr/>
              <p:nvPr/>
            </p:nvGrpSpPr>
            <p:grpSpPr>
              <a:xfrm>
                <a:off x="5439053" y="3699274"/>
                <a:ext cx="31405" cy="26898"/>
                <a:chOff x="5439053" y="3699274"/>
                <a:chExt cx="31405" cy="26898"/>
              </a:xfrm>
            </p:grpSpPr>
            <p:sp>
              <p:nvSpPr>
                <p:cNvPr id="467" name="Google Shape;9549;p58"/>
                <p:cNvSpPr/>
                <p:nvPr/>
              </p:nvSpPr>
              <p:spPr>
                <a:xfrm>
                  <a:off x="5439053" y="3699274"/>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9550;p58"/>
                <p:cNvSpPr/>
                <p:nvPr/>
              </p:nvSpPr>
              <p:spPr>
                <a:xfrm>
                  <a:off x="5453225" y="3708948"/>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 name="Google Shape;9551;p58"/>
              <p:cNvGrpSpPr/>
              <p:nvPr/>
            </p:nvGrpSpPr>
            <p:grpSpPr>
              <a:xfrm>
                <a:off x="5412414" y="3622307"/>
                <a:ext cx="31499" cy="26993"/>
                <a:chOff x="5412414" y="3622307"/>
                <a:chExt cx="31499" cy="26993"/>
              </a:xfrm>
            </p:grpSpPr>
            <p:sp>
              <p:nvSpPr>
                <p:cNvPr id="465" name="Google Shape;9552;p58"/>
                <p:cNvSpPr/>
                <p:nvPr/>
              </p:nvSpPr>
              <p:spPr>
                <a:xfrm>
                  <a:off x="5412414" y="3622307"/>
                  <a:ext cx="31499" cy="26993"/>
                </a:xfrm>
                <a:custGeom>
                  <a:avLst/>
                  <a:gdLst/>
                  <a:ahLst/>
                  <a:cxnLst/>
                  <a:rect l="l" t="t" r="r" b="b"/>
                  <a:pathLst>
                    <a:path w="4005" h="3432" extrusionOk="0">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9553;p58"/>
                <p:cNvSpPr/>
                <p:nvPr/>
              </p:nvSpPr>
              <p:spPr>
                <a:xfrm>
                  <a:off x="5426681" y="3632075"/>
                  <a:ext cx="7527" cy="7519"/>
                </a:xfrm>
                <a:custGeom>
                  <a:avLst/>
                  <a:gdLst/>
                  <a:ahLst/>
                  <a:cxnLst/>
                  <a:rect l="l" t="t" r="r" b="b"/>
                  <a:pathLst>
                    <a:path w="957" h="956" extrusionOk="0">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9554;p58"/>
              <p:cNvGrpSpPr/>
              <p:nvPr/>
            </p:nvGrpSpPr>
            <p:grpSpPr>
              <a:xfrm>
                <a:off x="5476254" y="3473949"/>
                <a:ext cx="26835" cy="26930"/>
                <a:chOff x="5476254" y="3473949"/>
                <a:chExt cx="26835" cy="26930"/>
              </a:xfrm>
            </p:grpSpPr>
            <p:sp>
              <p:nvSpPr>
                <p:cNvPr id="463" name="Google Shape;9555;p58"/>
                <p:cNvSpPr/>
                <p:nvPr/>
              </p:nvSpPr>
              <p:spPr>
                <a:xfrm>
                  <a:off x="5476254" y="3473949"/>
                  <a:ext cx="26835" cy="26930"/>
                </a:xfrm>
                <a:custGeom>
                  <a:avLst/>
                  <a:gdLst/>
                  <a:ahLst/>
                  <a:cxnLst/>
                  <a:rect l="l" t="t" r="r" b="b"/>
                  <a:pathLst>
                    <a:path w="3412" h="3424" extrusionOk="0">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9556;p58"/>
                <p:cNvSpPr/>
                <p:nvPr/>
              </p:nvSpPr>
              <p:spPr>
                <a:xfrm>
                  <a:off x="5485857" y="3483655"/>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9557;p58"/>
              <p:cNvGrpSpPr/>
              <p:nvPr/>
            </p:nvGrpSpPr>
            <p:grpSpPr>
              <a:xfrm>
                <a:off x="5564547" y="3481594"/>
                <a:ext cx="31397" cy="26898"/>
                <a:chOff x="5564547" y="3481594"/>
                <a:chExt cx="31397" cy="26898"/>
              </a:xfrm>
            </p:grpSpPr>
            <p:sp>
              <p:nvSpPr>
                <p:cNvPr id="461" name="Google Shape;9558;p58"/>
                <p:cNvSpPr/>
                <p:nvPr/>
              </p:nvSpPr>
              <p:spPr>
                <a:xfrm>
                  <a:off x="5564547" y="3481594"/>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9559;p58"/>
                <p:cNvSpPr/>
                <p:nvPr/>
              </p:nvSpPr>
              <p:spPr>
                <a:xfrm>
                  <a:off x="5578719" y="3491268"/>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 name="Google Shape;9560;p58"/>
              <p:cNvGrpSpPr/>
              <p:nvPr/>
            </p:nvGrpSpPr>
            <p:grpSpPr>
              <a:xfrm>
                <a:off x="5534101" y="3470174"/>
                <a:ext cx="31397" cy="26906"/>
                <a:chOff x="5534101" y="3470174"/>
                <a:chExt cx="31397" cy="26906"/>
              </a:xfrm>
            </p:grpSpPr>
            <p:sp>
              <p:nvSpPr>
                <p:cNvPr id="459" name="Google Shape;9561;p58"/>
                <p:cNvSpPr/>
                <p:nvPr/>
              </p:nvSpPr>
              <p:spPr>
                <a:xfrm>
                  <a:off x="5534101" y="3470174"/>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9562;p58"/>
                <p:cNvSpPr/>
                <p:nvPr/>
              </p:nvSpPr>
              <p:spPr>
                <a:xfrm>
                  <a:off x="5546945" y="3479848"/>
                  <a:ext cx="8950" cy="7582"/>
                </a:xfrm>
                <a:custGeom>
                  <a:avLst/>
                  <a:gdLst/>
                  <a:ahLst/>
                  <a:cxnLst/>
                  <a:rect l="l" t="t" r="r" b="b"/>
                  <a:pathLst>
                    <a:path w="1138" h="964" extrusionOk="0">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9563;p58"/>
              <p:cNvGrpSpPr/>
              <p:nvPr/>
            </p:nvGrpSpPr>
            <p:grpSpPr>
              <a:xfrm>
                <a:off x="5610879" y="3314486"/>
                <a:ext cx="31499" cy="26938"/>
                <a:chOff x="5610879" y="3314486"/>
                <a:chExt cx="31499" cy="26938"/>
              </a:xfrm>
            </p:grpSpPr>
            <p:sp>
              <p:nvSpPr>
                <p:cNvPr id="457" name="Google Shape;9564;p58"/>
                <p:cNvSpPr/>
                <p:nvPr/>
              </p:nvSpPr>
              <p:spPr>
                <a:xfrm>
                  <a:off x="5610879" y="3314486"/>
                  <a:ext cx="31499" cy="26938"/>
                </a:xfrm>
                <a:custGeom>
                  <a:avLst/>
                  <a:gdLst/>
                  <a:ahLst/>
                  <a:cxnLst/>
                  <a:rect l="l" t="t" r="r" b="b"/>
                  <a:pathLst>
                    <a:path w="4005" h="3425" extrusionOk="0">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9565;p58"/>
                <p:cNvSpPr/>
                <p:nvPr/>
              </p:nvSpPr>
              <p:spPr>
                <a:xfrm>
                  <a:off x="5623817" y="3324192"/>
                  <a:ext cx="8950" cy="7590"/>
                </a:xfrm>
                <a:custGeom>
                  <a:avLst/>
                  <a:gdLst/>
                  <a:ahLst/>
                  <a:cxnLst/>
                  <a:rect l="l" t="t" r="r" b="b"/>
                  <a:pathLst>
                    <a:path w="1138" h="965" extrusionOk="0">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9566;p58"/>
              <p:cNvGrpSpPr/>
              <p:nvPr/>
            </p:nvGrpSpPr>
            <p:grpSpPr>
              <a:xfrm>
                <a:off x="4834525" y="3501382"/>
                <a:ext cx="31499" cy="26898"/>
                <a:chOff x="4834525" y="3501382"/>
                <a:chExt cx="31499" cy="26898"/>
              </a:xfrm>
            </p:grpSpPr>
            <p:sp>
              <p:nvSpPr>
                <p:cNvPr id="455" name="Google Shape;9567;p58"/>
                <p:cNvSpPr/>
                <p:nvPr/>
              </p:nvSpPr>
              <p:spPr>
                <a:xfrm>
                  <a:off x="4834525" y="3501382"/>
                  <a:ext cx="31499" cy="26898"/>
                </a:xfrm>
                <a:custGeom>
                  <a:avLst/>
                  <a:gdLst/>
                  <a:ahLst/>
                  <a:cxnLst/>
                  <a:rect l="l" t="t" r="r" b="b"/>
                  <a:pathLst>
                    <a:path w="4005" h="3420" extrusionOk="0">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9568;p58"/>
                <p:cNvSpPr/>
                <p:nvPr/>
              </p:nvSpPr>
              <p:spPr>
                <a:xfrm>
                  <a:off x="4847463" y="3511056"/>
                  <a:ext cx="8950" cy="7605"/>
                </a:xfrm>
                <a:custGeom>
                  <a:avLst/>
                  <a:gdLst/>
                  <a:ahLst/>
                  <a:cxnLst/>
                  <a:rect l="l" t="t" r="r" b="b"/>
                  <a:pathLst>
                    <a:path w="1138" h="967" extrusionOk="0">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9569;p58"/>
              <p:cNvGrpSpPr/>
              <p:nvPr/>
            </p:nvGrpSpPr>
            <p:grpSpPr>
              <a:xfrm>
                <a:off x="4898460" y="3580158"/>
                <a:ext cx="31405" cy="26898"/>
                <a:chOff x="4898460" y="3580158"/>
                <a:chExt cx="31405" cy="26898"/>
              </a:xfrm>
            </p:grpSpPr>
            <p:sp>
              <p:nvSpPr>
                <p:cNvPr id="453" name="Google Shape;9570;p58"/>
                <p:cNvSpPr/>
                <p:nvPr/>
              </p:nvSpPr>
              <p:spPr>
                <a:xfrm>
                  <a:off x="4898460" y="3580158"/>
                  <a:ext cx="31405" cy="26898"/>
                </a:xfrm>
                <a:custGeom>
                  <a:avLst/>
                  <a:gdLst/>
                  <a:ahLst/>
                  <a:cxnLst/>
                  <a:rect l="l" t="t" r="r" b="b"/>
                  <a:pathLst>
                    <a:path w="3993" h="3420" extrusionOk="0">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9571;p58"/>
                <p:cNvSpPr/>
                <p:nvPr/>
              </p:nvSpPr>
              <p:spPr>
                <a:xfrm>
                  <a:off x="4911303" y="3589832"/>
                  <a:ext cx="8950" cy="7605"/>
                </a:xfrm>
                <a:custGeom>
                  <a:avLst/>
                  <a:gdLst/>
                  <a:ahLst/>
                  <a:cxnLst/>
                  <a:rect l="l" t="t" r="r" b="b"/>
                  <a:pathLst>
                    <a:path w="1138" h="967" extrusionOk="0">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9572;p58"/>
              <p:cNvGrpSpPr/>
              <p:nvPr/>
            </p:nvGrpSpPr>
            <p:grpSpPr>
              <a:xfrm>
                <a:off x="4882667" y="3608032"/>
                <a:ext cx="31499" cy="27001"/>
                <a:chOff x="4882667" y="3608032"/>
                <a:chExt cx="31499" cy="27001"/>
              </a:xfrm>
            </p:grpSpPr>
            <p:sp>
              <p:nvSpPr>
                <p:cNvPr id="451" name="Google Shape;9573;p58"/>
                <p:cNvSpPr/>
                <p:nvPr/>
              </p:nvSpPr>
              <p:spPr>
                <a:xfrm>
                  <a:off x="4882667" y="3608032"/>
                  <a:ext cx="31499" cy="27001"/>
                </a:xfrm>
                <a:custGeom>
                  <a:avLst/>
                  <a:gdLst/>
                  <a:ahLst/>
                  <a:cxnLst/>
                  <a:rect l="l" t="t" r="r" b="b"/>
                  <a:pathLst>
                    <a:path w="4005" h="3433" extrusionOk="0">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9574;p58"/>
                <p:cNvSpPr/>
                <p:nvPr/>
              </p:nvSpPr>
              <p:spPr>
                <a:xfrm>
                  <a:off x="4895605" y="3617706"/>
                  <a:ext cx="8950" cy="7653"/>
                </a:xfrm>
                <a:custGeom>
                  <a:avLst/>
                  <a:gdLst/>
                  <a:ahLst/>
                  <a:cxnLst/>
                  <a:rect l="l" t="t" r="r" b="b"/>
                  <a:pathLst>
                    <a:path w="1138" h="973" extrusionOk="0">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 name="Google Shape;9575;p58"/>
              <p:cNvGrpSpPr/>
              <p:nvPr/>
            </p:nvGrpSpPr>
            <p:grpSpPr>
              <a:xfrm>
                <a:off x="4843373" y="3631407"/>
                <a:ext cx="16273" cy="16186"/>
                <a:chOff x="4843373" y="3631407"/>
                <a:chExt cx="16273" cy="16186"/>
              </a:xfrm>
            </p:grpSpPr>
            <p:sp>
              <p:nvSpPr>
                <p:cNvPr id="449" name="Google Shape;9576;p58"/>
                <p:cNvSpPr/>
                <p:nvPr/>
              </p:nvSpPr>
              <p:spPr>
                <a:xfrm>
                  <a:off x="4843373" y="3631407"/>
                  <a:ext cx="16273" cy="16186"/>
                </a:xfrm>
                <a:custGeom>
                  <a:avLst/>
                  <a:gdLst/>
                  <a:ahLst/>
                  <a:cxnLst/>
                  <a:rect l="l" t="t" r="r" b="b"/>
                  <a:pathLst>
                    <a:path w="2069" h="2058" extrusionOk="0">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9577;p58"/>
                <p:cNvSpPr/>
                <p:nvPr/>
              </p:nvSpPr>
              <p:spPr>
                <a:xfrm>
                  <a:off x="4849178" y="3637211"/>
                  <a:ext cx="4672" cy="4577"/>
                </a:xfrm>
                <a:custGeom>
                  <a:avLst/>
                  <a:gdLst/>
                  <a:ahLst/>
                  <a:cxnLst/>
                  <a:rect l="l" t="t" r="r" b="b"/>
                  <a:pathLst>
                    <a:path w="594" h="582" extrusionOk="0">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9578;p58"/>
              <p:cNvGrpSpPr/>
              <p:nvPr/>
            </p:nvGrpSpPr>
            <p:grpSpPr>
              <a:xfrm>
                <a:off x="4727773" y="3591578"/>
                <a:ext cx="31499" cy="26898"/>
                <a:chOff x="4727773" y="3591578"/>
                <a:chExt cx="31499" cy="26898"/>
              </a:xfrm>
            </p:grpSpPr>
            <p:sp>
              <p:nvSpPr>
                <p:cNvPr id="447" name="Google Shape;9579;p58"/>
                <p:cNvSpPr/>
                <p:nvPr/>
              </p:nvSpPr>
              <p:spPr>
                <a:xfrm>
                  <a:off x="4727773" y="3591578"/>
                  <a:ext cx="31499" cy="26898"/>
                </a:xfrm>
                <a:custGeom>
                  <a:avLst/>
                  <a:gdLst/>
                  <a:ahLst/>
                  <a:cxnLst/>
                  <a:rect l="l" t="t" r="r" b="b"/>
                  <a:pathLst>
                    <a:path w="4005" h="3420" extrusionOk="0">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9580;p58"/>
                <p:cNvSpPr/>
                <p:nvPr/>
              </p:nvSpPr>
              <p:spPr>
                <a:xfrm>
                  <a:off x="4740719" y="3601244"/>
                  <a:ext cx="8856" cy="7590"/>
                </a:xfrm>
                <a:custGeom>
                  <a:avLst/>
                  <a:gdLst/>
                  <a:ahLst/>
                  <a:cxnLst/>
                  <a:rect l="l" t="t" r="r" b="b"/>
                  <a:pathLst>
                    <a:path w="1126" h="965" extrusionOk="0">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 name="Google Shape;9581;p58"/>
              <p:cNvSpPr/>
              <p:nvPr/>
            </p:nvSpPr>
            <p:spPr>
              <a:xfrm>
                <a:off x="4652041" y="3622590"/>
                <a:ext cx="31405" cy="26906"/>
              </a:xfrm>
              <a:custGeom>
                <a:avLst/>
                <a:gdLst/>
                <a:ahLst/>
                <a:cxnLst/>
                <a:rect l="l" t="t" r="r" b="b"/>
                <a:pathLst>
                  <a:path w="3993" h="3421" extrusionOk="0">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9582;p58"/>
              <p:cNvSpPr/>
              <p:nvPr/>
            </p:nvSpPr>
            <p:spPr>
              <a:xfrm>
                <a:off x="4666222" y="3632264"/>
                <a:ext cx="7613" cy="7621"/>
              </a:xfrm>
              <a:custGeom>
                <a:avLst/>
                <a:gdLst/>
                <a:ahLst/>
                <a:cxnLst/>
                <a:rect l="l" t="t" r="r" b="b"/>
                <a:pathLst>
                  <a:path w="968"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 name="Google Shape;9583;p58"/>
              <p:cNvGrpSpPr/>
              <p:nvPr/>
            </p:nvGrpSpPr>
            <p:grpSpPr>
              <a:xfrm>
                <a:off x="4609421" y="3577398"/>
                <a:ext cx="31499" cy="27001"/>
                <a:chOff x="4609421" y="3577398"/>
                <a:chExt cx="31499" cy="27001"/>
              </a:xfrm>
            </p:grpSpPr>
            <p:sp>
              <p:nvSpPr>
                <p:cNvPr id="445" name="Google Shape;9584;p58"/>
                <p:cNvSpPr/>
                <p:nvPr/>
              </p:nvSpPr>
              <p:spPr>
                <a:xfrm>
                  <a:off x="4609421" y="3577398"/>
                  <a:ext cx="31499" cy="27001"/>
                </a:xfrm>
                <a:custGeom>
                  <a:avLst/>
                  <a:gdLst/>
                  <a:ahLst/>
                  <a:cxnLst/>
                  <a:rect l="l" t="t" r="r" b="b"/>
                  <a:pathLst>
                    <a:path w="4005" h="3433" extrusionOk="0">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9585;p58"/>
                <p:cNvSpPr/>
                <p:nvPr/>
              </p:nvSpPr>
              <p:spPr>
                <a:xfrm>
                  <a:off x="4623594" y="3587072"/>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5" name="Google Shape;9586;p58"/>
              <p:cNvGrpSpPr/>
              <p:nvPr/>
            </p:nvGrpSpPr>
            <p:grpSpPr>
              <a:xfrm>
                <a:off x="4649289" y="3577398"/>
                <a:ext cx="31499" cy="27001"/>
                <a:chOff x="4649289" y="3577398"/>
                <a:chExt cx="31499" cy="27001"/>
              </a:xfrm>
            </p:grpSpPr>
            <p:sp>
              <p:nvSpPr>
                <p:cNvPr id="443" name="Google Shape;9587;p58"/>
                <p:cNvSpPr/>
                <p:nvPr/>
              </p:nvSpPr>
              <p:spPr>
                <a:xfrm>
                  <a:off x="4649289" y="3577398"/>
                  <a:ext cx="31499" cy="27001"/>
                </a:xfrm>
                <a:custGeom>
                  <a:avLst/>
                  <a:gdLst/>
                  <a:ahLst/>
                  <a:cxnLst/>
                  <a:rect l="l" t="t" r="r" b="b"/>
                  <a:pathLst>
                    <a:path w="4005" h="3433" extrusionOk="0">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9588;p58"/>
                <p:cNvSpPr/>
                <p:nvPr/>
              </p:nvSpPr>
              <p:spPr>
                <a:xfrm>
                  <a:off x="4662227" y="3587072"/>
                  <a:ext cx="8856" cy="7676"/>
                </a:xfrm>
                <a:custGeom>
                  <a:avLst/>
                  <a:gdLst/>
                  <a:ahLst/>
                  <a:cxnLst/>
                  <a:rect l="l" t="t" r="r" b="b"/>
                  <a:pathLst>
                    <a:path w="1126" h="976" extrusionOk="0">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9589;p58"/>
              <p:cNvGrpSpPr/>
              <p:nvPr/>
            </p:nvGrpSpPr>
            <p:grpSpPr>
              <a:xfrm>
                <a:off x="4605614" y="3639523"/>
                <a:ext cx="31499" cy="26906"/>
                <a:chOff x="4605614" y="3639523"/>
                <a:chExt cx="31499" cy="26906"/>
              </a:xfrm>
            </p:grpSpPr>
            <p:sp>
              <p:nvSpPr>
                <p:cNvPr id="441" name="Google Shape;9590;p58"/>
                <p:cNvSpPr/>
                <p:nvPr/>
              </p:nvSpPr>
              <p:spPr>
                <a:xfrm>
                  <a:off x="4605614" y="3639523"/>
                  <a:ext cx="31499" cy="26906"/>
                </a:xfrm>
                <a:custGeom>
                  <a:avLst/>
                  <a:gdLst/>
                  <a:ahLst/>
                  <a:cxnLst/>
                  <a:rect l="l" t="t" r="r" b="b"/>
                  <a:pathLst>
                    <a:path w="4005" h="3421" extrusionOk="0">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9591;p58"/>
                <p:cNvSpPr/>
                <p:nvPr/>
              </p:nvSpPr>
              <p:spPr>
                <a:xfrm>
                  <a:off x="4619795" y="3649197"/>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 name="Google Shape;9592;p58"/>
              <p:cNvGrpSpPr/>
              <p:nvPr/>
            </p:nvGrpSpPr>
            <p:grpSpPr>
              <a:xfrm>
                <a:off x="4785149" y="3618846"/>
                <a:ext cx="26930" cy="26843"/>
                <a:chOff x="4785149" y="3618846"/>
                <a:chExt cx="26930" cy="26843"/>
              </a:xfrm>
            </p:grpSpPr>
            <p:sp>
              <p:nvSpPr>
                <p:cNvPr id="439" name="Google Shape;9593;p58"/>
                <p:cNvSpPr/>
                <p:nvPr/>
              </p:nvSpPr>
              <p:spPr>
                <a:xfrm>
                  <a:off x="4785149" y="3618846"/>
                  <a:ext cx="26930" cy="26843"/>
                </a:xfrm>
                <a:custGeom>
                  <a:avLst/>
                  <a:gdLst/>
                  <a:ahLst/>
                  <a:cxnLst/>
                  <a:rect l="l" t="t" r="r" b="b"/>
                  <a:pathLst>
                    <a:path w="3424" h="3413" extrusionOk="0">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9594;p58"/>
                <p:cNvSpPr/>
                <p:nvPr/>
              </p:nvSpPr>
              <p:spPr>
                <a:xfrm>
                  <a:off x="4793611" y="3628457"/>
                  <a:ext cx="8856" cy="7590"/>
                </a:xfrm>
                <a:custGeom>
                  <a:avLst/>
                  <a:gdLst/>
                  <a:ahLst/>
                  <a:cxnLst/>
                  <a:rect l="l" t="t" r="r" b="b"/>
                  <a:pathLst>
                    <a:path w="1126" h="965" extrusionOk="0">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9595;p58"/>
              <p:cNvGrpSpPr/>
              <p:nvPr/>
            </p:nvGrpSpPr>
            <p:grpSpPr>
              <a:xfrm>
                <a:off x="4810167" y="3601567"/>
                <a:ext cx="31405" cy="26898"/>
                <a:chOff x="4810167" y="3601567"/>
                <a:chExt cx="31405" cy="26898"/>
              </a:xfrm>
            </p:grpSpPr>
            <p:sp>
              <p:nvSpPr>
                <p:cNvPr id="437" name="Google Shape;9596;p58"/>
                <p:cNvSpPr/>
                <p:nvPr/>
              </p:nvSpPr>
              <p:spPr>
                <a:xfrm>
                  <a:off x="4810167" y="3601567"/>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9597;p58"/>
                <p:cNvSpPr/>
                <p:nvPr/>
              </p:nvSpPr>
              <p:spPr>
                <a:xfrm>
                  <a:off x="4824348" y="3611241"/>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 name="Google Shape;9598;p58"/>
              <p:cNvGrpSpPr/>
              <p:nvPr/>
            </p:nvGrpSpPr>
            <p:grpSpPr>
              <a:xfrm>
                <a:off x="4831002" y="3373230"/>
                <a:ext cx="31405" cy="26898"/>
                <a:chOff x="4831002" y="3373230"/>
                <a:chExt cx="31405" cy="26898"/>
              </a:xfrm>
            </p:grpSpPr>
            <p:sp>
              <p:nvSpPr>
                <p:cNvPr id="435" name="Google Shape;9599;p58"/>
                <p:cNvSpPr/>
                <p:nvPr/>
              </p:nvSpPr>
              <p:spPr>
                <a:xfrm>
                  <a:off x="4831002" y="3373230"/>
                  <a:ext cx="31405" cy="26898"/>
                </a:xfrm>
                <a:custGeom>
                  <a:avLst/>
                  <a:gdLst/>
                  <a:ahLst/>
                  <a:cxnLst/>
                  <a:rect l="l" t="t" r="r" b="b"/>
                  <a:pathLst>
                    <a:path w="3993" h="3420" extrusionOk="0">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9600;p58"/>
                <p:cNvSpPr/>
                <p:nvPr/>
              </p:nvSpPr>
              <p:spPr>
                <a:xfrm>
                  <a:off x="4845182" y="3382896"/>
                  <a:ext cx="7519" cy="7621"/>
                </a:xfrm>
                <a:custGeom>
                  <a:avLst/>
                  <a:gdLst/>
                  <a:ahLst/>
                  <a:cxnLst/>
                  <a:rect l="l" t="t" r="r" b="b"/>
                  <a:pathLst>
                    <a:path w="956" h="969" extrusionOk="0">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 name="Google Shape;9601;p58"/>
              <p:cNvGrpSpPr/>
              <p:nvPr/>
            </p:nvGrpSpPr>
            <p:grpSpPr>
              <a:xfrm>
                <a:off x="4719311" y="3355054"/>
                <a:ext cx="31499" cy="27001"/>
                <a:chOff x="4719311" y="3355054"/>
                <a:chExt cx="31499" cy="27001"/>
              </a:xfrm>
            </p:grpSpPr>
            <p:sp>
              <p:nvSpPr>
                <p:cNvPr id="433" name="Google Shape;9602;p58"/>
                <p:cNvSpPr/>
                <p:nvPr/>
              </p:nvSpPr>
              <p:spPr>
                <a:xfrm>
                  <a:off x="4719311" y="3355054"/>
                  <a:ext cx="31499" cy="27001"/>
                </a:xfrm>
                <a:custGeom>
                  <a:avLst/>
                  <a:gdLst/>
                  <a:ahLst/>
                  <a:cxnLst/>
                  <a:rect l="l" t="t" r="r" b="b"/>
                  <a:pathLst>
                    <a:path w="4005" h="3433" extrusionOk="0">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9603;p58"/>
                <p:cNvSpPr/>
                <p:nvPr/>
              </p:nvSpPr>
              <p:spPr>
                <a:xfrm>
                  <a:off x="4733578" y="3364822"/>
                  <a:ext cx="7527" cy="7527"/>
                </a:xfrm>
                <a:custGeom>
                  <a:avLst/>
                  <a:gdLst/>
                  <a:ahLst/>
                  <a:cxnLst/>
                  <a:rect l="l" t="t" r="r" b="b"/>
                  <a:pathLst>
                    <a:path w="957" h="957" extrusionOk="0">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 name="Google Shape;9604;p58"/>
              <p:cNvGrpSpPr/>
              <p:nvPr/>
            </p:nvGrpSpPr>
            <p:grpSpPr>
              <a:xfrm>
                <a:off x="4798755" y="3450260"/>
                <a:ext cx="26930" cy="26930"/>
                <a:chOff x="4798755" y="3450260"/>
                <a:chExt cx="26930" cy="26930"/>
              </a:xfrm>
            </p:grpSpPr>
            <p:sp>
              <p:nvSpPr>
                <p:cNvPr id="431" name="Google Shape;9605;p58"/>
                <p:cNvSpPr/>
                <p:nvPr/>
              </p:nvSpPr>
              <p:spPr>
                <a:xfrm>
                  <a:off x="4798755" y="3450260"/>
                  <a:ext cx="26930" cy="26930"/>
                </a:xfrm>
                <a:custGeom>
                  <a:avLst/>
                  <a:gdLst/>
                  <a:ahLst/>
                  <a:cxnLst/>
                  <a:rect l="l" t="t" r="r" b="b"/>
                  <a:pathLst>
                    <a:path w="3424" h="3424" extrusionOk="0">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9606;p58"/>
                <p:cNvSpPr/>
                <p:nvPr/>
              </p:nvSpPr>
              <p:spPr>
                <a:xfrm>
                  <a:off x="4807218" y="3459871"/>
                  <a:ext cx="8856" cy="7605"/>
                </a:xfrm>
                <a:custGeom>
                  <a:avLst/>
                  <a:gdLst/>
                  <a:ahLst/>
                  <a:cxnLst/>
                  <a:rect l="l" t="t" r="r" b="b"/>
                  <a:pathLst>
                    <a:path w="1126" h="967" extrusionOk="0">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9607;p58"/>
              <p:cNvGrpSpPr/>
              <p:nvPr/>
            </p:nvGrpSpPr>
            <p:grpSpPr>
              <a:xfrm>
                <a:off x="4645576" y="3467555"/>
                <a:ext cx="31405" cy="26953"/>
                <a:chOff x="4645576" y="3467555"/>
                <a:chExt cx="31405" cy="26953"/>
              </a:xfrm>
            </p:grpSpPr>
            <p:sp>
              <p:nvSpPr>
                <p:cNvPr id="429" name="Google Shape;9608;p58"/>
                <p:cNvSpPr/>
                <p:nvPr/>
              </p:nvSpPr>
              <p:spPr>
                <a:xfrm>
                  <a:off x="4645576" y="3467555"/>
                  <a:ext cx="31405" cy="26953"/>
                </a:xfrm>
                <a:custGeom>
                  <a:avLst/>
                  <a:gdLst/>
                  <a:ahLst/>
                  <a:cxnLst/>
                  <a:rect l="l" t="t" r="r" b="b"/>
                  <a:pathLst>
                    <a:path w="3993" h="3427" extrusionOk="0">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9609;p58"/>
                <p:cNvSpPr/>
                <p:nvPr/>
              </p:nvSpPr>
              <p:spPr>
                <a:xfrm>
                  <a:off x="4659749" y="3477182"/>
                  <a:ext cx="7527" cy="7621"/>
                </a:xfrm>
                <a:custGeom>
                  <a:avLst/>
                  <a:gdLst/>
                  <a:ahLst/>
                  <a:cxnLst/>
                  <a:rect l="l" t="t" r="r" b="b"/>
                  <a:pathLst>
                    <a:path w="957" h="969" extrusionOk="0">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 name="Google Shape;9610;p58"/>
              <p:cNvGrpSpPr/>
              <p:nvPr/>
            </p:nvGrpSpPr>
            <p:grpSpPr>
              <a:xfrm>
                <a:off x="4687631" y="3583965"/>
                <a:ext cx="31499" cy="26898"/>
                <a:chOff x="4687631" y="3583965"/>
                <a:chExt cx="31499" cy="26898"/>
              </a:xfrm>
            </p:grpSpPr>
            <p:sp>
              <p:nvSpPr>
                <p:cNvPr id="427" name="Google Shape;9611;p58"/>
                <p:cNvSpPr/>
                <p:nvPr/>
              </p:nvSpPr>
              <p:spPr>
                <a:xfrm>
                  <a:off x="4687631" y="3583965"/>
                  <a:ext cx="31499" cy="26898"/>
                </a:xfrm>
                <a:custGeom>
                  <a:avLst/>
                  <a:gdLst/>
                  <a:ahLst/>
                  <a:cxnLst/>
                  <a:rect l="l" t="t" r="r" b="b"/>
                  <a:pathLst>
                    <a:path w="4005" h="3420" extrusionOk="0">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9612;p58"/>
                <p:cNvSpPr/>
                <p:nvPr/>
              </p:nvSpPr>
              <p:spPr>
                <a:xfrm>
                  <a:off x="4700568" y="3593639"/>
                  <a:ext cx="8950" cy="7582"/>
                </a:xfrm>
                <a:custGeom>
                  <a:avLst/>
                  <a:gdLst/>
                  <a:ahLst/>
                  <a:cxnLst/>
                  <a:rect l="l" t="t" r="r" b="b"/>
                  <a:pathLst>
                    <a:path w="1138" h="964" extrusionOk="0">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 name="Google Shape;9613;p58"/>
              <p:cNvGrpSpPr/>
              <p:nvPr/>
            </p:nvGrpSpPr>
            <p:grpSpPr>
              <a:xfrm>
                <a:off x="4719311" y="3471314"/>
                <a:ext cx="31499" cy="27001"/>
                <a:chOff x="4719311" y="3471314"/>
                <a:chExt cx="31499" cy="27001"/>
              </a:xfrm>
            </p:grpSpPr>
            <p:sp>
              <p:nvSpPr>
                <p:cNvPr id="425" name="Google Shape;9614;p58"/>
                <p:cNvSpPr/>
                <p:nvPr/>
              </p:nvSpPr>
              <p:spPr>
                <a:xfrm>
                  <a:off x="4719311" y="3471314"/>
                  <a:ext cx="31499" cy="27001"/>
                </a:xfrm>
                <a:custGeom>
                  <a:avLst/>
                  <a:gdLst/>
                  <a:ahLst/>
                  <a:cxnLst/>
                  <a:rect l="l" t="t" r="r" b="b"/>
                  <a:pathLst>
                    <a:path w="4005" h="3433" extrusionOk="0">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9615;p58"/>
                <p:cNvSpPr/>
                <p:nvPr/>
              </p:nvSpPr>
              <p:spPr>
                <a:xfrm>
                  <a:off x="4732249"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 name="Google Shape;9616;p58"/>
              <p:cNvGrpSpPr/>
              <p:nvPr/>
            </p:nvGrpSpPr>
            <p:grpSpPr>
              <a:xfrm>
                <a:off x="4719311" y="3434404"/>
                <a:ext cx="31499" cy="26898"/>
                <a:chOff x="4719311" y="3434404"/>
                <a:chExt cx="31499" cy="26898"/>
              </a:xfrm>
            </p:grpSpPr>
            <p:sp>
              <p:nvSpPr>
                <p:cNvPr id="423" name="Google Shape;9617;p58"/>
                <p:cNvSpPr/>
                <p:nvPr/>
              </p:nvSpPr>
              <p:spPr>
                <a:xfrm>
                  <a:off x="4719311" y="343440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9618;p58"/>
                <p:cNvSpPr/>
                <p:nvPr/>
              </p:nvSpPr>
              <p:spPr>
                <a:xfrm>
                  <a:off x="4732249" y="3444078"/>
                  <a:ext cx="8856" cy="7582"/>
                </a:xfrm>
                <a:custGeom>
                  <a:avLst/>
                  <a:gdLst/>
                  <a:ahLst/>
                  <a:cxnLst/>
                  <a:rect l="l" t="t" r="r" b="b"/>
                  <a:pathLst>
                    <a:path w="1126" h="964" extrusionOk="0">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 name="Google Shape;9619;p58"/>
              <p:cNvGrpSpPr/>
              <p:nvPr/>
            </p:nvGrpSpPr>
            <p:grpSpPr>
              <a:xfrm>
                <a:off x="4768876" y="3401772"/>
                <a:ext cx="31499" cy="26898"/>
                <a:chOff x="4768876" y="3401772"/>
                <a:chExt cx="31499" cy="26898"/>
              </a:xfrm>
            </p:grpSpPr>
            <p:sp>
              <p:nvSpPr>
                <p:cNvPr id="421" name="Google Shape;9620;p58"/>
                <p:cNvSpPr/>
                <p:nvPr/>
              </p:nvSpPr>
              <p:spPr>
                <a:xfrm>
                  <a:off x="4768876" y="3401772"/>
                  <a:ext cx="31499" cy="26898"/>
                </a:xfrm>
                <a:custGeom>
                  <a:avLst/>
                  <a:gdLst/>
                  <a:ahLst/>
                  <a:cxnLst/>
                  <a:rect l="l" t="t" r="r" b="b"/>
                  <a:pathLst>
                    <a:path w="4005" h="3420" extrusionOk="0">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9621;p58"/>
                <p:cNvSpPr/>
                <p:nvPr/>
              </p:nvSpPr>
              <p:spPr>
                <a:xfrm>
                  <a:off x="4783057" y="3411438"/>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 name="Google Shape;9622;p58"/>
              <p:cNvGrpSpPr/>
              <p:nvPr/>
            </p:nvGrpSpPr>
            <p:grpSpPr>
              <a:xfrm>
                <a:off x="4762214" y="3471377"/>
                <a:ext cx="26938" cy="26938"/>
                <a:chOff x="4762214" y="3471377"/>
                <a:chExt cx="26938" cy="26938"/>
              </a:xfrm>
            </p:grpSpPr>
            <p:sp>
              <p:nvSpPr>
                <p:cNvPr id="419" name="Google Shape;9623;p58"/>
                <p:cNvSpPr/>
                <p:nvPr/>
              </p:nvSpPr>
              <p:spPr>
                <a:xfrm>
                  <a:off x="4762214" y="3471377"/>
                  <a:ext cx="26938" cy="26938"/>
                </a:xfrm>
                <a:custGeom>
                  <a:avLst/>
                  <a:gdLst/>
                  <a:ahLst/>
                  <a:cxnLst/>
                  <a:rect l="l" t="t" r="r" b="b"/>
                  <a:pathLst>
                    <a:path w="3425" h="3425" extrusionOk="0">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9624;p58"/>
                <p:cNvSpPr/>
                <p:nvPr/>
              </p:nvSpPr>
              <p:spPr>
                <a:xfrm>
                  <a:off x="4770591"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 name="Google Shape;9625;p58"/>
              <p:cNvGrpSpPr/>
              <p:nvPr/>
            </p:nvGrpSpPr>
            <p:grpSpPr>
              <a:xfrm>
                <a:off x="4790473" y="3344782"/>
                <a:ext cx="31405" cy="26898"/>
                <a:chOff x="4790473" y="3344782"/>
                <a:chExt cx="31405" cy="26898"/>
              </a:xfrm>
            </p:grpSpPr>
            <p:sp>
              <p:nvSpPr>
                <p:cNvPr id="417" name="Google Shape;9626;p58"/>
                <p:cNvSpPr/>
                <p:nvPr/>
              </p:nvSpPr>
              <p:spPr>
                <a:xfrm>
                  <a:off x="4790473" y="3344782"/>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9627;p58"/>
                <p:cNvSpPr/>
                <p:nvPr/>
              </p:nvSpPr>
              <p:spPr>
                <a:xfrm>
                  <a:off x="4804654" y="3354456"/>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9628;p58"/>
              <p:cNvGrpSpPr/>
              <p:nvPr/>
            </p:nvGrpSpPr>
            <p:grpSpPr>
              <a:xfrm>
                <a:off x="4823774" y="3950733"/>
                <a:ext cx="37398" cy="32034"/>
                <a:chOff x="4823774" y="3950733"/>
                <a:chExt cx="37398" cy="32034"/>
              </a:xfrm>
            </p:grpSpPr>
            <p:sp>
              <p:nvSpPr>
                <p:cNvPr id="415" name="Google Shape;9629;p58"/>
                <p:cNvSpPr/>
                <p:nvPr/>
              </p:nvSpPr>
              <p:spPr>
                <a:xfrm>
                  <a:off x="4823774" y="3950733"/>
                  <a:ext cx="37398" cy="32034"/>
                </a:xfrm>
                <a:custGeom>
                  <a:avLst/>
                  <a:gdLst/>
                  <a:ahLst/>
                  <a:cxnLst/>
                  <a:rect l="l" t="t" r="r" b="b"/>
                  <a:pathLst>
                    <a:path w="4755" h="4073" extrusionOk="0">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9630;p58"/>
                <p:cNvSpPr/>
                <p:nvPr/>
              </p:nvSpPr>
              <p:spPr>
                <a:xfrm>
                  <a:off x="4836617" y="3960407"/>
                  <a:ext cx="14849" cy="12718"/>
                </a:xfrm>
                <a:custGeom>
                  <a:avLst/>
                  <a:gdLst/>
                  <a:ahLst/>
                  <a:cxnLst/>
                  <a:rect l="l" t="t" r="r" b="b"/>
                  <a:pathLst>
                    <a:path w="1888" h="1617" extrusionOk="0">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9631;p58"/>
              <p:cNvGrpSpPr/>
              <p:nvPr/>
            </p:nvGrpSpPr>
            <p:grpSpPr>
              <a:xfrm>
                <a:off x="4823396" y="4110566"/>
                <a:ext cx="31405" cy="26906"/>
                <a:chOff x="4823396" y="4110566"/>
                <a:chExt cx="31405" cy="26906"/>
              </a:xfrm>
            </p:grpSpPr>
            <p:sp>
              <p:nvSpPr>
                <p:cNvPr id="413" name="Google Shape;9632;p58"/>
                <p:cNvSpPr/>
                <p:nvPr/>
              </p:nvSpPr>
              <p:spPr>
                <a:xfrm>
                  <a:off x="4823396" y="4110566"/>
                  <a:ext cx="31405" cy="26906"/>
                </a:xfrm>
                <a:custGeom>
                  <a:avLst/>
                  <a:gdLst/>
                  <a:ahLst/>
                  <a:cxnLst/>
                  <a:rect l="l" t="t" r="r" b="b"/>
                  <a:pathLst>
                    <a:path w="3993" h="3421" extrusionOk="0">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9633;p58"/>
                <p:cNvSpPr/>
                <p:nvPr/>
              </p:nvSpPr>
              <p:spPr>
                <a:xfrm>
                  <a:off x="4836240" y="4120145"/>
                  <a:ext cx="8950" cy="7684"/>
                </a:xfrm>
                <a:custGeom>
                  <a:avLst/>
                  <a:gdLst/>
                  <a:ahLst/>
                  <a:cxnLst/>
                  <a:rect l="l" t="t" r="r" b="b"/>
                  <a:pathLst>
                    <a:path w="1138" h="977" extrusionOk="0">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9634;p58"/>
              <p:cNvGrpSpPr/>
              <p:nvPr/>
            </p:nvGrpSpPr>
            <p:grpSpPr>
              <a:xfrm>
                <a:off x="4838332" y="3821150"/>
                <a:ext cx="31499" cy="26898"/>
                <a:chOff x="4838332" y="3821150"/>
                <a:chExt cx="31499" cy="26898"/>
              </a:xfrm>
            </p:grpSpPr>
            <p:sp>
              <p:nvSpPr>
                <p:cNvPr id="411" name="Google Shape;9635;p58"/>
                <p:cNvSpPr/>
                <p:nvPr/>
              </p:nvSpPr>
              <p:spPr>
                <a:xfrm>
                  <a:off x="4838332" y="3821150"/>
                  <a:ext cx="31499" cy="26898"/>
                </a:xfrm>
                <a:custGeom>
                  <a:avLst/>
                  <a:gdLst/>
                  <a:ahLst/>
                  <a:cxnLst/>
                  <a:rect l="l" t="t" r="r" b="b"/>
                  <a:pathLst>
                    <a:path w="4005" h="3420" extrusionOk="0">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9636;p58"/>
                <p:cNvSpPr/>
                <p:nvPr/>
              </p:nvSpPr>
              <p:spPr>
                <a:xfrm>
                  <a:off x="4851270" y="3830824"/>
                  <a:ext cx="8950" cy="7582"/>
                </a:xfrm>
                <a:custGeom>
                  <a:avLst/>
                  <a:gdLst/>
                  <a:ahLst/>
                  <a:cxnLst/>
                  <a:rect l="l" t="t" r="r" b="b"/>
                  <a:pathLst>
                    <a:path w="1138" h="964" extrusionOk="0">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9637;p58"/>
              <p:cNvGrpSpPr/>
              <p:nvPr/>
            </p:nvGrpSpPr>
            <p:grpSpPr>
              <a:xfrm>
                <a:off x="4661275" y="3815007"/>
                <a:ext cx="36824" cy="31523"/>
                <a:chOff x="4661275" y="3815007"/>
                <a:chExt cx="36824" cy="31523"/>
              </a:xfrm>
            </p:grpSpPr>
            <p:sp>
              <p:nvSpPr>
                <p:cNvPr id="409" name="Google Shape;9638;p58"/>
                <p:cNvSpPr/>
                <p:nvPr/>
              </p:nvSpPr>
              <p:spPr>
                <a:xfrm>
                  <a:off x="4661275" y="3815007"/>
                  <a:ext cx="36824" cy="31523"/>
                </a:xfrm>
                <a:custGeom>
                  <a:avLst/>
                  <a:gdLst/>
                  <a:ahLst/>
                  <a:cxnLst/>
                  <a:rect l="l" t="t" r="r" b="b"/>
                  <a:pathLst>
                    <a:path w="4682" h="4008" extrusionOk="0">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9639;p58"/>
                <p:cNvSpPr/>
                <p:nvPr/>
              </p:nvSpPr>
              <p:spPr>
                <a:xfrm>
                  <a:off x="4676211" y="3824736"/>
                  <a:ext cx="12183" cy="12183"/>
                </a:xfrm>
                <a:custGeom>
                  <a:avLst/>
                  <a:gdLst/>
                  <a:ahLst/>
                  <a:cxnLst/>
                  <a:rect l="l" t="t" r="r" b="b"/>
                  <a:pathLst>
                    <a:path w="1549" h="1549" extrusionOk="0">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9640;p58"/>
              <p:cNvGrpSpPr/>
              <p:nvPr/>
            </p:nvGrpSpPr>
            <p:grpSpPr>
              <a:xfrm>
                <a:off x="4558998" y="3851037"/>
                <a:ext cx="33591" cy="28699"/>
                <a:chOff x="4558998" y="3851037"/>
                <a:chExt cx="33591" cy="28699"/>
              </a:xfrm>
            </p:grpSpPr>
            <p:sp>
              <p:nvSpPr>
                <p:cNvPr id="407" name="Google Shape;9641;p58"/>
                <p:cNvSpPr/>
                <p:nvPr/>
              </p:nvSpPr>
              <p:spPr>
                <a:xfrm>
                  <a:off x="4558998" y="3851037"/>
                  <a:ext cx="33591" cy="28699"/>
                </a:xfrm>
                <a:custGeom>
                  <a:avLst/>
                  <a:gdLst/>
                  <a:ahLst/>
                  <a:cxnLst/>
                  <a:rect l="l" t="t" r="r" b="b"/>
                  <a:pathLst>
                    <a:path w="4271" h="3649" extrusionOk="0">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9642;p58"/>
                <p:cNvSpPr/>
                <p:nvPr/>
              </p:nvSpPr>
              <p:spPr>
                <a:xfrm>
                  <a:off x="4573557" y="3860695"/>
                  <a:ext cx="9328" cy="9430"/>
                </a:xfrm>
                <a:custGeom>
                  <a:avLst/>
                  <a:gdLst/>
                  <a:ahLst/>
                  <a:cxnLst/>
                  <a:rect l="l" t="t" r="r" b="b"/>
                  <a:pathLst>
                    <a:path w="1186" h="1199" extrusionOk="0">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9643;p58"/>
              <p:cNvGrpSpPr/>
              <p:nvPr/>
            </p:nvGrpSpPr>
            <p:grpSpPr>
              <a:xfrm>
                <a:off x="4696762" y="3638587"/>
                <a:ext cx="33591" cy="28794"/>
                <a:chOff x="4696762" y="3638587"/>
                <a:chExt cx="33591" cy="28794"/>
              </a:xfrm>
            </p:grpSpPr>
            <p:sp>
              <p:nvSpPr>
                <p:cNvPr id="405" name="Google Shape;9644;p58"/>
                <p:cNvSpPr/>
                <p:nvPr/>
              </p:nvSpPr>
              <p:spPr>
                <a:xfrm>
                  <a:off x="4696762" y="3638587"/>
                  <a:ext cx="33591" cy="28794"/>
                </a:xfrm>
                <a:custGeom>
                  <a:avLst/>
                  <a:gdLst/>
                  <a:ahLst/>
                  <a:cxnLst/>
                  <a:rect l="l" t="t" r="r" b="b"/>
                  <a:pathLst>
                    <a:path w="4271" h="3661" extrusionOk="0">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9645;p58"/>
                <p:cNvSpPr/>
                <p:nvPr/>
              </p:nvSpPr>
              <p:spPr>
                <a:xfrm>
                  <a:off x="4711320" y="3648245"/>
                  <a:ext cx="9328" cy="9430"/>
                </a:xfrm>
                <a:custGeom>
                  <a:avLst/>
                  <a:gdLst/>
                  <a:ahLst/>
                  <a:cxnLst/>
                  <a:rect l="l" t="t" r="r" b="b"/>
                  <a:pathLst>
                    <a:path w="1186" h="1199" extrusionOk="0">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9646;p58"/>
              <p:cNvGrpSpPr/>
              <p:nvPr/>
            </p:nvGrpSpPr>
            <p:grpSpPr>
              <a:xfrm>
                <a:off x="4929479" y="3939140"/>
                <a:ext cx="33497" cy="28692"/>
                <a:chOff x="4929479" y="3939140"/>
                <a:chExt cx="33497" cy="28692"/>
              </a:xfrm>
            </p:grpSpPr>
            <p:sp>
              <p:nvSpPr>
                <p:cNvPr id="403" name="Google Shape;9647;p58"/>
                <p:cNvSpPr/>
                <p:nvPr/>
              </p:nvSpPr>
              <p:spPr>
                <a:xfrm>
                  <a:off x="4929479" y="3939140"/>
                  <a:ext cx="33497" cy="28692"/>
                </a:xfrm>
                <a:custGeom>
                  <a:avLst/>
                  <a:gdLst/>
                  <a:ahLst/>
                  <a:cxnLst/>
                  <a:rect l="l" t="t" r="r" b="b"/>
                  <a:pathLst>
                    <a:path w="4259" h="3648" extrusionOk="0">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9648;p58"/>
                <p:cNvSpPr/>
                <p:nvPr/>
              </p:nvSpPr>
              <p:spPr>
                <a:xfrm>
                  <a:off x="4943935" y="3948893"/>
                  <a:ext cx="9430" cy="9328"/>
                </a:xfrm>
                <a:custGeom>
                  <a:avLst/>
                  <a:gdLst/>
                  <a:ahLst/>
                  <a:cxnLst/>
                  <a:rect l="l" t="t" r="r" b="b"/>
                  <a:pathLst>
                    <a:path w="1199" h="1186" extrusionOk="0">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9649;p58"/>
              <p:cNvGrpSpPr/>
              <p:nvPr/>
            </p:nvGrpSpPr>
            <p:grpSpPr>
              <a:xfrm>
                <a:off x="4907119" y="3986039"/>
                <a:ext cx="33497" cy="28699"/>
                <a:chOff x="4907119" y="3986039"/>
                <a:chExt cx="33497" cy="28699"/>
              </a:xfrm>
            </p:grpSpPr>
            <p:sp>
              <p:nvSpPr>
                <p:cNvPr id="401" name="Google Shape;9650;p58"/>
                <p:cNvSpPr/>
                <p:nvPr/>
              </p:nvSpPr>
              <p:spPr>
                <a:xfrm>
                  <a:off x="4907119" y="3986039"/>
                  <a:ext cx="33497" cy="28699"/>
                </a:xfrm>
                <a:custGeom>
                  <a:avLst/>
                  <a:gdLst/>
                  <a:ahLst/>
                  <a:cxnLst/>
                  <a:rect l="l" t="t" r="r" b="b"/>
                  <a:pathLst>
                    <a:path w="4259" h="3649" extrusionOk="0">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9651;p58"/>
                <p:cNvSpPr/>
                <p:nvPr/>
              </p:nvSpPr>
              <p:spPr>
                <a:xfrm>
                  <a:off x="4921583" y="3995705"/>
                  <a:ext cx="9422" cy="9328"/>
                </a:xfrm>
                <a:custGeom>
                  <a:avLst/>
                  <a:gdLst/>
                  <a:ahLst/>
                  <a:cxnLst/>
                  <a:rect l="l" t="t" r="r" b="b"/>
                  <a:pathLst>
                    <a:path w="1198" h="1186" extrusionOk="0">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 name="Google Shape;9652;p58"/>
              <p:cNvGrpSpPr/>
              <p:nvPr/>
            </p:nvGrpSpPr>
            <p:grpSpPr>
              <a:xfrm>
                <a:off x="4911783" y="4048102"/>
                <a:ext cx="33591" cy="28762"/>
                <a:chOff x="4911783" y="4048102"/>
                <a:chExt cx="33591" cy="28762"/>
              </a:xfrm>
            </p:grpSpPr>
            <p:sp>
              <p:nvSpPr>
                <p:cNvPr id="399" name="Google Shape;9653;p58"/>
                <p:cNvSpPr/>
                <p:nvPr/>
              </p:nvSpPr>
              <p:spPr>
                <a:xfrm>
                  <a:off x="4911783" y="4048102"/>
                  <a:ext cx="33591" cy="28762"/>
                </a:xfrm>
                <a:custGeom>
                  <a:avLst/>
                  <a:gdLst/>
                  <a:ahLst/>
                  <a:cxnLst/>
                  <a:rect l="l" t="t" r="r" b="b"/>
                  <a:pathLst>
                    <a:path w="4271" h="3657" extrusionOk="0">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9654;p58"/>
                <p:cNvSpPr/>
                <p:nvPr/>
              </p:nvSpPr>
              <p:spPr>
                <a:xfrm>
                  <a:off x="4926333" y="4057831"/>
                  <a:ext cx="9336" cy="9328"/>
                </a:xfrm>
                <a:custGeom>
                  <a:avLst/>
                  <a:gdLst/>
                  <a:ahLst/>
                  <a:cxnLst/>
                  <a:rect l="l" t="t" r="r" b="b"/>
                  <a:pathLst>
                    <a:path w="1187" h="1186" extrusionOk="0">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8" name="Google Shape;9655;p58"/>
              <p:cNvSpPr/>
              <p:nvPr/>
            </p:nvSpPr>
            <p:spPr>
              <a:xfrm>
                <a:off x="4713506" y="3934476"/>
                <a:ext cx="33497" cy="28692"/>
              </a:xfrm>
              <a:custGeom>
                <a:avLst/>
                <a:gdLst/>
                <a:ahLst/>
                <a:cxnLst/>
                <a:rect l="l" t="t" r="r" b="b"/>
                <a:pathLst>
                  <a:path w="4259" h="3648" extrusionOk="0">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9656;p58"/>
              <p:cNvSpPr/>
              <p:nvPr/>
            </p:nvSpPr>
            <p:spPr>
              <a:xfrm>
                <a:off x="4727970" y="3944135"/>
                <a:ext cx="9328" cy="9430"/>
              </a:xfrm>
              <a:custGeom>
                <a:avLst/>
                <a:gdLst/>
                <a:ahLst/>
                <a:cxnLst/>
                <a:rect l="l" t="t" r="r" b="b"/>
                <a:pathLst>
                  <a:path w="1186" h="1199" extrusionOk="0">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 name="Google Shape;9657;p58"/>
              <p:cNvGrpSpPr/>
              <p:nvPr/>
            </p:nvGrpSpPr>
            <p:grpSpPr>
              <a:xfrm>
                <a:off x="4762623" y="3837847"/>
                <a:ext cx="42416" cy="36273"/>
                <a:chOff x="4762623" y="3837847"/>
                <a:chExt cx="42416" cy="36273"/>
              </a:xfrm>
            </p:grpSpPr>
            <p:sp>
              <p:nvSpPr>
                <p:cNvPr id="397" name="Google Shape;9658;p58"/>
                <p:cNvSpPr/>
                <p:nvPr/>
              </p:nvSpPr>
              <p:spPr>
                <a:xfrm>
                  <a:off x="4762623" y="3837847"/>
                  <a:ext cx="42416" cy="36273"/>
                </a:xfrm>
                <a:custGeom>
                  <a:avLst/>
                  <a:gdLst/>
                  <a:ahLst/>
                  <a:cxnLst/>
                  <a:rect l="l" t="t" r="r" b="b"/>
                  <a:pathLst>
                    <a:path w="5393" h="4612" extrusionOk="0">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9659;p58"/>
                <p:cNvSpPr/>
                <p:nvPr/>
              </p:nvSpPr>
              <p:spPr>
                <a:xfrm>
                  <a:off x="4775538" y="3847568"/>
                  <a:ext cx="19796" cy="16957"/>
                </a:xfrm>
                <a:custGeom>
                  <a:avLst/>
                  <a:gdLst/>
                  <a:ahLst/>
                  <a:cxnLst/>
                  <a:rect l="l" t="t" r="r" b="b"/>
                  <a:pathLst>
                    <a:path w="2517" h="2156" extrusionOk="0">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9660;p58"/>
              <p:cNvGrpSpPr/>
              <p:nvPr/>
            </p:nvGrpSpPr>
            <p:grpSpPr>
              <a:xfrm>
                <a:off x="4746044" y="4104966"/>
                <a:ext cx="33497" cy="28699"/>
                <a:chOff x="4746044" y="4104966"/>
                <a:chExt cx="33497" cy="28699"/>
              </a:xfrm>
            </p:grpSpPr>
            <p:sp>
              <p:nvSpPr>
                <p:cNvPr id="395" name="Google Shape;9661;p58"/>
                <p:cNvSpPr/>
                <p:nvPr/>
              </p:nvSpPr>
              <p:spPr>
                <a:xfrm>
                  <a:off x="4746044" y="4104966"/>
                  <a:ext cx="33497" cy="28699"/>
                </a:xfrm>
                <a:custGeom>
                  <a:avLst/>
                  <a:gdLst/>
                  <a:ahLst/>
                  <a:cxnLst/>
                  <a:rect l="l" t="t" r="r" b="b"/>
                  <a:pathLst>
                    <a:path w="4259" h="3649" extrusionOk="0">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9662;p58"/>
                <p:cNvSpPr/>
                <p:nvPr/>
              </p:nvSpPr>
              <p:spPr>
                <a:xfrm>
                  <a:off x="4758887" y="4114632"/>
                  <a:ext cx="11042" cy="9375"/>
                </a:xfrm>
                <a:custGeom>
                  <a:avLst/>
                  <a:gdLst/>
                  <a:ahLst/>
                  <a:cxnLst/>
                  <a:rect l="l" t="t" r="r" b="b"/>
                  <a:pathLst>
                    <a:path w="1404" h="1192" extrusionOk="0">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 name="Google Shape;9663;p58"/>
              <p:cNvGrpSpPr/>
              <p:nvPr/>
            </p:nvGrpSpPr>
            <p:grpSpPr>
              <a:xfrm>
                <a:off x="4859646" y="4162554"/>
                <a:ext cx="33591" cy="28762"/>
                <a:chOff x="4859646" y="4162554"/>
                <a:chExt cx="33591" cy="28762"/>
              </a:xfrm>
            </p:grpSpPr>
            <p:sp>
              <p:nvSpPr>
                <p:cNvPr id="393" name="Google Shape;9664;p58"/>
                <p:cNvSpPr/>
                <p:nvPr/>
              </p:nvSpPr>
              <p:spPr>
                <a:xfrm>
                  <a:off x="4859646" y="4162554"/>
                  <a:ext cx="33591" cy="28762"/>
                </a:xfrm>
                <a:custGeom>
                  <a:avLst/>
                  <a:gdLst/>
                  <a:ahLst/>
                  <a:cxnLst/>
                  <a:rect l="l" t="t" r="r" b="b"/>
                  <a:pathLst>
                    <a:path w="4271" h="3657" extrusionOk="0">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9665;p58"/>
                <p:cNvSpPr/>
                <p:nvPr/>
              </p:nvSpPr>
              <p:spPr>
                <a:xfrm>
                  <a:off x="4874196" y="4172283"/>
                  <a:ext cx="9336" cy="9336"/>
                </a:xfrm>
                <a:custGeom>
                  <a:avLst/>
                  <a:gdLst/>
                  <a:ahLst/>
                  <a:cxnLst/>
                  <a:rect l="l" t="t" r="r" b="b"/>
                  <a:pathLst>
                    <a:path w="1187" h="1187" extrusionOk="0">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 name="Google Shape;9666;p58"/>
            <p:cNvGrpSpPr/>
            <p:nvPr/>
          </p:nvGrpSpPr>
          <p:grpSpPr>
            <a:xfrm>
              <a:off x="3597785" y="3274438"/>
              <a:ext cx="855610" cy="1122100"/>
              <a:chOff x="3597785" y="3274438"/>
              <a:chExt cx="855610" cy="1122100"/>
            </a:xfrm>
          </p:grpSpPr>
          <p:grpSp>
            <p:nvGrpSpPr>
              <p:cNvPr id="86" name="Google Shape;9667;p58"/>
              <p:cNvGrpSpPr/>
              <p:nvPr/>
            </p:nvGrpSpPr>
            <p:grpSpPr>
              <a:xfrm>
                <a:off x="3617857" y="3284717"/>
                <a:ext cx="826785" cy="1099165"/>
                <a:chOff x="3617857" y="3284717"/>
                <a:chExt cx="826785" cy="1099165"/>
              </a:xfrm>
            </p:grpSpPr>
            <p:sp>
              <p:nvSpPr>
                <p:cNvPr id="224" name="Google Shape;9668;p58"/>
                <p:cNvSpPr/>
                <p:nvPr/>
              </p:nvSpPr>
              <p:spPr>
                <a:xfrm>
                  <a:off x="4155028" y="3869354"/>
                  <a:ext cx="289613" cy="514528"/>
                </a:xfrm>
                <a:custGeom>
                  <a:avLst/>
                  <a:gdLst/>
                  <a:ahLst/>
                  <a:cxnLst/>
                  <a:rect l="l" t="t" r="r" b="b"/>
                  <a:pathLst>
                    <a:path w="36823" h="65420" fill="none" extrusionOk="0">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9669;p58"/>
                <p:cNvSpPr/>
                <p:nvPr/>
              </p:nvSpPr>
              <p:spPr>
                <a:xfrm>
                  <a:off x="3617857" y="3284717"/>
                  <a:ext cx="662957" cy="685970"/>
                </a:xfrm>
                <a:custGeom>
                  <a:avLst/>
                  <a:gdLst/>
                  <a:ahLst/>
                  <a:cxnLst/>
                  <a:rect l="l" t="t" r="r" b="b"/>
                  <a:pathLst>
                    <a:path w="84292" h="87218" fill="none" extrusionOk="0">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9670;p58"/>
                <p:cNvSpPr/>
                <p:nvPr/>
              </p:nvSpPr>
              <p:spPr>
                <a:xfrm>
                  <a:off x="4230666" y="3943372"/>
                  <a:ext cx="15612" cy="77934"/>
                </a:xfrm>
                <a:custGeom>
                  <a:avLst/>
                  <a:gdLst/>
                  <a:ahLst/>
                  <a:cxnLst/>
                  <a:rect l="l" t="t" r="r" b="b"/>
                  <a:pathLst>
                    <a:path w="1985" h="9909" fill="none" extrusionOk="0">
                      <a:moveTo>
                        <a:pt x="1984" y="990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9671;p58"/>
                <p:cNvSpPr/>
                <p:nvPr/>
              </p:nvSpPr>
              <p:spPr>
                <a:xfrm>
                  <a:off x="4230666" y="3902843"/>
                  <a:ext cx="138817" cy="116937"/>
                </a:xfrm>
                <a:custGeom>
                  <a:avLst/>
                  <a:gdLst/>
                  <a:ahLst/>
                  <a:cxnLst/>
                  <a:rect l="l" t="t" r="r" b="b"/>
                  <a:pathLst>
                    <a:path w="17650" h="14868" fill="none" extrusionOk="0">
                      <a:moveTo>
                        <a:pt x="11952" y="14868"/>
                      </a:moveTo>
                      <a:lnTo>
                        <a:pt x="0" y="4670"/>
                      </a:lnTo>
                      <a:lnTo>
                        <a:pt x="9702" y="1"/>
                      </a:lnTo>
                      <a:lnTo>
                        <a:pt x="17649" y="7489"/>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9672;p58"/>
                <p:cNvSpPr/>
                <p:nvPr/>
              </p:nvSpPr>
              <p:spPr>
                <a:xfrm>
                  <a:off x="4234473" y="3939573"/>
                  <a:ext cx="143953" cy="22171"/>
                </a:xfrm>
                <a:custGeom>
                  <a:avLst/>
                  <a:gdLst/>
                  <a:ahLst/>
                  <a:cxnLst/>
                  <a:rect l="l" t="t" r="r" b="b"/>
                  <a:pathLst>
                    <a:path w="18303" h="2819" fill="none" extrusionOk="0">
                      <a:moveTo>
                        <a:pt x="0" y="0"/>
                      </a:moveTo>
                      <a:lnTo>
                        <a:pt x="18303" y="2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9673;p58"/>
                <p:cNvSpPr/>
                <p:nvPr/>
              </p:nvSpPr>
              <p:spPr>
                <a:xfrm>
                  <a:off x="4300405" y="4023579"/>
                  <a:ext cx="24264" cy="112650"/>
                </a:xfrm>
                <a:custGeom>
                  <a:avLst/>
                  <a:gdLst/>
                  <a:ahLst/>
                  <a:cxnLst/>
                  <a:rect l="l" t="t" r="r" b="b"/>
                  <a:pathLst>
                    <a:path w="3085" h="14323" fill="none" extrusionOk="0">
                      <a:moveTo>
                        <a:pt x="0" y="14323"/>
                      </a:moveTo>
                      <a:lnTo>
                        <a:pt x="308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9674;p58"/>
                <p:cNvSpPr/>
                <p:nvPr/>
              </p:nvSpPr>
              <p:spPr>
                <a:xfrm>
                  <a:off x="4324661" y="4019772"/>
                  <a:ext cx="40544" cy="140154"/>
                </a:xfrm>
                <a:custGeom>
                  <a:avLst/>
                  <a:gdLst/>
                  <a:ahLst/>
                  <a:cxnLst/>
                  <a:rect l="l" t="t" r="r" b="b"/>
                  <a:pathLst>
                    <a:path w="5155" h="17820" fill="none" extrusionOk="0">
                      <a:moveTo>
                        <a:pt x="1" y="1"/>
                      </a:moveTo>
                      <a:lnTo>
                        <a:pt x="5154" y="17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9675;p58"/>
                <p:cNvSpPr/>
                <p:nvPr/>
              </p:nvSpPr>
              <p:spPr>
                <a:xfrm>
                  <a:off x="4324661" y="4019772"/>
                  <a:ext cx="104282" cy="52522"/>
                </a:xfrm>
                <a:custGeom>
                  <a:avLst/>
                  <a:gdLst/>
                  <a:ahLst/>
                  <a:cxnLst/>
                  <a:rect l="l" t="t" r="r" b="b"/>
                  <a:pathLst>
                    <a:path w="13259" h="6678" fill="none" extrusionOk="0">
                      <a:moveTo>
                        <a:pt x="1" y="1"/>
                      </a:moveTo>
                      <a:lnTo>
                        <a:pt x="13259" y="667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9676;p58"/>
                <p:cNvSpPr/>
                <p:nvPr/>
              </p:nvSpPr>
              <p:spPr>
                <a:xfrm>
                  <a:off x="4328467" y="3989901"/>
                  <a:ext cx="113421" cy="29879"/>
                </a:xfrm>
                <a:custGeom>
                  <a:avLst/>
                  <a:gdLst/>
                  <a:ahLst/>
                  <a:cxnLst/>
                  <a:rect l="l" t="t" r="r" b="b"/>
                  <a:pathLst>
                    <a:path w="14421" h="3799" fill="none" extrusionOk="0">
                      <a:moveTo>
                        <a:pt x="14420" y="0"/>
                      </a:moveTo>
                      <a:lnTo>
                        <a:pt x="1" y="379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9677;p58"/>
                <p:cNvSpPr/>
                <p:nvPr/>
              </p:nvSpPr>
              <p:spPr>
                <a:xfrm>
                  <a:off x="4224193" y="4019772"/>
                  <a:ext cx="23886" cy="76975"/>
                </a:xfrm>
                <a:custGeom>
                  <a:avLst/>
                  <a:gdLst/>
                  <a:ahLst/>
                  <a:cxnLst/>
                  <a:rect l="l" t="t" r="r" b="b"/>
                  <a:pathLst>
                    <a:path w="3037" h="9787" fill="none" extrusionOk="0">
                      <a:moveTo>
                        <a:pt x="1" y="9787"/>
                      </a:moveTo>
                      <a:lnTo>
                        <a:pt x="303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9678;p58"/>
                <p:cNvSpPr/>
                <p:nvPr/>
              </p:nvSpPr>
              <p:spPr>
                <a:xfrm>
                  <a:off x="4248071" y="4019772"/>
                  <a:ext cx="52342" cy="116457"/>
                </a:xfrm>
                <a:custGeom>
                  <a:avLst/>
                  <a:gdLst/>
                  <a:ahLst/>
                  <a:cxnLst/>
                  <a:rect l="l" t="t" r="r" b="b"/>
                  <a:pathLst>
                    <a:path w="6655" h="14807" fill="none" extrusionOk="0">
                      <a:moveTo>
                        <a:pt x="1" y="1"/>
                      </a:moveTo>
                      <a:lnTo>
                        <a:pt x="6654" y="1480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9679;p58"/>
                <p:cNvSpPr/>
                <p:nvPr/>
              </p:nvSpPr>
              <p:spPr>
                <a:xfrm>
                  <a:off x="4300405" y="4138982"/>
                  <a:ext cx="6567" cy="119029"/>
                </a:xfrm>
                <a:custGeom>
                  <a:avLst/>
                  <a:gdLst/>
                  <a:ahLst/>
                  <a:cxnLst/>
                  <a:rect l="l" t="t" r="r" b="b"/>
                  <a:pathLst>
                    <a:path w="835" h="15134" fill="none" extrusionOk="0">
                      <a:moveTo>
                        <a:pt x="0" y="1"/>
                      </a:moveTo>
                      <a:lnTo>
                        <a:pt x="835" y="151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9680;p58"/>
                <p:cNvSpPr/>
                <p:nvPr/>
              </p:nvSpPr>
              <p:spPr>
                <a:xfrm>
                  <a:off x="4219726" y="4200164"/>
                  <a:ext cx="85343" cy="60513"/>
                </a:xfrm>
                <a:custGeom>
                  <a:avLst/>
                  <a:gdLst/>
                  <a:ahLst/>
                  <a:cxnLst/>
                  <a:rect l="l" t="t" r="r" b="b"/>
                  <a:pathLst>
                    <a:path w="10851" h="7694" fill="none" extrusionOk="0">
                      <a:moveTo>
                        <a:pt x="0" y="0"/>
                      </a:moveTo>
                      <a:lnTo>
                        <a:pt x="10851" y="76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9681;p58"/>
                <p:cNvSpPr/>
                <p:nvPr/>
              </p:nvSpPr>
              <p:spPr>
                <a:xfrm>
                  <a:off x="4223430" y="4137275"/>
                  <a:ext cx="81930" cy="15132"/>
                </a:xfrm>
                <a:custGeom>
                  <a:avLst/>
                  <a:gdLst/>
                  <a:ahLst/>
                  <a:cxnLst/>
                  <a:rect l="l" t="t" r="r" b="b"/>
                  <a:pathLst>
                    <a:path w="10417" h="1924" fill="none" extrusionOk="0">
                      <a:moveTo>
                        <a:pt x="1" y="1923"/>
                      </a:moveTo>
                      <a:lnTo>
                        <a:pt x="1041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9682;p58"/>
                <p:cNvSpPr/>
                <p:nvPr/>
              </p:nvSpPr>
              <p:spPr>
                <a:xfrm>
                  <a:off x="4303638" y="4138982"/>
                  <a:ext cx="59947" cy="23894"/>
                </a:xfrm>
                <a:custGeom>
                  <a:avLst/>
                  <a:gdLst/>
                  <a:ahLst/>
                  <a:cxnLst/>
                  <a:rect l="l" t="t" r="r" b="b"/>
                  <a:pathLst>
                    <a:path w="7622" h="3038" fill="none" extrusionOk="0">
                      <a:moveTo>
                        <a:pt x="7621" y="3037"/>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9683;p58"/>
                <p:cNvSpPr/>
                <p:nvPr/>
              </p:nvSpPr>
              <p:spPr>
                <a:xfrm>
                  <a:off x="4201644" y="4267237"/>
                  <a:ext cx="39970" cy="77164"/>
                </a:xfrm>
                <a:custGeom>
                  <a:avLst/>
                  <a:gdLst/>
                  <a:ahLst/>
                  <a:cxnLst/>
                  <a:rect l="l" t="t" r="r" b="b"/>
                  <a:pathLst>
                    <a:path w="5082" h="9811" fill="none" extrusionOk="0">
                      <a:moveTo>
                        <a:pt x="1" y="0"/>
                      </a:moveTo>
                      <a:lnTo>
                        <a:pt x="5081" y="981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9684;p58"/>
                <p:cNvSpPr/>
                <p:nvPr/>
              </p:nvSpPr>
              <p:spPr>
                <a:xfrm>
                  <a:off x="4203831" y="4258003"/>
                  <a:ext cx="103142" cy="9241"/>
                </a:xfrm>
                <a:custGeom>
                  <a:avLst/>
                  <a:gdLst/>
                  <a:ahLst/>
                  <a:cxnLst/>
                  <a:rect l="l" t="t" r="r" b="b"/>
                  <a:pathLst>
                    <a:path w="13114" h="1175" fill="none" extrusionOk="0">
                      <a:moveTo>
                        <a:pt x="1" y="1174"/>
                      </a:moveTo>
                      <a:lnTo>
                        <a:pt x="1311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9685;p58"/>
                <p:cNvSpPr/>
                <p:nvPr/>
              </p:nvSpPr>
              <p:spPr>
                <a:xfrm>
                  <a:off x="4179001" y="3943372"/>
                  <a:ext cx="51673" cy="104951"/>
                </a:xfrm>
                <a:custGeom>
                  <a:avLst/>
                  <a:gdLst/>
                  <a:ahLst/>
                  <a:cxnLst/>
                  <a:rect l="l" t="t" r="r" b="b"/>
                  <a:pathLst>
                    <a:path w="6570" h="13344" fill="none" extrusionOk="0">
                      <a:moveTo>
                        <a:pt x="1" y="13344"/>
                      </a:moveTo>
                      <a:lnTo>
                        <a:pt x="6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9686;p58"/>
                <p:cNvSpPr/>
                <p:nvPr/>
              </p:nvSpPr>
              <p:spPr>
                <a:xfrm>
                  <a:off x="4248071" y="4019772"/>
                  <a:ext cx="76597" cy="8"/>
                </a:xfrm>
                <a:custGeom>
                  <a:avLst/>
                  <a:gdLst/>
                  <a:ahLst/>
                  <a:cxnLst/>
                  <a:rect l="l" t="t" r="r" b="b"/>
                  <a:pathLst>
                    <a:path w="9739" h="1" fill="none" extrusionOk="0">
                      <a:moveTo>
                        <a:pt x="1" y="1"/>
                      </a:moveTo>
                      <a:lnTo>
                        <a:pt x="97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9687;p58"/>
                <p:cNvSpPr/>
                <p:nvPr/>
              </p:nvSpPr>
              <p:spPr>
                <a:xfrm>
                  <a:off x="4219529" y="4138982"/>
                  <a:ext cx="84116" cy="63282"/>
                </a:xfrm>
                <a:custGeom>
                  <a:avLst/>
                  <a:gdLst/>
                  <a:ahLst/>
                  <a:cxnLst/>
                  <a:rect l="l" t="t" r="r" b="b"/>
                  <a:pathLst>
                    <a:path w="10695" h="8046" fill="none" extrusionOk="0">
                      <a:moveTo>
                        <a:pt x="1" y="8045"/>
                      </a:moveTo>
                      <a:lnTo>
                        <a:pt x="1069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9688;p58"/>
                <p:cNvSpPr/>
                <p:nvPr/>
              </p:nvSpPr>
              <p:spPr>
                <a:xfrm>
                  <a:off x="3654964" y="3289853"/>
                  <a:ext cx="46820" cy="63848"/>
                </a:xfrm>
                <a:custGeom>
                  <a:avLst/>
                  <a:gdLst/>
                  <a:ahLst/>
                  <a:cxnLst/>
                  <a:rect l="l" t="t" r="r" b="b"/>
                  <a:pathLst>
                    <a:path w="5953" h="8118" fill="none" extrusionOk="0">
                      <a:moveTo>
                        <a:pt x="1" y="0"/>
                      </a:moveTo>
                      <a:lnTo>
                        <a:pt x="5952" y="811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9689;p58"/>
                <p:cNvSpPr/>
                <p:nvPr/>
              </p:nvSpPr>
              <p:spPr>
                <a:xfrm>
                  <a:off x="3619760" y="3353693"/>
                  <a:ext cx="85736" cy="36730"/>
                </a:xfrm>
                <a:custGeom>
                  <a:avLst/>
                  <a:gdLst/>
                  <a:ahLst/>
                  <a:cxnLst/>
                  <a:rect l="l" t="t" r="r" b="b"/>
                  <a:pathLst>
                    <a:path w="10901" h="4670" fill="none" extrusionOk="0">
                      <a:moveTo>
                        <a:pt x="1" y="4670"/>
                      </a:moveTo>
                      <a:lnTo>
                        <a:pt x="10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9690;p58"/>
                <p:cNvSpPr/>
                <p:nvPr/>
              </p:nvSpPr>
              <p:spPr>
                <a:xfrm>
                  <a:off x="3703011" y="3354739"/>
                  <a:ext cx="70415" cy="79350"/>
                </a:xfrm>
                <a:custGeom>
                  <a:avLst/>
                  <a:gdLst/>
                  <a:ahLst/>
                  <a:cxnLst/>
                  <a:rect l="l" t="t" r="r" b="b"/>
                  <a:pathLst>
                    <a:path w="8953" h="10089" fill="none" extrusionOk="0">
                      <a:moveTo>
                        <a:pt x="1" y="0"/>
                      </a:moveTo>
                      <a:lnTo>
                        <a:pt x="8952"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9691;p58"/>
                <p:cNvSpPr/>
                <p:nvPr/>
              </p:nvSpPr>
              <p:spPr>
                <a:xfrm>
                  <a:off x="3779884" y="3366443"/>
                  <a:ext cx="34449" cy="67647"/>
                </a:xfrm>
                <a:custGeom>
                  <a:avLst/>
                  <a:gdLst/>
                  <a:ahLst/>
                  <a:cxnLst/>
                  <a:rect l="l" t="t" r="r" b="b"/>
                  <a:pathLst>
                    <a:path w="4380" h="8601" fill="none" extrusionOk="0">
                      <a:moveTo>
                        <a:pt x="1" y="8601"/>
                      </a:moveTo>
                      <a:lnTo>
                        <a:pt x="438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9692;p58"/>
                <p:cNvSpPr/>
                <p:nvPr/>
              </p:nvSpPr>
              <p:spPr>
                <a:xfrm>
                  <a:off x="3701776" y="3353693"/>
                  <a:ext cx="116363" cy="12757"/>
                </a:xfrm>
                <a:custGeom>
                  <a:avLst/>
                  <a:gdLst/>
                  <a:ahLst/>
                  <a:cxnLst/>
                  <a:rect l="l" t="t" r="r" b="b"/>
                  <a:pathLst>
                    <a:path w="14795" h="1622" fill="none" extrusionOk="0">
                      <a:moveTo>
                        <a:pt x="14795" y="1621"/>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9693;p58"/>
                <p:cNvSpPr/>
                <p:nvPr/>
              </p:nvSpPr>
              <p:spPr>
                <a:xfrm>
                  <a:off x="3701776" y="3313063"/>
                  <a:ext cx="227204" cy="40638"/>
                </a:xfrm>
                <a:custGeom>
                  <a:avLst/>
                  <a:gdLst/>
                  <a:ahLst/>
                  <a:cxnLst/>
                  <a:rect l="l" t="t" r="r" b="b"/>
                  <a:pathLst>
                    <a:path w="28888" h="5167" fill="none" extrusionOk="0">
                      <a:moveTo>
                        <a:pt x="28887" y="1"/>
                      </a:moveTo>
                      <a:lnTo>
                        <a:pt x="0" y="51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9694;p58"/>
                <p:cNvSpPr/>
                <p:nvPr/>
              </p:nvSpPr>
              <p:spPr>
                <a:xfrm>
                  <a:off x="3888633" y="3313063"/>
                  <a:ext cx="40347" cy="114467"/>
                </a:xfrm>
                <a:custGeom>
                  <a:avLst/>
                  <a:gdLst/>
                  <a:ahLst/>
                  <a:cxnLst/>
                  <a:rect l="l" t="t" r="r" b="b"/>
                  <a:pathLst>
                    <a:path w="5130" h="14554" fill="none" extrusionOk="0">
                      <a:moveTo>
                        <a:pt x="5129" y="1"/>
                      </a:moveTo>
                      <a:lnTo>
                        <a:pt x="0" y="14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9695;p58"/>
                <p:cNvSpPr/>
                <p:nvPr/>
              </p:nvSpPr>
              <p:spPr>
                <a:xfrm>
                  <a:off x="3814325" y="3366443"/>
                  <a:ext cx="74316" cy="61087"/>
                </a:xfrm>
                <a:custGeom>
                  <a:avLst/>
                  <a:gdLst/>
                  <a:ahLst/>
                  <a:cxnLst/>
                  <a:rect l="l" t="t" r="r" b="b"/>
                  <a:pathLst>
                    <a:path w="9449" h="7767" fill="none" extrusionOk="0">
                      <a:moveTo>
                        <a:pt x="1" y="0"/>
                      </a:moveTo>
                      <a:lnTo>
                        <a:pt x="9448" y="77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9696;p58"/>
                <p:cNvSpPr/>
                <p:nvPr/>
              </p:nvSpPr>
              <p:spPr>
                <a:xfrm>
                  <a:off x="3838399" y="3427522"/>
                  <a:ext cx="50242" cy="67749"/>
                </a:xfrm>
                <a:custGeom>
                  <a:avLst/>
                  <a:gdLst/>
                  <a:ahLst/>
                  <a:cxnLst/>
                  <a:rect l="l" t="t" r="r" b="b"/>
                  <a:pathLst>
                    <a:path w="6388" h="8614" fill="none" extrusionOk="0">
                      <a:moveTo>
                        <a:pt x="0" y="8613"/>
                      </a:moveTo>
                      <a:lnTo>
                        <a:pt x="638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9697;p58"/>
                <p:cNvSpPr/>
                <p:nvPr/>
              </p:nvSpPr>
              <p:spPr>
                <a:xfrm>
                  <a:off x="3814325" y="3313063"/>
                  <a:ext cx="114656" cy="53388"/>
                </a:xfrm>
                <a:custGeom>
                  <a:avLst/>
                  <a:gdLst/>
                  <a:ahLst/>
                  <a:cxnLst/>
                  <a:rect l="l" t="t" r="r" b="b"/>
                  <a:pathLst>
                    <a:path w="14578" h="6788" fill="none" extrusionOk="0">
                      <a:moveTo>
                        <a:pt x="1" y="6787"/>
                      </a:moveTo>
                      <a:lnTo>
                        <a:pt x="1457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9698;p58"/>
                <p:cNvSpPr/>
                <p:nvPr/>
              </p:nvSpPr>
              <p:spPr>
                <a:xfrm>
                  <a:off x="3888633" y="3427522"/>
                  <a:ext cx="55377" cy="76212"/>
                </a:xfrm>
                <a:custGeom>
                  <a:avLst/>
                  <a:gdLst/>
                  <a:ahLst/>
                  <a:cxnLst/>
                  <a:rect l="l" t="t" r="r" b="b"/>
                  <a:pathLst>
                    <a:path w="7041" h="9690" fill="none" extrusionOk="0">
                      <a:moveTo>
                        <a:pt x="0" y="0"/>
                      </a:moveTo>
                      <a:lnTo>
                        <a:pt x="7041" y="9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9699;p58"/>
                <p:cNvSpPr/>
                <p:nvPr/>
              </p:nvSpPr>
              <p:spPr>
                <a:xfrm>
                  <a:off x="3944003" y="3406208"/>
                  <a:ext cx="40631" cy="97526"/>
                </a:xfrm>
                <a:custGeom>
                  <a:avLst/>
                  <a:gdLst/>
                  <a:ahLst/>
                  <a:cxnLst/>
                  <a:rect l="l" t="t" r="r" b="b"/>
                  <a:pathLst>
                    <a:path w="5166" h="12400" fill="none" extrusionOk="0">
                      <a:moveTo>
                        <a:pt x="1" y="12400"/>
                      </a:moveTo>
                      <a:lnTo>
                        <a:pt x="516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9700;p58"/>
                <p:cNvSpPr/>
                <p:nvPr/>
              </p:nvSpPr>
              <p:spPr>
                <a:xfrm>
                  <a:off x="3984625" y="3357500"/>
                  <a:ext cx="55291" cy="48716"/>
                </a:xfrm>
                <a:custGeom>
                  <a:avLst/>
                  <a:gdLst/>
                  <a:ahLst/>
                  <a:cxnLst/>
                  <a:rect l="l" t="t" r="r" b="b"/>
                  <a:pathLst>
                    <a:path w="7030" h="6194" fill="none" extrusionOk="0">
                      <a:moveTo>
                        <a:pt x="1" y="6194"/>
                      </a:moveTo>
                      <a:lnTo>
                        <a:pt x="702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9701;p58"/>
                <p:cNvSpPr/>
                <p:nvPr/>
              </p:nvSpPr>
              <p:spPr>
                <a:xfrm>
                  <a:off x="3888633" y="3406208"/>
                  <a:ext cx="96000" cy="21322"/>
                </a:xfrm>
                <a:custGeom>
                  <a:avLst/>
                  <a:gdLst/>
                  <a:ahLst/>
                  <a:cxnLst/>
                  <a:rect l="l" t="t" r="r" b="b"/>
                  <a:pathLst>
                    <a:path w="12206" h="2711" fill="none" extrusionOk="0">
                      <a:moveTo>
                        <a:pt x="0" y="2710"/>
                      </a:moveTo>
                      <a:lnTo>
                        <a:pt x="122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9702;p58"/>
                <p:cNvSpPr/>
                <p:nvPr/>
              </p:nvSpPr>
              <p:spPr>
                <a:xfrm>
                  <a:off x="3984625" y="3406208"/>
                  <a:ext cx="42251" cy="136348"/>
                </a:xfrm>
                <a:custGeom>
                  <a:avLst/>
                  <a:gdLst/>
                  <a:ahLst/>
                  <a:cxnLst/>
                  <a:rect l="l" t="t" r="r" b="b"/>
                  <a:pathLst>
                    <a:path w="5372" h="17336" fill="none" extrusionOk="0">
                      <a:moveTo>
                        <a:pt x="1" y="1"/>
                      </a:moveTo>
                      <a:lnTo>
                        <a:pt x="5372" y="17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9703;p58"/>
                <p:cNvSpPr/>
                <p:nvPr/>
              </p:nvSpPr>
              <p:spPr>
                <a:xfrm>
                  <a:off x="4026868" y="3427522"/>
                  <a:ext cx="35597" cy="115033"/>
                </a:xfrm>
                <a:custGeom>
                  <a:avLst/>
                  <a:gdLst/>
                  <a:ahLst/>
                  <a:cxnLst/>
                  <a:rect l="l" t="t" r="r" b="b"/>
                  <a:pathLst>
                    <a:path w="4526" h="14626" fill="none" extrusionOk="0">
                      <a:moveTo>
                        <a:pt x="1" y="14625"/>
                      </a:moveTo>
                      <a:lnTo>
                        <a:pt x="452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9704;p58"/>
                <p:cNvSpPr/>
                <p:nvPr/>
              </p:nvSpPr>
              <p:spPr>
                <a:xfrm>
                  <a:off x="3876261" y="3542548"/>
                  <a:ext cx="150615" cy="52051"/>
                </a:xfrm>
                <a:custGeom>
                  <a:avLst/>
                  <a:gdLst/>
                  <a:ahLst/>
                  <a:cxnLst/>
                  <a:rect l="l" t="t" r="r" b="b"/>
                  <a:pathLst>
                    <a:path w="19150" h="6618" fill="none" extrusionOk="0">
                      <a:moveTo>
                        <a:pt x="1" y="6617"/>
                      </a:moveTo>
                      <a:lnTo>
                        <a:pt x="1915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9705;p58"/>
                <p:cNvSpPr/>
                <p:nvPr/>
              </p:nvSpPr>
              <p:spPr>
                <a:xfrm>
                  <a:off x="4006702" y="3542548"/>
                  <a:ext cx="20174" cy="99044"/>
                </a:xfrm>
                <a:custGeom>
                  <a:avLst/>
                  <a:gdLst/>
                  <a:ahLst/>
                  <a:cxnLst/>
                  <a:rect l="l" t="t" r="r" b="b"/>
                  <a:pathLst>
                    <a:path w="2565" h="12593" fill="none" extrusionOk="0">
                      <a:moveTo>
                        <a:pt x="2565" y="0"/>
                      </a:moveTo>
                      <a:lnTo>
                        <a:pt x="0" y="1259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9706;p58"/>
                <p:cNvSpPr/>
                <p:nvPr/>
              </p:nvSpPr>
              <p:spPr>
                <a:xfrm>
                  <a:off x="3912700" y="3641584"/>
                  <a:ext cx="97817" cy="41779"/>
                </a:xfrm>
                <a:custGeom>
                  <a:avLst/>
                  <a:gdLst/>
                  <a:ahLst/>
                  <a:cxnLst/>
                  <a:rect l="l" t="t" r="r" b="b"/>
                  <a:pathLst>
                    <a:path w="12437" h="5312" fill="none" extrusionOk="0">
                      <a:moveTo>
                        <a:pt x="1" y="5311"/>
                      </a:moveTo>
                      <a:lnTo>
                        <a:pt x="1243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9707;p58"/>
                <p:cNvSpPr/>
                <p:nvPr/>
              </p:nvSpPr>
              <p:spPr>
                <a:xfrm>
                  <a:off x="3875601" y="3503726"/>
                  <a:ext cx="68410" cy="89158"/>
                </a:xfrm>
                <a:custGeom>
                  <a:avLst/>
                  <a:gdLst/>
                  <a:ahLst/>
                  <a:cxnLst/>
                  <a:rect l="l" t="t" r="r" b="b"/>
                  <a:pathLst>
                    <a:path w="8698" h="11336" fill="none" extrusionOk="0">
                      <a:moveTo>
                        <a:pt x="8698" y="1"/>
                      </a:moveTo>
                      <a:lnTo>
                        <a:pt x="0" y="11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9708;p58"/>
                <p:cNvSpPr/>
                <p:nvPr/>
              </p:nvSpPr>
              <p:spPr>
                <a:xfrm>
                  <a:off x="3944003" y="3503726"/>
                  <a:ext cx="89441" cy="36163"/>
                </a:xfrm>
                <a:custGeom>
                  <a:avLst/>
                  <a:gdLst/>
                  <a:ahLst/>
                  <a:cxnLst/>
                  <a:rect l="l" t="t" r="r" b="b"/>
                  <a:pathLst>
                    <a:path w="11372" h="4598" fill="none" extrusionOk="0">
                      <a:moveTo>
                        <a:pt x="1" y="1"/>
                      </a:moveTo>
                      <a:lnTo>
                        <a:pt x="11372" y="459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9709;p58"/>
                <p:cNvSpPr/>
                <p:nvPr/>
              </p:nvSpPr>
              <p:spPr>
                <a:xfrm>
                  <a:off x="4033436" y="3490599"/>
                  <a:ext cx="132824" cy="49290"/>
                </a:xfrm>
                <a:custGeom>
                  <a:avLst/>
                  <a:gdLst/>
                  <a:ahLst/>
                  <a:cxnLst/>
                  <a:rect l="l" t="t" r="r" b="b"/>
                  <a:pathLst>
                    <a:path w="16888" h="6267" fill="none" extrusionOk="0">
                      <a:moveTo>
                        <a:pt x="1" y="6267"/>
                      </a:moveTo>
                      <a:lnTo>
                        <a:pt x="1688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9710;p58"/>
                <p:cNvSpPr/>
                <p:nvPr/>
              </p:nvSpPr>
              <p:spPr>
                <a:xfrm>
                  <a:off x="4166252" y="3490599"/>
                  <a:ext cx="73459" cy="95528"/>
                </a:xfrm>
                <a:custGeom>
                  <a:avLst/>
                  <a:gdLst/>
                  <a:ahLst/>
                  <a:cxnLst/>
                  <a:rect l="l" t="t" r="r" b="b"/>
                  <a:pathLst>
                    <a:path w="9340" h="12146" fill="none" extrusionOk="0">
                      <a:moveTo>
                        <a:pt x="1" y="0"/>
                      </a:moveTo>
                      <a:lnTo>
                        <a:pt x="9339" y="12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9711;p58"/>
                <p:cNvSpPr/>
                <p:nvPr/>
              </p:nvSpPr>
              <p:spPr>
                <a:xfrm>
                  <a:off x="4027726" y="3539882"/>
                  <a:ext cx="211985" cy="39970"/>
                </a:xfrm>
                <a:custGeom>
                  <a:avLst/>
                  <a:gdLst/>
                  <a:ahLst/>
                  <a:cxnLst/>
                  <a:rect l="l" t="t" r="r" b="b"/>
                  <a:pathLst>
                    <a:path w="26953" h="5082" fill="none" extrusionOk="0">
                      <a:moveTo>
                        <a:pt x="26952" y="508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9712;p58"/>
                <p:cNvSpPr/>
                <p:nvPr/>
              </p:nvSpPr>
              <p:spPr>
                <a:xfrm>
                  <a:off x="4027726" y="3539882"/>
                  <a:ext cx="99720" cy="174878"/>
                </a:xfrm>
                <a:custGeom>
                  <a:avLst/>
                  <a:gdLst/>
                  <a:ahLst/>
                  <a:cxnLst/>
                  <a:rect l="l" t="t" r="r" b="b"/>
                  <a:pathLst>
                    <a:path w="12679" h="22235" fill="none" extrusionOk="0">
                      <a:moveTo>
                        <a:pt x="1" y="1"/>
                      </a:moveTo>
                      <a:lnTo>
                        <a:pt x="12678" y="222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9713;p58"/>
                <p:cNvSpPr/>
                <p:nvPr/>
              </p:nvSpPr>
              <p:spPr>
                <a:xfrm>
                  <a:off x="4027726" y="3539882"/>
                  <a:ext cx="159754" cy="111707"/>
                </a:xfrm>
                <a:custGeom>
                  <a:avLst/>
                  <a:gdLst/>
                  <a:ahLst/>
                  <a:cxnLst/>
                  <a:rect l="l" t="t" r="r" b="b"/>
                  <a:pathLst>
                    <a:path w="20312" h="14203" fill="none" extrusionOk="0">
                      <a:moveTo>
                        <a:pt x="1" y="1"/>
                      </a:moveTo>
                      <a:lnTo>
                        <a:pt x="20311" y="142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9714;p58"/>
                <p:cNvSpPr/>
                <p:nvPr/>
              </p:nvSpPr>
              <p:spPr>
                <a:xfrm>
                  <a:off x="4006702" y="3641584"/>
                  <a:ext cx="120743" cy="73176"/>
                </a:xfrm>
                <a:custGeom>
                  <a:avLst/>
                  <a:gdLst/>
                  <a:ahLst/>
                  <a:cxnLst/>
                  <a:rect l="l" t="t" r="r" b="b"/>
                  <a:pathLst>
                    <a:path w="15352" h="9304" fill="none" extrusionOk="0">
                      <a:moveTo>
                        <a:pt x="0" y="1"/>
                      </a:moveTo>
                      <a:lnTo>
                        <a:pt x="15351" y="930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9715;p58"/>
                <p:cNvSpPr/>
                <p:nvPr/>
              </p:nvSpPr>
              <p:spPr>
                <a:xfrm>
                  <a:off x="4006702" y="3641584"/>
                  <a:ext cx="39773" cy="140249"/>
                </a:xfrm>
                <a:custGeom>
                  <a:avLst/>
                  <a:gdLst/>
                  <a:ahLst/>
                  <a:cxnLst/>
                  <a:rect l="l" t="t" r="r" b="b"/>
                  <a:pathLst>
                    <a:path w="5057" h="17832" fill="none" extrusionOk="0">
                      <a:moveTo>
                        <a:pt x="5057" y="17832"/>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9716;p58"/>
                <p:cNvSpPr/>
                <p:nvPr/>
              </p:nvSpPr>
              <p:spPr>
                <a:xfrm>
                  <a:off x="3996423" y="3784585"/>
                  <a:ext cx="51862" cy="10280"/>
                </a:xfrm>
                <a:custGeom>
                  <a:avLst/>
                  <a:gdLst/>
                  <a:ahLst/>
                  <a:cxnLst/>
                  <a:rect l="l" t="t" r="r" b="b"/>
                  <a:pathLst>
                    <a:path w="6594" h="1307" fill="none" extrusionOk="0">
                      <a:moveTo>
                        <a:pt x="1" y="1307"/>
                      </a:moveTo>
                      <a:lnTo>
                        <a:pt x="65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9717;p58"/>
                <p:cNvSpPr/>
                <p:nvPr/>
              </p:nvSpPr>
              <p:spPr>
                <a:xfrm>
                  <a:off x="4048277" y="3784585"/>
                  <a:ext cx="47583" cy="68890"/>
                </a:xfrm>
                <a:custGeom>
                  <a:avLst/>
                  <a:gdLst/>
                  <a:ahLst/>
                  <a:cxnLst/>
                  <a:rect l="l" t="t" r="r" b="b"/>
                  <a:pathLst>
                    <a:path w="6050" h="8759" fill="none" extrusionOk="0">
                      <a:moveTo>
                        <a:pt x="1" y="0"/>
                      </a:moveTo>
                      <a:lnTo>
                        <a:pt x="6049" y="875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9718;p58"/>
                <p:cNvSpPr/>
                <p:nvPr/>
              </p:nvSpPr>
              <p:spPr>
                <a:xfrm>
                  <a:off x="4095947" y="3788392"/>
                  <a:ext cx="10280" cy="64894"/>
                </a:xfrm>
                <a:custGeom>
                  <a:avLst/>
                  <a:gdLst/>
                  <a:ahLst/>
                  <a:cxnLst/>
                  <a:rect l="l" t="t" r="r" b="b"/>
                  <a:pathLst>
                    <a:path w="1307" h="8251" fill="none" extrusionOk="0">
                      <a:moveTo>
                        <a:pt x="0" y="8250"/>
                      </a:moveTo>
                      <a:lnTo>
                        <a:pt x="130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9719;p58"/>
                <p:cNvSpPr/>
                <p:nvPr/>
              </p:nvSpPr>
              <p:spPr>
                <a:xfrm>
                  <a:off x="4095852" y="3853467"/>
                  <a:ext cx="45672" cy="15895"/>
                </a:xfrm>
                <a:custGeom>
                  <a:avLst/>
                  <a:gdLst/>
                  <a:ahLst/>
                  <a:cxnLst/>
                  <a:rect l="l" t="t" r="r" b="b"/>
                  <a:pathLst>
                    <a:path w="5807" h="2021" fill="none" extrusionOk="0">
                      <a:moveTo>
                        <a:pt x="0" y="0"/>
                      </a:moveTo>
                      <a:lnTo>
                        <a:pt x="5807" y="2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9720;p58"/>
                <p:cNvSpPr/>
                <p:nvPr/>
              </p:nvSpPr>
              <p:spPr>
                <a:xfrm>
                  <a:off x="4138567" y="3868308"/>
                  <a:ext cx="16469" cy="101710"/>
                </a:xfrm>
                <a:custGeom>
                  <a:avLst/>
                  <a:gdLst/>
                  <a:ahLst/>
                  <a:cxnLst/>
                  <a:rect l="l" t="t" r="r" b="b"/>
                  <a:pathLst>
                    <a:path w="2094" h="12932" fill="none" extrusionOk="0">
                      <a:moveTo>
                        <a:pt x="1" y="1"/>
                      </a:moveTo>
                      <a:lnTo>
                        <a:pt x="2093" y="129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9721;p58"/>
                <p:cNvSpPr/>
                <p:nvPr/>
              </p:nvSpPr>
              <p:spPr>
                <a:xfrm>
                  <a:off x="3875601" y="3592876"/>
                  <a:ext cx="131110" cy="48716"/>
                </a:xfrm>
                <a:custGeom>
                  <a:avLst/>
                  <a:gdLst/>
                  <a:ahLst/>
                  <a:cxnLst/>
                  <a:rect l="l" t="t" r="r" b="b"/>
                  <a:pathLst>
                    <a:path w="16670" h="6194" fill="none" extrusionOk="0">
                      <a:moveTo>
                        <a:pt x="0" y="0"/>
                      </a:moveTo>
                      <a:lnTo>
                        <a:pt x="16669" y="61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9722;p58"/>
                <p:cNvSpPr/>
                <p:nvPr/>
              </p:nvSpPr>
              <p:spPr>
                <a:xfrm>
                  <a:off x="4164828" y="3394410"/>
                  <a:ext cx="26458" cy="93153"/>
                </a:xfrm>
                <a:custGeom>
                  <a:avLst/>
                  <a:gdLst/>
                  <a:ahLst/>
                  <a:cxnLst/>
                  <a:rect l="l" t="t" r="r" b="b"/>
                  <a:pathLst>
                    <a:path w="3364" h="11844" fill="none" extrusionOk="0">
                      <a:moveTo>
                        <a:pt x="0" y="11843"/>
                      </a:moveTo>
                      <a:lnTo>
                        <a:pt x="336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9723;p58"/>
                <p:cNvSpPr/>
                <p:nvPr/>
              </p:nvSpPr>
              <p:spPr>
                <a:xfrm>
                  <a:off x="4191278" y="3394410"/>
                  <a:ext cx="86586" cy="52719"/>
                </a:xfrm>
                <a:custGeom>
                  <a:avLst/>
                  <a:gdLst/>
                  <a:ahLst/>
                  <a:cxnLst/>
                  <a:rect l="l" t="t" r="r" b="b"/>
                  <a:pathLst>
                    <a:path w="11009" h="6703" fill="none" extrusionOk="0">
                      <a:moveTo>
                        <a:pt x="0" y="1"/>
                      </a:moveTo>
                      <a:lnTo>
                        <a:pt x="11008" y="6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9724;p58"/>
              <p:cNvGrpSpPr/>
              <p:nvPr/>
            </p:nvGrpSpPr>
            <p:grpSpPr>
              <a:xfrm>
                <a:off x="4180904" y="4251758"/>
                <a:ext cx="37783" cy="32420"/>
                <a:chOff x="4180904" y="4251758"/>
                <a:chExt cx="37783" cy="32420"/>
              </a:xfrm>
            </p:grpSpPr>
            <p:sp>
              <p:nvSpPr>
                <p:cNvPr id="222" name="Google Shape;9725;p58"/>
                <p:cNvSpPr/>
                <p:nvPr/>
              </p:nvSpPr>
              <p:spPr>
                <a:xfrm>
                  <a:off x="4180904" y="4251758"/>
                  <a:ext cx="37783" cy="32420"/>
                </a:xfrm>
                <a:custGeom>
                  <a:avLst/>
                  <a:gdLst/>
                  <a:ahLst/>
                  <a:cxnLst/>
                  <a:rect l="l" t="t" r="r" b="b"/>
                  <a:pathLst>
                    <a:path w="4804" h="4122" extrusionOk="0">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9726;p58"/>
                <p:cNvSpPr/>
                <p:nvPr/>
              </p:nvSpPr>
              <p:spPr>
                <a:xfrm>
                  <a:off x="4196037" y="426143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9727;p58"/>
              <p:cNvGrpSpPr/>
              <p:nvPr/>
            </p:nvGrpSpPr>
            <p:grpSpPr>
              <a:xfrm>
                <a:off x="4201644" y="4081324"/>
                <a:ext cx="37783" cy="32364"/>
                <a:chOff x="4201644" y="4081324"/>
                <a:chExt cx="37783" cy="32364"/>
              </a:xfrm>
            </p:grpSpPr>
            <p:sp>
              <p:nvSpPr>
                <p:cNvPr id="220" name="Google Shape;9728;p58"/>
                <p:cNvSpPr/>
                <p:nvPr/>
              </p:nvSpPr>
              <p:spPr>
                <a:xfrm>
                  <a:off x="4201644" y="4081324"/>
                  <a:ext cx="37783" cy="32364"/>
                </a:xfrm>
                <a:custGeom>
                  <a:avLst/>
                  <a:gdLst/>
                  <a:ahLst/>
                  <a:cxnLst/>
                  <a:rect l="l" t="t" r="r" b="b"/>
                  <a:pathLst>
                    <a:path w="4804" h="4115" extrusionOk="0">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9729;p58"/>
                <p:cNvSpPr/>
                <p:nvPr/>
              </p:nvSpPr>
              <p:spPr>
                <a:xfrm>
                  <a:off x="4214582" y="4091037"/>
                  <a:ext cx="15235" cy="13040"/>
                </a:xfrm>
                <a:custGeom>
                  <a:avLst/>
                  <a:gdLst/>
                  <a:ahLst/>
                  <a:cxnLst/>
                  <a:rect l="l" t="t" r="r" b="b"/>
                  <a:pathLst>
                    <a:path w="1937" h="1658" extrusionOk="0">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9730;p58"/>
              <p:cNvGrpSpPr/>
              <p:nvPr/>
            </p:nvGrpSpPr>
            <p:grpSpPr>
              <a:xfrm>
                <a:off x="4284416" y="3887428"/>
                <a:ext cx="37783" cy="32451"/>
                <a:chOff x="4284416" y="3887428"/>
                <a:chExt cx="37783" cy="32451"/>
              </a:xfrm>
            </p:grpSpPr>
            <p:sp>
              <p:nvSpPr>
                <p:cNvPr id="218" name="Google Shape;9731;p58"/>
                <p:cNvSpPr/>
                <p:nvPr/>
              </p:nvSpPr>
              <p:spPr>
                <a:xfrm>
                  <a:off x="4284416" y="3887428"/>
                  <a:ext cx="37783" cy="32451"/>
                </a:xfrm>
                <a:custGeom>
                  <a:avLst/>
                  <a:gdLst/>
                  <a:ahLst/>
                  <a:cxnLst/>
                  <a:rect l="l" t="t" r="r" b="b"/>
                  <a:pathLst>
                    <a:path w="4804" h="4126" extrusionOk="0">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9732;p58"/>
                <p:cNvSpPr/>
                <p:nvPr/>
              </p:nvSpPr>
              <p:spPr>
                <a:xfrm>
                  <a:off x="4299548" y="3897039"/>
                  <a:ext cx="13040" cy="13048"/>
                </a:xfrm>
                <a:custGeom>
                  <a:avLst/>
                  <a:gdLst/>
                  <a:ahLst/>
                  <a:cxnLst/>
                  <a:rect l="l" t="t" r="r" b="b"/>
                  <a:pathLst>
                    <a:path w="1658" h="1659" extrusionOk="0">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 name="Google Shape;9733;p58"/>
              <p:cNvGrpSpPr/>
              <p:nvPr/>
            </p:nvGrpSpPr>
            <p:grpSpPr>
              <a:xfrm>
                <a:off x="4223721" y="3860404"/>
                <a:ext cx="37870" cy="32364"/>
                <a:chOff x="4223721" y="3860404"/>
                <a:chExt cx="37870" cy="32364"/>
              </a:xfrm>
            </p:grpSpPr>
            <p:sp>
              <p:nvSpPr>
                <p:cNvPr id="216" name="Google Shape;9734;p58"/>
                <p:cNvSpPr/>
                <p:nvPr/>
              </p:nvSpPr>
              <p:spPr>
                <a:xfrm>
                  <a:off x="4223721" y="3860404"/>
                  <a:ext cx="37870" cy="32364"/>
                </a:xfrm>
                <a:custGeom>
                  <a:avLst/>
                  <a:gdLst/>
                  <a:ahLst/>
                  <a:cxnLst/>
                  <a:rect l="l" t="t" r="r" b="b"/>
                  <a:pathLst>
                    <a:path w="4815" h="4115" extrusionOk="0">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9735;p58"/>
                <p:cNvSpPr/>
                <p:nvPr/>
              </p:nvSpPr>
              <p:spPr>
                <a:xfrm>
                  <a:off x="4238846" y="3870117"/>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736;p58"/>
              <p:cNvGrpSpPr/>
              <p:nvPr/>
            </p:nvGrpSpPr>
            <p:grpSpPr>
              <a:xfrm>
                <a:off x="4104889" y="3699242"/>
                <a:ext cx="37776" cy="32357"/>
                <a:chOff x="4104889" y="3699242"/>
                <a:chExt cx="37776" cy="32357"/>
              </a:xfrm>
            </p:grpSpPr>
            <p:sp>
              <p:nvSpPr>
                <p:cNvPr id="214" name="Google Shape;9737;p58"/>
                <p:cNvSpPr/>
                <p:nvPr/>
              </p:nvSpPr>
              <p:spPr>
                <a:xfrm>
                  <a:off x="4104889" y="3699242"/>
                  <a:ext cx="37776" cy="32357"/>
                </a:xfrm>
                <a:custGeom>
                  <a:avLst/>
                  <a:gdLst/>
                  <a:ahLst/>
                  <a:cxnLst/>
                  <a:rect l="l" t="t" r="r" b="b"/>
                  <a:pathLst>
                    <a:path w="4803" h="4114" extrusionOk="0">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9738;p58"/>
                <p:cNvSpPr/>
                <p:nvPr/>
              </p:nvSpPr>
              <p:spPr>
                <a:xfrm>
                  <a:off x="4120013" y="3708948"/>
                  <a:ext cx="13040" cy="13040"/>
                </a:xfrm>
                <a:custGeom>
                  <a:avLst/>
                  <a:gdLst/>
                  <a:ahLst/>
                  <a:cxnLst/>
                  <a:rect l="l" t="t" r="r" b="b"/>
                  <a:pathLst>
                    <a:path w="1658" h="1658" extrusionOk="0">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739;p58"/>
              <p:cNvGrpSpPr/>
              <p:nvPr/>
            </p:nvGrpSpPr>
            <p:grpSpPr>
              <a:xfrm>
                <a:off x="4143608" y="3475121"/>
                <a:ext cx="37878" cy="32420"/>
                <a:chOff x="4143608" y="3475121"/>
                <a:chExt cx="37878" cy="32420"/>
              </a:xfrm>
            </p:grpSpPr>
            <p:sp>
              <p:nvSpPr>
                <p:cNvPr id="212" name="Google Shape;9740;p58"/>
                <p:cNvSpPr/>
                <p:nvPr/>
              </p:nvSpPr>
              <p:spPr>
                <a:xfrm>
                  <a:off x="4143608" y="3475121"/>
                  <a:ext cx="37878" cy="32420"/>
                </a:xfrm>
                <a:custGeom>
                  <a:avLst/>
                  <a:gdLst/>
                  <a:ahLst/>
                  <a:cxnLst/>
                  <a:rect l="l" t="t" r="r" b="b"/>
                  <a:pathLst>
                    <a:path w="4816" h="4122" extrusionOk="0">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9741;p58"/>
                <p:cNvSpPr/>
                <p:nvPr/>
              </p:nvSpPr>
              <p:spPr>
                <a:xfrm>
                  <a:off x="4158741" y="3484795"/>
                  <a:ext cx="13040" cy="13040"/>
                </a:xfrm>
                <a:custGeom>
                  <a:avLst/>
                  <a:gdLst/>
                  <a:ahLst/>
                  <a:cxnLst/>
                  <a:rect l="l" t="t" r="r" b="b"/>
                  <a:pathLst>
                    <a:path w="1658" h="1658" extrusionOk="0">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9742;p58"/>
              <p:cNvGrpSpPr/>
              <p:nvPr/>
            </p:nvGrpSpPr>
            <p:grpSpPr>
              <a:xfrm>
                <a:off x="4217248" y="3570893"/>
                <a:ext cx="37776" cy="32364"/>
                <a:chOff x="4217248" y="3570893"/>
                <a:chExt cx="37776" cy="32364"/>
              </a:xfrm>
            </p:grpSpPr>
            <p:sp>
              <p:nvSpPr>
                <p:cNvPr id="210" name="Google Shape;9743;p58"/>
                <p:cNvSpPr/>
                <p:nvPr/>
              </p:nvSpPr>
              <p:spPr>
                <a:xfrm>
                  <a:off x="4217248" y="3570893"/>
                  <a:ext cx="37776" cy="32364"/>
                </a:xfrm>
                <a:custGeom>
                  <a:avLst/>
                  <a:gdLst/>
                  <a:ahLst/>
                  <a:cxnLst/>
                  <a:rect l="l" t="t" r="r" b="b"/>
                  <a:pathLst>
                    <a:path w="4803" h="4115" extrusionOk="0">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9744;p58"/>
                <p:cNvSpPr/>
                <p:nvPr/>
              </p:nvSpPr>
              <p:spPr>
                <a:xfrm>
                  <a:off x="4232373" y="3580599"/>
                  <a:ext cx="13048" cy="13048"/>
                </a:xfrm>
                <a:custGeom>
                  <a:avLst/>
                  <a:gdLst/>
                  <a:ahLst/>
                  <a:cxnLst/>
                  <a:rect l="l" t="t" r="r" b="b"/>
                  <a:pathLst>
                    <a:path w="1659" h="1659" extrusionOk="0">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 name="Google Shape;9745;p58"/>
              <p:cNvGrpSpPr/>
              <p:nvPr/>
            </p:nvGrpSpPr>
            <p:grpSpPr>
              <a:xfrm>
                <a:off x="4255307" y="3431612"/>
                <a:ext cx="37776" cy="32451"/>
                <a:chOff x="4255307" y="3431612"/>
                <a:chExt cx="37776" cy="32451"/>
              </a:xfrm>
            </p:grpSpPr>
            <p:sp>
              <p:nvSpPr>
                <p:cNvPr id="208" name="Google Shape;9746;p58"/>
                <p:cNvSpPr/>
                <p:nvPr/>
              </p:nvSpPr>
              <p:spPr>
                <a:xfrm>
                  <a:off x="4255307" y="3431612"/>
                  <a:ext cx="37776" cy="32451"/>
                </a:xfrm>
                <a:custGeom>
                  <a:avLst/>
                  <a:gdLst/>
                  <a:ahLst/>
                  <a:cxnLst/>
                  <a:rect l="l" t="t" r="r" b="b"/>
                  <a:pathLst>
                    <a:path w="4803" h="4126" extrusionOk="0">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9747;p58"/>
                <p:cNvSpPr/>
                <p:nvPr/>
              </p:nvSpPr>
              <p:spPr>
                <a:xfrm>
                  <a:off x="4270432" y="3441317"/>
                  <a:ext cx="13040" cy="13040"/>
                </a:xfrm>
                <a:custGeom>
                  <a:avLst/>
                  <a:gdLst/>
                  <a:ahLst/>
                  <a:cxnLst/>
                  <a:rect l="l" t="t" r="r" b="b"/>
                  <a:pathLst>
                    <a:path w="1658" h="1658" extrusionOk="0">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748;p58"/>
              <p:cNvGrpSpPr/>
              <p:nvPr/>
            </p:nvGrpSpPr>
            <p:grpSpPr>
              <a:xfrm>
                <a:off x="3853052" y="3577398"/>
                <a:ext cx="37776" cy="32420"/>
                <a:chOff x="3853052" y="3577398"/>
                <a:chExt cx="37776" cy="32420"/>
              </a:xfrm>
            </p:grpSpPr>
            <p:sp>
              <p:nvSpPr>
                <p:cNvPr id="206" name="Google Shape;9749;p58"/>
                <p:cNvSpPr/>
                <p:nvPr/>
              </p:nvSpPr>
              <p:spPr>
                <a:xfrm>
                  <a:off x="3853052" y="3577398"/>
                  <a:ext cx="37776" cy="32420"/>
                </a:xfrm>
                <a:custGeom>
                  <a:avLst/>
                  <a:gdLst/>
                  <a:ahLst/>
                  <a:cxnLst/>
                  <a:rect l="l" t="t" r="r" b="b"/>
                  <a:pathLst>
                    <a:path w="4803" h="4122" extrusionOk="0">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9750;p58"/>
                <p:cNvSpPr/>
                <p:nvPr/>
              </p:nvSpPr>
              <p:spPr>
                <a:xfrm>
                  <a:off x="3868176" y="3587072"/>
                  <a:ext cx="13040" cy="13040"/>
                </a:xfrm>
                <a:custGeom>
                  <a:avLst/>
                  <a:gdLst/>
                  <a:ahLst/>
                  <a:cxnLst/>
                  <a:rect l="l" t="t" r="r" b="b"/>
                  <a:pathLst>
                    <a:path w="1658" h="1658" extrusionOk="0">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751;p58"/>
              <p:cNvGrpSpPr/>
              <p:nvPr/>
            </p:nvGrpSpPr>
            <p:grpSpPr>
              <a:xfrm>
                <a:off x="4039908" y="3412107"/>
                <a:ext cx="37776" cy="32357"/>
                <a:chOff x="4039908" y="3412107"/>
                <a:chExt cx="37776" cy="32357"/>
              </a:xfrm>
            </p:grpSpPr>
            <p:sp>
              <p:nvSpPr>
                <p:cNvPr id="204" name="Google Shape;9752;p58"/>
                <p:cNvSpPr/>
                <p:nvPr/>
              </p:nvSpPr>
              <p:spPr>
                <a:xfrm>
                  <a:off x="4039908"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9753;p58"/>
                <p:cNvSpPr/>
                <p:nvPr/>
              </p:nvSpPr>
              <p:spPr>
                <a:xfrm>
                  <a:off x="4055033" y="3421812"/>
                  <a:ext cx="13040" cy="13040"/>
                </a:xfrm>
                <a:custGeom>
                  <a:avLst/>
                  <a:gdLst/>
                  <a:ahLst/>
                  <a:cxnLst/>
                  <a:rect l="l" t="t" r="r" b="b"/>
                  <a:pathLst>
                    <a:path w="1658" h="1658" extrusionOk="0">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54;p58"/>
              <p:cNvGrpSpPr/>
              <p:nvPr/>
            </p:nvGrpSpPr>
            <p:grpSpPr>
              <a:xfrm>
                <a:off x="4017360" y="3342061"/>
                <a:ext cx="37870" cy="32380"/>
                <a:chOff x="4017360" y="3342061"/>
                <a:chExt cx="37870" cy="32380"/>
              </a:xfrm>
            </p:grpSpPr>
            <p:sp>
              <p:nvSpPr>
                <p:cNvPr id="202" name="Google Shape;9755;p58"/>
                <p:cNvSpPr/>
                <p:nvPr/>
              </p:nvSpPr>
              <p:spPr>
                <a:xfrm>
                  <a:off x="4017360" y="3342061"/>
                  <a:ext cx="37870" cy="32380"/>
                </a:xfrm>
                <a:custGeom>
                  <a:avLst/>
                  <a:gdLst/>
                  <a:ahLst/>
                  <a:cxnLst/>
                  <a:rect l="l" t="t" r="r" b="b"/>
                  <a:pathLst>
                    <a:path w="4815" h="4117" extrusionOk="0">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9756;p58"/>
                <p:cNvSpPr/>
                <p:nvPr/>
              </p:nvSpPr>
              <p:spPr>
                <a:xfrm>
                  <a:off x="4032484" y="3351790"/>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 name="Google Shape;9757;p58"/>
              <p:cNvSpPr/>
              <p:nvPr/>
            </p:nvSpPr>
            <p:spPr>
              <a:xfrm>
                <a:off x="3998712" y="3520180"/>
                <a:ext cx="47764" cy="40929"/>
              </a:xfrm>
              <a:custGeom>
                <a:avLst/>
                <a:gdLst/>
                <a:ahLst/>
                <a:cxnLst/>
                <a:rect l="l" t="t" r="r" b="b"/>
                <a:pathLst>
                  <a:path w="6073" h="5204" extrusionOk="0">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758;p58"/>
              <p:cNvSpPr/>
              <p:nvPr/>
            </p:nvSpPr>
            <p:spPr>
              <a:xfrm>
                <a:off x="4011744" y="3529893"/>
                <a:ext cx="25026" cy="21448"/>
              </a:xfrm>
              <a:custGeom>
                <a:avLst/>
                <a:gdLst/>
                <a:ahLst/>
                <a:cxnLst/>
                <a:rect l="l" t="t" r="r" b="b"/>
                <a:pathLst>
                  <a:path w="3182" h="2727" extrusionOk="0">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 name="Google Shape;9759;p58"/>
              <p:cNvGrpSpPr/>
              <p:nvPr/>
            </p:nvGrpSpPr>
            <p:grpSpPr>
              <a:xfrm>
                <a:off x="3750870" y="3418650"/>
                <a:ext cx="37776" cy="32380"/>
                <a:chOff x="3750870" y="3418650"/>
                <a:chExt cx="37776" cy="32380"/>
              </a:xfrm>
            </p:grpSpPr>
            <p:sp>
              <p:nvSpPr>
                <p:cNvPr id="200" name="Google Shape;9760;p58"/>
                <p:cNvSpPr/>
                <p:nvPr/>
              </p:nvSpPr>
              <p:spPr>
                <a:xfrm>
                  <a:off x="3750870" y="3418650"/>
                  <a:ext cx="37776" cy="32380"/>
                </a:xfrm>
                <a:custGeom>
                  <a:avLst/>
                  <a:gdLst/>
                  <a:ahLst/>
                  <a:cxnLst/>
                  <a:rect l="l" t="t" r="r" b="b"/>
                  <a:pathLst>
                    <a:path w="4803" h="4117" extrusionOk="0">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9761;p58"/>
                <p:cNvSpPr/>
                <p:nvPr/>
              </p:nvSpPr>
              <p:spPr>
                <a:xfrm>
                  <a:off x="3765994" y="3428285"/>
                  <a:ext cx="13040" cy="13040"/>
                </a:xfrm>
                <a:custGeom>
                  <a:avLst/>
                  <a:gdLst/>
                  <a:ahLst/>
                  <a:cxnLst/>
                  <a:rect l="l" t="t" r="r" b="b"/>
                  <a:pathLst>
                    <a:path w="1658" h="1658" extrusionOk="0">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 name="Google Shape;9762;p58"/>
              <p:cNvGrpSpPr/>
              <p:nvPr/>
            </p:nvGrpSpPr>
            <p:grpSpPr>
              <a:xfrm>
                <a:off x="3632509" y="3274438"/>
                <a:ext cx="37783" cy="32357"/>
                <a:chOff x="3632509" y="3274438"/>
                <a:chExt cx="37783" cy="32357"/>
              </a:xfrm>
            </p:grpSpPr>
            <p:sp>
              <p:nvSpPr>
                <p:cNvPr id="198" name="Google Shape;9763;p58"/>
                <p:cNvSpPr/>
                <p:nvPr/>
              </p:nvSpPr>
              <p:spPr>
                <a:xfrm>
                  <a:off x="3632509" y="3274438"/>
                  <a:ext cx="37783" cy="32357"/>
                </a:xfrm>
                <a:custGeom>
                  <a:avLst/>
                  <a:gdLst/>
                  <a:ahLst/>
                  <a:cxnLst/>
                  <a:rect l="l" t="t" r="r" b="b"/>
                  <a:pathLst>
                    <a:path w="4804" h="4114" extrusionOk="0">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9764;p58"/>
                <p:cNvSpPr/>
                <p:nvPr/>
              </p:nvSpPr>
              <p:spPr>
                <a:xfrm>
                  <a:off x="3647547" y="3284049"/>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9765;p58"/>
              <p:cNvGrpSpPr/>
              <p:nvPr/>
            </p:nvGrpSpPr>
            <p:grpSpPr>
              <a:xfrm>
                <a:off x="3906424" y="3297561"/>
                <a:ext cx="37776" cy="32451"/>
                <a:chOff x="3906424" y="3297561"/>
                <a:chExt cx="37776" cy="32451"/>
              </a:xfrm>
            </p:grpSpPr>
            <p:sp>
              <p:nvSpPr>
                <p:cNvPr id="196" name="Google Shape;9766;p58"/>
                <p:cNvSpPr/>
                <p:nvPr/>
              </p:nvSpPr>
              <p:spPr>
                <a:xfrm>
                  <a:off x="3906424" y="3297561"/>
                  <a:ext cx="37776" cy="32451"/>
                </a:xfrm>
                <a:custGeom>
                  <a:avLst/>
                  <a:gdLst/>
                  <a:ahLst/>
                  <a:cxnLst/>
                  <a:rect l="l" t="t" r="r" b="b"/>
                  <a:pathLst>
                    <a:path w="4803" h="4126" extrusionOk="0">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9767;p58"/>
                <p:cNvSpPr/>
                <p:nvPr/>
              </p:nvSpPr>
              <p:spPr>
                <a:xfrm>
                  <a:off x="3921548" y="3307361"/>
                  <a:ext cx="13048" cy="13040"/>
                </a:xfrm>
                <a:custGeom>
                  <a:avLst/>
                  <a:gdLst/>
                  <a:ahLst/>
                  <a:cxnLst/>
                  <a:rect l="l" t="t" r="r" b="b"/>
                  <a:pathLst>
                    <a:path w="1659" h="1658" extrusionOk="0">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9768;p58"/>
              <p:cNvGrpSpPr/>
              <p:nvPr/>
            </p:nvGrpSpPr>
            <p:grpSpPr>
              <a:xfrm>
                <a:off x="3866084" y="3412107"/>
                <a:ext cx="37776" cy="32357"/>
                <a:chOff x="3866084" y="3412107"/>
                <a:chExt cx="37776" cy="32357"/>
              </a:xfrm>
            </p:grpSpPr>
            <p:sp>
              <p:nvSpPr>
                <p:cNvPr id="194" name="Google Shape;9769;p58"/>
                <p:cNvSpPr/>
                <p:nvPr/>
              </p:nvSpPr>
              <p:spPr>
                <a:xfrm>
                  <a:off x="3866084"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9770;p58"/>
                <p:cNvSpPr/>
                <p:nvPr/>
              </p:nvSpPr>
              <p:spPr>
                <a:xfrm>
                  <a:off x="3881208" y="3421812"/>
                  <a:ext cx="13048" cy="13040"/>
                </a:xfrm>
                <a:custGeom>
                  <a:avLst/>
                  <a:gdLst/>
                  <a:ahLst/>
                  <a:cxnLst/>
                  <a:rect l="l" t="t" r="r" b="b"/>
                  <a:pathLst>
                    <a:path w="1659" h="1658" extrusionOk="0">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 name="Google Shape;9771;p58"/>
              <p:cNvGrpSpPr/>
              <p:nvPr/>
            </p:nvGrpSpPr>
            <p:grpSpPr>
              <a:xfrm>
                <a:off x="4023919" y="3766409"/>
                <a:ext cx="37783" cy="32357"/>
                <a:chOff x="4023919" y="3766409"/>
                <a:chExt cx="37783" cy="32357"/>
              </a:xfrm>
            </p:grpSpPr>
            <p:sp>
              <p:nvSpPr>
                <p:cNvPr id="192" name="Google Shape;9772;p58"/>
                <p:cNvSpPr/>
                <p:nvPr/>
              </p:nvSpPr>
              <p:spPr>
                <a:xfrm>
                  <a:off x="4023919" y="3766409"/>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9773;p58"/>
                <p:cNvSpPr/>
                <p:nvPr/>
              </p:nvSpPr>
              <p:spPr>
                <a:xfrm>
                  <a:off x="4039051" y="3776115"/>
                  <a:ext cx="13040" cy="13048"/>
                </a:xfrm>
                <a:custGeom>
                  <a:avLst/>
                  <a:gdLst/>
                  <a:ahLst/>
                  <a:cxnLst/>
                  <a:rect l="l" t="t" r="r" b="b"/>
                  <a:pathLst>
                    <a:path w="1658" h="1659" extrusionOk="0">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9774;p58"/>
              <p:cNvGrpSpPr/>
              <p:nvPr/>
            </p:nvGrpSpPr>
            <p:grpSpPr>
              <a:xfrm>
                <a:off x="3973882" y="3779449"/>
                <a:ext cx="37776" cy="32357"/>
                <a:chOff x="3973882" y="3779449"/>
                <a:chExt cx="37776" cy="32357"/>
              </a:xfrm>
            </p:grpSpPr>
            <p:sp>
              <p:nvSpPr>
                <p:cNvPr id="190" name="Google Shape;9775;p58"/>
                <p:cNvSpPr/>
                <p:nvPr/>
              </p:nvSpPr>
              <p:spPr>
                <a:xfrm>
                  <a:off x="3973882" y="3779449"/>
                  <a:ext cx="37776" cy="32357"/>
                </a:xfrm>
                <a:custGeom>
                  <a:avLst/>
                  <a:gdLst/>
                  <a:ahLst/>
                  <a:cxnLst/>
                  <a:rect l="l" t="t" r="r" b="b"/>
                  <a:pathLst>
                    <a:path w="4803" h="4114" extrusionOk="0">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9776;p58"/>
                <p:cNvSpPr/>
                <p:nvPr/>
              </p:nvSpPr>
              <p:spPr>
                <a:xfrm>
                  <a:off x="3989006" y="3789155"/>
                  <a:ext cx="13040" cy="13040"/>
                </a:xfrm>
                <a:custGeom>
                  <a:avLst/>
                  <a:gdLst/>
                  <a:ahLst/>
                  <a:cxnLst/>
                  <a:rect l="l" t="t" r="r" b="b"/>
                  <a:pathLst>
                    <a:path w="1658" h="1658" extrusionOk="0">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9777;p58"/>
              <p:cNvGrpSpPr/>
              <p:nvPr/>
            </p:nvGrpSpPr>
            <p:grpSpPr>
              <a:xfrm>
                <a:off x="4073398" y="3838028"/>
                <a:ext cx="37776" cy="32380"/>
                <a:chOff x="4073398" y="3838028"/>
                <a:chExt cx="37776" cy="32380"/>
              </a:xfrm>
            </p:grpSpPr>
            <p:sp>
              <p:nvSpPr>
                <p:cNvPr id="188" name="Google Shape;9778;p58"/>
                <p:cNvSpPr/>
                <p:nvPr/>
              </p:nvSpPr>
              <p:spPr>
                <a:xfrm>
                  <a:off x="4073398" y="3838028"/>
                  <a:ext cx="37776" cy="32380"/>
                </a:xfrm>
                <a:custGeom>
                  <a:avLst/>
                  <a:gdLst/>
                  <a:ahLst/>
                  <a:cxnLst/>
                  <a:rect l="l" t="t" r="r" b="b"/>
                  <a:pathLst>
                    <a:path w="4803" h="4117" extrusionOk="0">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9779;p58"/>
                <p:cNvSpPr/>
                <p:nvPr/>
              </p:nvSpPr>
              <p:spPr>
                <a:xfrm>
                  <a:off x="4088428" y="3847663"/>
                  <a:ext cx="13040" cy="13040"/>
                </a:xfrm>
                <a:custGeom>
                  <a:avLst/>
                  <a:gdLst/>
                  <a:ahLst/>
                  <a:cxnLst/>
                  <a:rect l="l" t="t" r="r" b="b"/>
                  <a:pathLst>
                    <a:path w="1658" h="1658" extrusionOk="0">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9780;p58"/>
              <p:cNvGrpSpPr/>
              <p:nvPr/>
            </p:nvGrpSpPr>
            <p:grpSpPr>
              <a:xfrm>
                <a:off x="4342672" y="4144496"/>
                <a:ext cx="37752" cy="32364"/>
                <a:chOff x="4342672" y="4144496"/>
                <a:chExt cx="37752" cy="32364"/>
              </a:xfrm>
            </p:grpSpPr>
            <p:sp>
              <p:nvSpPr>
                <p:cNvPr id="186" name="Google Shape;9781;p58"/>
                <p:cNvSpPr/>
                <p:nvPr/>
              </p:nvSpPr>
              <p:spPr>
                <a:xfrm>
                  <a:off x="4342672" y="4144496"/>
                  <a:ext cx="37752" cy="32364"/>
                </a:xfrm>
                <a:custGeom>
                  <a:avLst/>
                  <a:gdLst/>
                  <a:ahLst/>
                  <a:cxnLst/>
                  <a:rect l="l" t="t" r="r" b="b"/>
                  <a:pathLst>
                    <a:path w="4800" h="4115" extrusionOk="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9782;p58"/>
                <p:cNvSpPr/>
                <p:nvPr/>
              </p:nvSpPr>
              <p:spPr>
                <a:xfrm>
                  <a:off x="4355586" y="4154209"/>
                  <a:ext cx="15227" cy="13040"/>
                </a:xfrm>
                <a:custGeom>
                  <a:avLst/>
                  <a:gdLst/>
                  <a:ahLst/>
                  <a:cxnLst/>
                  <a:rect l="l" t="t" r="r" b="b"/>
                  <a:pathLst>
                    <a:path w="1936" h="1658" extrusionOk="0">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 name="Google Shape;9783;p58"/>
              <p:cNvGrpSpPr/>
              <p:nvPr/>
            </p:nvGrpSpPr>
            <p:grpSpPr>
              <a:xfrm>
                <a:off x="4406386" y="4056872"/>
                <a:ext cx="37783" cy="32364"/>
                <a:chOff x="4406386" y="4056872"/>
                <a:chExt cx="37783" cy="32364"/>
              </a:xfrm>
            </p:grpSpPr>
            <p:sp>
              <p:nvSpPr>
                <p:cNvPr id="184" name="Google Shape;9784;p58"/>
                <p:cNvSpPr/>
                <p:nvPr/>
              </p:nvSpPr>
              <p:spPr>
                <a:xfrm>
                  <a:off x="4406386" y="4056872"/>
                  <a:ext cx="37783" cy="32364"/>
                </a:xfrm>
                <a:custGeom>
                  <a:avLst/>
                  <a:gdLst/>
                  <a:ahLst/>
                  <a:cxnLst/>
                  <a:rect l="l" t="t" r="r" b="b"/>
                  <a:pathLst>
                    <a:path w="4804" h="4115" extrusionOk="0">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9785;p58"/>
                <p:cNvSpPr/>
                <p:nvPr/>
              </p:nvSpPr>
              <p:spPr>
                <a:xfrm>
                  <a:off x="4419332" y="4066577"/>
                  <a:ext cx="15227" cy="13017"/>
                </a:xfrm>
                <a:custGeom>
                  <a:avLst/>
                  <a:gdLst/>
                  <a:ahLst/>
                  <a:cxnLst/>
                  <a:rect l="l" t="t" r="r" b="b"/>
                  <a:pathLst>
                    <a:path w="1936" h="1655" extrusionOk="0">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 name="Google Shape;9786;p58"/>
              <p:cNvGrpSpPr/>
              <p:nvPr/>
            </p:nvGrpSpPr>
            <p:grpSpPr>
              <a:xfrm>
                <a:off x="4284416" y="4245254"/>
                <a:ext cx="37783" cy="32357"/>
                <a:chOff x="4284416" y="4245254"/>
                <a:chExt cx="37783" cy="32357"/>
              </a:xfrm>
            </p:grpSpPr>
            <p:sp>
              <p:nvSpPr>
                <p:cNvPr id="182" name="Google Shape;9787;p58"/>
                <p:cNvSpPr/>
                <p:nvPr/>
              </p:nvSpPr>
              <p:spPr>
                <a:xfrm>
                  <a:off x="4284416" y="4245254"/>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9788;p58"/>
                <p:cNvSpPr/>
                <p:nvPr/>
              </p:nvSpPr>
              <p:spPr>
                <a:xfrm>
                  <a:off x="4299548" y="4254959"/>
                  <a:ext cx="13040" cy="13040"/>
                </a:xfrm>
                <a:custGeom>
                  <a:avLst/>
                  <a:gdLst/>
                  <a:ahLst/>
                  <a:cxnLst/>
                  <a:rect l="l" t="t" r="r" b="b"/>
                  <a:pathLst>
                    <a:path w="1658" h="1658" extrusionOk="0">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9789;p58"/>
              <p:cNvGrpSpPr/>
              <p:nvPr/>
            </p:nvGrpSpPr>
            <p:grpSpPr>
              <a:xfrm>
                <a:off x="4219057" y="4331258"/>
                <a:ext cx="37776" cy="32364"/>
                <a:chOff x="4219057" y="4331258"/>
                <a:chExt cx="37776" cy="32364"/>
              </a:xfrm>
            </p:grpSpPr>
            <p:sp>
              <p:nvSpPr>
                <p:cNvPr id="180" name="Google Shape;9790;p58"/>
                <p:cNvSpPr/>
                <p:nvPr/>
              </p:nvSpPr>
              <p:spPr>
                <a:xfrm>
                  <a:off x="4219057" y="4331258"/>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9791;p58"/>
                <p:cNvSpPr/>
                <p:nvPr/>
              </p:nvSpPr>
              <p:spPr>
                <a:xfrm>
                  <a:off x="4231995" y="4340971"/>
                  <a:ext cx="15235" cy="13040"/>
                </a:xfrm>
                <a:custGeom>
                  <a:avLst/>
                  <a:gdLst/>
                  <a:ahLst/>
                  <a:cxnLst/>
                  <a:rect l="l" t="t" r="r" b="b"/>
                  <a:pathLst>
                    <a:path w="1937" h="1658" extrusionOk="0">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 name="Google Shape;9792;p58"/>
              <p:cNvGrpSpPr/>
              <p:nvPr/>
            </p:nvGrpSpPr>
            <p:grpSpPr>
              <a:xfrm>
                <a:off x="4204122" y="4141688"/>
                <a:ext cx="33497" cy="28699"/>
                <a:chOff x="4204122" y="4141688"/>
                <a:chExt cx="33497" cy="28699"/>
              </a:xfrm>
            </p:grpSpPr>
            <p:sp>
              <p:nvSpPr>
                <p:cNvPr id="178" name="Google Shape;9793;p58"/>
                <p:cNvSpPr/>
                <p:nvPr/>
              </p:nvSpPr>
              <p:spPr>
                <a:xfrm>
                  <a:off x="4204122" y="4141688"/>
                  <a:ext cx="33497" cy="28699"/>
                </a:xfrm>
                <a:custGeom>
                  <a:avLst/>
                  <a:gdLst/>
                  <a:ahLst/>
                  <a:cxnLst/>
                  <a:rect l="l" t="t" r="r" b="b"/>
                  <a:pathLst>
                    <a:path w="4259" h="3649" extrusionOk="0">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9794;p58"/>
                <p:cNvSpPr/>
                <p:nvPr/>
              </p:nvSpPr>
              <p:spPr>
                <a:xfrm>
                  <a:off x="4216965" y="4151259"/>
                  <a:ext cx="11042" cy="9399"/>
                </a:xfrm>
                <a:custGeom>
                  <a:avLst/>
                  <a:gdLst/>
                  <a:ahLst/>
                  <a:cxnLst/>
                  <a:rect l="l" t="t" r="r" b="b"/>
                  <a:pathLst>
                    <a:path w="1404" h="1195" extrusionOk="0">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9795;p58"/>
              <p:cNvGrpSpPr/>
              <p:nvPr/>
            </p:nvGrpSpPr>
            <p:grpSpPr>
              <a:xfrm>
                <a:off x="4301546" y="4003869"/>
                <a:ext cx="38916" cy="33324"/>
                <a:chOff x="4301546" y="4003869"/>
                <a:chExt cx="38916" cy="33324"/>
              </a:xfrm>
            </p:grpSpPr>
            <p:sp>
              <p:nvSpPr>
                <p:cNvPr id="176" name="Google Shape;9796;p58"/>
                <p:cNvSpPr/>
                <p:nvPr/>
              </p:nvSpPr>
              <p:spPr>
                <a:xfrm>
                  <a:off x="4301546" y="4003869"/>
                  <a:ext cx="38916" cy="33324"/>
                </a:xfrm>
                <a:custGeom>
                  <a:avLst/>
                  <a:gdLst/>
                  <a:ahLst/>
                  <a:cxnLst/>
                  <a:rect l="l" t="t" r="r" b="b"/>
                  <a:pathLst>
                    <a:path w="4948" h="4237" extrusionOk="0">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9797;p58"/>
                <p:cNvSpPr/>
                <p:nvPr/>
              </p:nvSpPr>
              <p:spPr>
                <a:xfrm>
                  <a:off x="4314389" y="4013590"/>
                  <a:ext cx="16469" cy="14000"/>
                </a:xfrm>
                <a:custGeom>
                  <a:avLst/>
                  <a:gdLst/>
                  <a:ahLst/>
                  <a:cxnLst/>
                  <a:rect l="l" t="t" r="r" b="b"/>
                  <a:pathLst>
                    <a:path w="2094" h="1780" extrusionOk="0">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 name="Google Shape;9798;p58"/>
              <p:cNvGrpSpPr/>
              <p:nvPr/>
            </p:nvGrpSpPr>
            <p:grpSpPr>
              <a:xfrm>
                <a:off x="4210681" y="3924669"/>
                <a:ext cx="36549" cy="31366"/>
                <a:chOff x="4210681" y="3924669"/>
                <a:chExt cx="36549" cy="31366"/>
              </a:xfrm>
            </p:grpSpPr>
            <p:sp>
              <p:nvSpPr>
                <p:cNvPr id="174" name="Google Shape;9799;p58"/>
                <p:cNvSpPr/>
                <p:nvPr/>
              </p:nvSpPr>
              <p:spPr>
                <a:xfrm>
                  <a:off x="4210681" y="3924669"/>
                  <a:ext cx="36549" cy="31366"/>
                </a:xfrm>
                <a:custGeom>
                  <a:avLst/>
                  <a:gdLst/>
                  <a:ahLst/>
                  <a:cxnLst/>
                  <a:rect l="l" t="t" r="r" b="b"/>
                  <a:pathLst>
                    <a:path w="4647" h="3988" extrusionOk="0">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9800;p58"/>
                <p:cNvSpPr/>
                <p:nvPr/>
              </p:nvSpPr>
              <p:spPr>
                <a:xfrm>
                  <a:off x="4225625" y="3934335"/>
                  <a:ext cx="11994" cy="11994"/>
                </a:xfrm>
                <a:custGeom>
                  <a:avLst/>
                  <a:gdLst/>
                  <a:ahLst/>
                  <a:cxnLst/>
                  <a:rect l="l" t="t" r="r" b="b"/>
                  <a:pathLst>
                    <a:path w="1525" h="1525" extrusionOk="0">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 name="Google Shape;9801;p58"/>
              <p:cNvGrpSpPr/>
              <p:nvPr/>
            </p:nvGrpSpPr>
            <p:grpSpPr>
              <a:xfrm>
                <a:off x="3987771" y="3628874"/>
                <a:ext cx="31499" cy="26993"/>
                <a:chOff x="3987771" y="3628874"/>
                <a:chExt cx="31499" cy="26993"/>
              </a:xfrm>
            </p:grpSpPr>
            <p:sp>
              <p:nvSpPr>
                <p:cNvPr id="172" name="Google Shape;9802;p58"/>
                <p:cNvSpPr/>
                <p:nvPr/>
              </p:nvSpPr>
              <p:spPr>
                <a:xfrm>
                  <a:off x="3987771" y="3628874"/>
                  <a:ext cx="31499" cy="26993"/>
                </a:xfrm>
                <a:custGeom>
                  <a:avLst/>
                  <a:gdLst/>
                  <a:ahLst/>
                  <a:cxnLst/>
                  <a:rect l="l" t="t" r="r" b="b"/>
                  <a:pathLst>
                    <a:path w="4005" h="3432" extrusionOk="0">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9803;p58"/>
                <p:cNvSpPr/>
                <p:nvPr/>
              </p:nvSpPr>
              <p:spPr>
                <a:xfrm>
                  <a:off x="4000709" y="3638540"/>
                  <a:ext cx="8856" cy="7605"/>
                </a:xfrm>
                <a:custGeom>
                  <a:avLst/>
                  <a:gdLst/>
                  <a:ahLst/>
                  <a:cxnLst/>
                  <a:rect l="l" t="t" r="r" b="b"/>
                  <a:pathLst>
                    <a:path w="1126" h="967" extrusionOk="0">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9804;p58"/>
              <p:cNvGrpSpPr/>
              <p:nvPr/>
            </p:nvGrpSpPr>
            <p:grpSpPr>
              <a:xfrm>
                <a:off x="4087382" y="3775674"/>
                <a:ext cx="31405" cy="26898"/>
                <a:chOff x="4087382" y="3775674"/>
                <a:chExt cx="31405" cy="26898"/>
              </a:xfrm>
            </p:grpSpPr>
            <p:sp>
              <p:nvSpPr>
                <p:cNvPr id="170" name="Google Shape;9805;p58"/>
                <p:cNvSpPr/>
                <p:nvPr/>
              </p:nvSpPr>
              <p:spPr>
                <a:xfrm>
                  <a:off x="4087382" y="3775674"/>
                  <a:ext cx="31405" cy="26898"/>
                </a:xfrm>
                <a:custGeom>
                  <a:avLst/>
                  <a:gdLst/>
                  <a:ahLst/>
                  <a:cxnLst/>
                  <a:rect l="l" t="t" r="r" b="b"/>
                  <a:pathLst>
                    <a:path w="3993" h="3420" extrusionOk="0">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9806;p58"/>
                <p:cNvSpPr/>
                <p:nvPr/>
              </p:nvSpPr>
              <p:spPr>
                <a:xfrm>
                  <a:off x="4101460" y="3785348"/>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9807;p58"/>
              <p:cNvGrpSpPr/>
              <p:nvPr/>
            </p:nvGrpSpPr>
            <p:grpSpPr>
              <a:xfrm>
                <a:off x="4118873" y="3856637"/>
                <a:ext cx="31405" cy="26906"/>
                <a:chOff x="4118873" y="3856637"/>
                <a:chExt cx="31405" cy="26906"/>
              </a:xfrm>
            </p:grpSpPr>
            <p:sp>
              <p:nvSpPr>
                <p:cNvPr id="168" name="Google Shape;9808;p58"/>
                <p:cNvSpPr/>
                <p:nvPr/>
              </p:nvSpPr>
              <p:spPr>
                <a:xfrm>
                  <a:off x="4118873" y="3856637"/>
                  <a:ext cx="31405" cy="26906"/>
                </a:xfrm>
                <a:custGeom>
                  <a:avLst/>
                  <a:gdLst/>
                  <a:ahLst/>
                  <a:cxnLst/>
                  <a:rect l="l" t="t" r="r" b="b"/>
                  <a:pathLst>
                    <a:path w="3993" h="3421" extrusionOk="0">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9809;p58"/>
                <p:cNvSpPr/>
                <p:nvPr/>
              </p:nvSpPr>
              <p:spPr>
                <a:xfrm>
                  <a:off x="4133046" y="3866310"/>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 name="Google Shape;9810;p58"/>
              <p:cNvGrpSpPr/>
              <p:nvPr/>
            </p:nvGrpSpPr>
            <p:grpSpPr>
              <a:xfrm>
                <a:off x="4168541" y="3639523"/>
                <a:ext cx="31499" cy="26906"/>
                <a:chOff x="4168541" y="3639523"/>
                <a:chExt cx="31499" cy="26906"/>
              </a:xfrm>
            </p:grpSpPr>
            <p:sp>
              <p:nvSpPr>
                <p:cNvPr id="166" name="Google Shape;9811;p58"/>
                <p:cNvSpPr/>
                <p:nvPr/>
              </p:nvSpPr>
              <p:spPr>
                <a:xfrm>
                  <a:off x="4168541" y="3639523"/>
                  <a:ext cx="31499" cy="26906"/>
                </a:xfrm>
                <a:custGeom>
                  <a:avLst/>
                  <a:gdLst/>
                  <a:ahLst/>
                  <a:cxnLst/>
                  <a:rect l="l" t="t" r="r" b="b"/>
                  <a:pathLst>
                    <a:path w="4005" h="3421" extrusionOk="0">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9812;p58"/>
                <p:cNvSpPr/>
                <p:nvPr/>
              </p:nvSpPr>
              <p:spPr>
                <a:xfrm>
                  <a:off x="4182713" y="3649197"/>
                  <a:ext cx="7716" cy="7621"/>
                </a:xfrm>
                <a:custGeom>
                  <a:avLst/>
                  <a:gdLst/>
                  <a:ahLst/>
                  <a:cxnLst/>
                  <a:rect l="l" t="t" r="r" b="b"/>
                  <a:pathLst>
                    <a:path w="981" h="969" extrusionOk="0">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9813;p58"/>
              <p:cNvGrpSpPr/>
              <p:nvPr/>
            </p:nvGrpSpPr>
            <p:grpSpPr>
              <a:xfrm>
                <a:off x="3965789" y="3393545"/>
                <a:ext cx="31405" cy="26945"/>
                <a:chOff x="3965789" y="3393545"/>
                <a:chExt cx="31405" cy="26945"/>
              </a:xfrm>
            </p:grpSpPr>
            <p:sp>
              <p:nvSpPr>
                <p:cNvPr id="164" name="Google Shape;9814;p58"/>
                <p:cNvSpPr/>
                <p:nvPr/>
              </p:nvSpPr>
              <p:spPr>
                <a:xfrm>
                  <a:off x="3965789" y="3393545"/>
                  <a:ext cx="31405" cy="26945"/>
                </a:xfrm>
                <a:custGeom>
                  <a:avLst/>
                  <a:gdLst/>
                  <a:ahLst/>
                  <a:cxnLst/>
                  <a:rect l="l" t="t" r="r" b="b"/>
                  <a:pathLst>
                    <a:path w="3993" h="3426" extrusionOk="0">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9815;p58"/>
                <p:cNvSpPr/>
                <p:nvPr/>
              </p:nvSpPr>
              <p:spPr>
                <a:xfrm>
                  <a:off x="3978632" y="3403259"/>
                  <a:ext cx="8950" cy="7590"/>
                </a:xfrm>
                <a:custGeom>
                  <a:avLst/>
                  <a:gdLst/>
                  <a:ahLst/>
                  <a:cxnLst/>
                  <a:rect l="l" t="t" r="r" b="b"/>
                  <a:pathLst>
                    <a:path w="1138" h="965" extrusionOk="0">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9816;p58"/>
              <p:cNvGrpSpPr/>
              <p:nvPr/>
            </p:nvGrpSpPr>
            <p:grpSpPr>
              <a:xfrm>
                <a:off x="3925166" y="3491008"/>
                <a:ext cx="31405" cy="27001"/>
                <a:chOff x="3925166" y="3491008"/>
                <a:chExt cx="31405" cy="27001"/>
              </a:xfrm>
            </p:grpSpPr>
            <p:sp>
              <p:nvSpPr>
                <p:cNvPr id="162" name="Google Shape;9817;p58"/>
                <p:cNvSpPr/>
                <p:nvPr/>
              </p:nvSpPr>
              <p:spPr>
                <a:xfrm>
                  <a:off x="3925166" y="3491008"/>
                  <a:ext cx="31405" cy="27001"/>
                </a:xfrm>
                <a:custGeom>
                  <a:avLst/>
                  <a:gdLst/>
                  <a:ahLst/>
                  <a:cxnLst/>
                  <a:rect l="l" t="t" r="r" b="b"/>
                  <a:pathLst>
                    <a:path w="3993" h="3433" extrusionOk="0">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9818;p58"/>
                <p:cNvSpPr/>
                <p:nvPr/>
              </p:nvSpPr>
              <p:spPr>
                <a:xfrm>
                  <a:off x="3939339" y="3500682"/>
                  <a:ext cx="7621" cy="7621"/>
                </a:xfrm>
                <a:custGeom>
                  <a:avLst/>
                  <a:gdLst/>
                  <a:ahLst/>
                  <a:cxnLst/>
                  <a:rect l="l" t="t" r="r" b="b"/>
                  <a:pathLst>
                    <a:path w="969" h="969" extrusionOk="0">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9819;p58"/>
              <p:cNvGrpSpPr/>
              <p:nvPr/>
            </p:nvGrpSpPr>
            <p:grpSpPr>
              <a:xfrm>
                <a:off x="3682845" y="3340976"/>
                <a:ext cx="31397" cy="26898"/>
                <a:chOff x="3682845" y="3340976"/>
                <a:chExt cx="31397" cy="26898"/>
              </a:xfrm>
            </p:grpSpPr>
            <p:sp>
              <p:nvSpPr>
                <p:cNvPr id="160" name="Google Shape;9820;p58"/>
                <p:cNvSpPr/>
                <p:nvPr/>
              </p:nvSpPr>
              <p:spPr>
                <a:xfrm>
                  <a:off x="3682845" y="3340976"/>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9821;p58"/>
                <p:cNvSpPr/>
                <p:nvPr/>
              </p:nvSpPr>
              <p:spPr>
                <a:xfrm>
                  <a:off x="3695783" y="3350650"/>
                  <a:ext cx="8856" cy="7645"/>
                </a:xfrm>
                <a:custGeom>
                  <a:avLst/>
                  <a:gdLst/>
                  <a:ahLst/>
                  <a:cxnLst/>
                  <a:rect l="l" t="t" r="r" b="b"/>
                  <a:pathLst>
                    <a:path w="1126" h="972" extrusionOk="0">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9822;p58"/>
              <p:cNvGrpSpPr/>
              <p:nvPr/>
            </p:nvGrpSpPr>
            <p:grpSpPr>
              <a:xfrm>
                <a:off x="3795393" y="3353725"/>
                <a:ext cx="31499" cy="26993"/>
                <a:chOff x="3795393" y="3353725"/>
                <a:chExt cx="31499" cy="26993"/>
              </a:xfrm>
            </p:grpSpPr>
            <p:sp>
              <p:nvSpPr>
                <p:cNvPr id="158" name="Google Shape;9823;p58"/>
                <p:cNvSpPr/>
                <p:nvPr/>
              </p:nvSpPr>
              <p:spPr>
                <a:xfrm>
                  <a:off x="3795393" y="3353725"/>
                  <a:ext cx="31499" cy="26993"/>
                </a:xfrm>
                <a:custGeom>
                  <a:avLst/>
                  <a:gdLst/>
                  <a:ahLst/>
                  <a:cxnLst/>
                  <a:rect l="l" t="t" r="r" b="b"/>
                  <a:pathLst>
                    <a:path w="4005" h="3432" extrusionOk="0">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9824;p58"/>
                <p:cNvSpPr/>
                <p:nvPr/>
              </p:nvSpPr>
              <p:spPr>
                <a:xfrm>
                  <a:off x="3809668" y="3363399"/>
                  <a:ext cx="7613" cy="7613"/>
                </a:xfrm>
                <a:custGeom>
                  <a:avLst/>
                  <a:gdLst/>
                  <a:ahLst/>
                  <a:cxnLst/>
                  <a:rect l="l" t="t" r="r" b="b"/>
                  <a:pathLst>
                    <a:path w="968" h="968" extrusionOk="0">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9825;p58"/>
              <p:cNvGrpSpPr/>
              <p:nvPr/>
            </p:nvGrpSpPr>
            <p:grpSpPr>
              <a:xfrm>
                <a:off x="4176909" y="4363221"/>
                <a:ext cx="38924" cy="33316"/>
                <a:chOff x="4176909" y="4363221"/>
                <a:chExt cx="38924" cy="33316"/>
              </a:xfrm>
            </p:grpSpPr>
            <p:sp>
              <p:nvSpPr>
                <p:cNvPr id="156" name="Google Shape;9826;p58"/>
                <p:cNvSpPr/>
                <p:nvPr/>
              </p:nvSpPr>
              <p:spPr>
                <a:xfrm>
                  <a:off x="4176909" y="4363221"/>
                  <a:ext cx="38924" cy="33316"/>
                </a:xfrm>
                <a:custGeom>
                  <a:avLst/>
                  <a:gdLst/>
                  <a:ahLst/>
                  <a:cxnLst/>
                  <a:rect l="l" t="t" r="r" b="b"/>
                  <a:pathLst>
                    <a:path w="4949" h="4236" extrusionOk="0">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9827;p58"/>
                <p:cNvSpPr/>
                <p:nvPr/>
              </p:nvSpPr>
              <p:spPr>
                <a:xfrm>
                  <a:off x="4192230" y="4372934"/>
                  <a:ext cx="13897" cy="13992"/>
                </a:xfrm>
                <a:custGeom>
                  <a:avLst/>
                  <a:gdLst/>
                  <a:ahLst/>
                  <a:cxnLst/>
                  <a:rect l="l" t="t" r="r" b="b"/>
                  <a:pathLst>
                    <a:path w="1767" h="1779" extrusionOk="0">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9828;p58"/>
              <p:cNvGrpSpPr/>
              <p:nvPr/>
            </p:nvGrpSpPr>
            <p:grpSpPr>
              <a:xfrm>
                <a:off x="4226191" y="4007660"/>
                <a:ext cx="33560" cy="28770"/>
                <a:chOff x="4226191" y="4007660"/>
                <a:chExt cx="33560" cy="28770"/>
              </a:xfrm>
            </p:grpSpPr>
            <p:sp>
              <p:nvSpPr>
                <p:cNvPr id="154" name="Google Shape;9829;p58"/>
                <p:cNvSpPr/>
                <p:nvPr/>
              </p:nvSpPr>
              <p:spPr>
                <a:xfrm>
                  <a:off x="4226191" y="4007660"/>
                  <a:ext cx="33560" cy="28770"/>
                </a:xfrm>
                <a:custGeom>
                  <a:avLst/>
                  <a:gdLst/>
                  <a:ahLst/>
                  <a:cxnLst/>
                  <a:rect l="l" t="t" r="r" b="b"/>
                  <a:pathLst>
                    <a:path w="4267" h="3658" extrusionOk="0">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9830;p58"/>
                <p:cNvSpPr/>
                <p:nvPr/>
              </p:nvSpPr>
              <p:spPr>
                <a:xfrm>
                  <a:off x="4239129" y="4017397"/>
                  <a:ext cx="10948" cy="9383"/>
                </a:xfrm>
                <a:custGeom>
                  <a:avLst/>
                  <a:gdLst/>
                  <a:ahLst/>
                  <a:cxnLst/>
                  <a:rect l="l" t="t" r="r" b="b"/>
                  <a:pathLst>
                    <a:path w="1392" h="1193" extrusionOk="0">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 name="Google Shape;9831;p58"/>
              <p:cNvGrpSpPr/>
              <p:nvPr/>
            </p:nvGrpSpPr>
            <p:grpSpPr>
              <a:xfrm>
                <a:off x="3597785" y="3377045"/>
                <a:ext cx="33591" cy="28699"/>
                <a:chOff x="3597785" y="3377045"/>
                <a:chExt cx="33591" cy="28699"/>
              </a:xfrm>
            </p:grpSpPr>
            <p:sp>
              <p:nvSpPr>
                <p:cNvPr id="152" name="Google Shape;9832;p58"/>
                <p:cNvSpPr/>
                <p:nvPr/>
              </p:nvSpPr>
              <p:spPr>
                <a:xfrm>
                  <a:off x="3597785" y="3377045"/>
                  <a:ext cx="33591" cy="28699"/>
                </a:xfrm>
                <a:custGeom>
                  <a:avLst/>
                  <a:gdLst/>
                  <a:ahLst/>
                  <a:cxnLst/>
                  <a:rect l="l" t="t" r="r" b="b"/>
                  <a:pathLst>
                    <a:path w="4271" h="3649" extrusionOk="0">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9833;p58"/>
                <p:cNvSpPr/>
                <p:nvPr/>
              </p:nvSpPr>
              <p:spPr>
                <a:xfrm>
                  <a:off x="3612343" y="3386703"/>
                  <a:ext cx="9328" cy="9336"/>
                </a:xfrm>
                <a:custGeom>
                  <a:avLst/>
                  <a:gdLst/>
                  <a:ahLst/>
                  <a:cxnLst/>
                  <a:rect l="l" t="t" r="r" b="b"/>
                  <a:pathLst>
                    <a:path w="1186" h="1187" extrusionOk="0">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9834;p58"/>
              <p:cNvGrpSpPr/>
              <p:nvPr/>
            </p:nvGrpSpPr>
            <p:grpSpPr>
              <a:xfrm>
                <a:off x="3887870" y="3669796"/>
                <a:ext cx="33591" cy="28692"/>
                <a:chOff x="3887870" y="3669796"/>
                <a:chExt cx="33591" cy="28692"/>
              </a:xfrm>
            </p:grpSpPr>
            <p:sp>
              <p:nvSpPr>
                <p:cNvPr id="150" name="Google Shape;9835;p58"/>
                <p:cNvSpPr/>
                <p:nvPr/>
              </p:nvSpPr>
              <p:spPr>
                <a:xfrm>
                  <a:off x="3887870" y="3669796"/>
                  <a:ext cx="33591" cy="28692"/>
                </a:xfrm>
                <a:custGeom>
                  <a:avLst/>
                  <a:gdLst/>
                  <a:ahLst/>
                  <a:cxnLst/>
                  <a:rect l="l" t="t" r="r" b="b"/>
                  <a:pathLst>
                    <a:path w="4271" h="3648" extrusionOk="0">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9836;p58"/>
                <p:cNvSpPr/>
                <p:nvPr/>
              </p:nvSpPr>
              <p:spPr>
                <a:xfrm>
                  <a:off x="3902428" y="3679454"/>
                  <a:ext cx="9422" cy="9328"/>
                </a:xfrm>
                <a:custGeom>
                  <a:avLst/>
                  <a:gdLst/>
                  <a:ahLst/>
                  <a:cxnLst/>
                  <a:rect l="l" t="t" r="r" b="b"/>
                  <a:pathLst>
                    <a:path w="1198" h="1186" extrusionOk="0">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9837;p58"/>
              <p:cNvGrpSpPr/>
              <p:nvPr/>
            </p:nvGrpSpPr>
            <p:grpSpPr>
              <a:xfrm>
                <a:off x="3818320" y="3481625"/>
                <a:ext cx="33497" cy="28770"/>
                <a:chOff x="3818320" y="3481625"/>
                <a:chExt cx="33497" cy="28770"/>
              </a:xfrm>
            </p:grpSpPr>
            <p:sp>
              <p:nvSpPr>
                <p:cNvPr id="148" name="Google Shape;9838;p58"/>
                <p:cNvSpPr/>
                <p:nvPr/>
              </p:nvSpPr>
              <p:spPr>
                <a:xfrm>
                  <a:off x="3818320" y="3481625"/>
                  <a:ext cx="33497" cy="28770"/>
                </a:xfrm>
                <a:custGeom>
                  <a:avLst/>
                  <a:gdLst/>
                  <a:ahLst/>
                  <a:cxnLst/>
                  <a:rect l="l" t="t" r="r" b="b"/>
                  <a:pathLst>
                    <a:path w="4259" h="3658" extrusionOk="0">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9839;p58"/>
                <p:cNvSpPr/>
                <p:nvPr/>
              </p:nvSpPr>
              <p:spPr>
                <a:xfrm>
                  <a:off x="3831258" y="3491362"/>
                  <a:ext cx="10956" cy="9375"/>
                </a:xfrm>
                <a:custGeom>
                  <a:avLst/>
                  <a:gdLst/>
                  <a:ahLst/>
                  <a:cxnLst/>
                  <a:rect l="l" t="t" r="r" b="b"/>
                  <a:pathLst>
                    <a:path w="1393" h="1192" extrusionOk="0">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 name="Google Shape;9840;p58"/>
              <p:cNvGrpSpPr/>
              <p:nvPr/>
            </p:nvGrpSpPr>
            <p:grpSpPr>
              <a:xfrm>
                <a:off x="4278139" y="4120948"/>
                <a:ext cx="37492" cy="32129"/>
                <a:chOff x="4278139" y="4120948"/>
                <a:chExt cx="37492" cy="32129"/>
              </a:xfrm>
            </p:grpSpPr>
            <p:sp>
              <p:nvSpPr>
                <p:cNvPr id="146" name="Google Shape;9841;p58"/>
                <p:cNvSpPr/>
                <p:nvPr/>
              </p:nvSpPr>
              <p:spPr>
                <a:xfrm>
                  <a:off x="4278139" y="4120948"/>
                  <a:ext cx="37492" cy="32129"/>
                </a:xfrm>
                <a:custGeom>
                  <a:avLst/>
                  <a:gdLst/>
                  <a:ahLst/>
                  <a:cxnLst/>
                  <a:rect l="l" t="t" r="r" b="b"/>
                  <a:pathLst>
                    <a:path w="4767" h="4085" extrusionOk="0">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9842;p58"/>
                <p:cNvSpPr/>
                <p:nvPr/>
              </p:nvSpPr>
              <p:spPr>
                <a:xfrm>
                  <a:off x="4290983" y="4130614"/>
                  <a:ext cx="14943" cy="12812"/>
                </a:xfrm>
                <a:custGeom>
                  <a:avLst/>
                  <a:gdLst/>
                  <a:ahLst/>
                  <a:cxnLst/>
                  <a:rect l="l" t="t" r="r" b="b"/>
                  <a:pathLst>
                    <a:path w="1900" h="1629" extrusionOk="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 name="Google Shape;9843;p58"/>
              <p:cNvGrpSpPr/>
              <p:nvPr/>
            </p:nvGrpSpPr>
            <p:grpSpPr>
              <a:xfrm>
                <a:off x="4419898" y="3977388"/>
                <a:ext cx="33497" cy="28692"/>
                <a:chOff x="4419898" y="3977388"/>
                <a:chExt cx="33497" cy="28692"/>
              </a:xfrm>
            </p:grpSpPr>
            <p:sp>
              <p:nvSpPr>
                <p:cNvPr id="144" name="Google Shape;9844;p58"/>
                <p:cNvSpPr/>
                <p:nvPr/>
              </p:nvSpPr>
              <p:spPr>
                <a:xfrm>
                  <a:off x="4419898" y="3977388"/>
                  <a:ext cx="33497" cy="28692"/>
                </a:xfrm>
                <a:custGeom>
                  <a:avLst/>
                  <a:gdLst/>
                  <a:ahLst/>
                  <a:cxnLst/>
                  <a:rect l="l" t="t" r="r" b="b"/>
                  <a:pathLst>
                    <a:path w="4259" h="3648" extrusionOk="0">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9845;p58"/>
                <p:cNvSpPr/>
                <p:nvPr/>
              </p:nvSpPr>
              <p:spPr>
                <a:xfrm>
                  <a:off x="4432742" y="3987046"/>
                  <a:ext cx="11042" cy="9399"/>
                </a:xfrm>
                <a:custGeom>
                  <a:avLst/>
                  <a:gdLst/>
                  <a:ahLst/>
                  <a:cxnLst/>
                  <a:rect l="l" t="t" r="r" b="b"/>
                  <a:pathLst>
                    <a:path w="1404" h="1195" extrusionOk="0">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9846;p58"/>
              <p:cNvGrpSpPr/>
              <p:nvPr/>
            </p:nvGrpSpPr>
            <p:grpSpPr>
              <a:xfrm>
                <a:off x="4158930" y="4034684"/>
                <a:ext cx="33497" cy="28762"/>
                <a:chOff x="4158930" y="4034684"/>
                <a:chExt cx="33497" cy="28762"/>
              </a:xfrm>
            </p:grpSpPr>
            <p:sp>
              <p:nvSpPr>
                <p:cNvPr id="142" name="Google Shape;9847;p58"/>
                <p:cNvSpPr/>
                <p:nvPr/>
              </p:nvSpPr>
              <p:spPr>
                <a:xfrm>
                  <a:off x="4158930" y="4034684"/>
                  <a:ext cx="33497" cy="28762"/>
                </a:xfrm>
                <a:custGeom>
                  <a:avLst/>
                  <a:gdLst/>
                  <a:ahLst/>
                  <a:cxnLst/>
                  <a:rect l="l" t="t" r="r" b="b"/>
                  <a:pathLst>
                    <a:path w="4259" h="3657" extrusionOk="0">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9848;p58"/>
                <p:cNvSpPr/>
                <p:nvPr/>
              </p:nvSpPr>
              <p:spPr>
                <a:xfrm>
                  <a:off x="4173385" y="4044319"/>
                  <a:ext cx="9336" cy="9430"/>
                </a:xfrm>
                <a:custGeom>
                  <a:avLst/>
                  <a:gdLst/>
                  <a:ahLst/>
                  <a:cxnLst/>
                  <a:rect l="l" t="t" r="r" b="b"/>
                  <a:pathLst>
                    <a:path w="1187" h="1199" extrusionOk="0">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9849;p58"/>
              <p:cNvGrpSpPr/>
              <p:nvPr/>
            </p:nvGrpSpPr>
            <p:grpSpPr>
              <a:xfrm>
                <a:off x="4134949" y="3957049"/>
                <a:ext cx="33497" cy="28770"/>
                <a:chOff x="4134949" y="3957049"/>
                <a:chExt cx="33497" cy="28770"/>
              </a:xfrm>
            </p:grpSpPr>
            <p:sp>
              <p:nvSpPr>
                <p:cNvPr id="140" name="Google Shape;9850;p58"/>
                <p:cNvSpPr/>
                <p:nvPr/>
              </p:nvSpPr>
              <p:spPr>
                <a:xfrm>
                  <a:off x="4134949" y="3957049"/>
                  <a:ext cx="33497" cy="28770"/>
                </a:xfrm>
                <a:custGeom>
                  <a:avLst/>
                  <a:gdLst/>
                  <a:ahLst/>
                  <a:cxnLst/>
                  <a:rect l="l" t="t" r="r" b="b"/>
                  <a:pathLst>
                    <a:path w="4259" h="3658" extrusionOk="0">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9851;p58"/>
                <p:cNvSpPr/>
                <p:nvPr/>
              </p:nvSpPr>
              <p:spPr>
                <a:xfrm>
                  <a:off x="4147793" y="3966778"/>
                  <a:ext cx="10956" cy="9383"/>
                </a:xfrm>
                <a:custGeom>
                  <a:avLst/>
                  <a:gdLst/>
                  <a:ahLst/>
                  <a:cxnLst/>
                  <a:rect l="l" t="t" r="r" b="b"/>
                  <a:pathLst>
                    <a:path w="1393" h="1193" extrusionOk="0">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 name="Google Shape;9852;p58"/>
              <p:cNvGrpSpPr/>
              <p:nvPr/>
            </p:nvGrpSpPr>
            <p:grpSpPr>
              <a:xfrm>
                <a:off x="4193653" y="4184403"/>
                <a:ext cx="43580" cy="37264"/>
                <a:chOff x="4193653" y="4184403"/>
                <a:chExt cx="43580" cy="37264"/>
              </a:xfrm>
            </p:grpSpPr>
            <p:sp>
              <p:nvSpPr>
                <p:cNvPr id="138" name="Google Shape;9853;p58"/>
                <p:cNvSpPr/>
                <p:nvPr/>
              </p:nvSpPr>
              <p:spPr>
                <a:xfrm>
                  <a:off x="4193653" y="4184403"/>
                  <a:ext cx="43580" cy="37264"/>
                </a:xfrm>
                <a:custGeom>
                  <a:avLst/>
                  <a:gdLst/>
                  <a:ahLst/>
                  <a:cxnLst/>
                  <a:rect l="l" t="t" r="r" b="b"/>
                  <a:pathLst>
                    <a:path w="5541" h="4738" extrusionOk="0">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9854;p58"/>
                <p:cNvSpPr/>
                <p:nvPr/>
              </p:nvSpPr>
              <p:spPr>
                <a:xfrm>
                  <a:off x="4206591" y="4194069"/>
                  <a:ext cx="20944" cy="17948"/>
                </a:xfrm>
                <a:custGeom>
                  <a:avLst/>
                  <a:gdLst/>
                  <a:ahLst/>
                  <a:cxnLst/>
                  <a:rect l="l" t="t" r="r" b="b"/>
                  <a:pathLst>
                    <a:path w="2663" h="2282" extrusionOk="0">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9855;p58"/>
              <p:cNvGrpSpPr/>
              <p:nvPr/>
            </p:nvGrpSpPr>
            <p:grpSpPr>
              <a:xfrm>
                <a:off x="4343600" y="3943844"/>
                <a:ext cx="43580" cy="37312"/>
                <a:chOff x="4343600" y="3943844"/>
                <a:chExt cx="43580" cy="37312"/>
              </a:xfrm>
            </p:grpSpPr>
            <p:sp>
              <p:nvSpPr>
                <p:cNvPr id="136" name="Google Shape;9856;p58"/>
                <p:cNvSpPr/>
                <p:nvPr/>
              </p:nvSpPr>
              <p:spPr>
                <a:xfrm>
                  <a:off x="4343600" y="3943844"/>
                  <a:ext cx="43580" cy="37312"/>
                </a:xfrm>
                <a:custGeom>
                  <a:avLst/>
                  <a:gdLst/>
                  <a:ahLst/>
                  <a:cxnLst/>
                  <a:rect l="l" t="t" r="r" b="b"/>
                  <a:pathLst>
                    <a:path w="5541" h="4744" extrusionOk="0">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9857;p58"/>
                <p:cNvSpPr/>
                <p:nvPr/>
              </p:nvSpPr>
              <p:spPr>
                <a:xfrm>
                  <a:off x="4359581" y="3953557"/>
                  <a:ext cx="17893" cy="17893"/>
                </a:xfrm>
                <a:custGeom>
                  <a:avLst/>
                  <a:gdLst/>
                  <a:ahLst/>
                  <a:cxnLst/>
                  <a:rect l="l" t="t" r="r" b="b"/>
                  <a:pathLst>
                    <a:path w="2275" h="2275" extrusionOk="0">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 name="Google Shape;9858;p58"/>
              <p:cNvGrpSpPr/>
              <p:nvPr/>
            </p:nvGrpSpPr>
            <p:grpSpPr>
              <a:xfrm>
                <a:off x="4172339" y="3381693"/>
                <a:ext cx="31499" cy="27001"/>
                <a:chOff x="4172339" y="3381693"/>
                <a:chExt cx="31499" cy="27001"/>
              </a:xfrm>
            </p:grpSpPr>
            <p:sp>
              <p:nvSpPr>
                <p:cNvPr id="134" name="Google Shape;9859;p58"/>
                <p:cNvSpPr/>
                <p:nvPr/>
              </p:nvSpPr>
              <p:spPr>
                <a:xfrm>
                  <a:off x="4172339" y="3381693"/>
                  <a:ext cx="31499" cy="27001"/>
                </a:xfrm>
                <a:custGeom>
                  <a:avLst/>
                  <a:gdLst/>
                  <a:ahLst/>
                  <a:cxnLst/>
                  <a:rect l="l" t="t" r="r" b="b"/>
                  <a:pathLst>
                    <a:path w="4005" h="3433" extrusionOk="0">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9860;p58"/>
                <p:cNvSpPr/>
                <p:nvPr/>
              </p:nvSpPr>
              <p:spPr>
                <a:xfrm>
                  <a:off x="4185285" y="3391367"/>
                  <a:ext cx="8856" cy="7605"/>
                </a:xfrm>
                <a:custGeom>
                  <a:avLst/>
                  <a:gdLst/>
                  <a:ahLst/>
                  <a:cxnLst/>
                  <a:rect l="l" t="t" r="r" b="b"/>
                  <a:pathLst>
                    <a:path w="1126" h="967" extrusionOk="0">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18159083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4"/>
        <p:cNvGrpSpPr/>
        <p:nvPr/>
      </p:nvGrpSpPr>
      <p:grpSpPr>
        <a:xfrm>
          <a:off x="0" y="0"/>
          <a:ext cx="0" cy="0"/>
          <a:chOff x="0" y="0"/>
          <a:chExt cx="0" cy="0"/>
        </a:xfrm>
      </p:grpSpPr>
      <p:sp>
        <p:nvSpPr>
          <p:cNvPr id="2135" name="Google Shape;2135;p34"/>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smtClean="0"/>
              <a:t>Career in cybersecurity</a:t>
            </a:r>
            <a:endParaRPr dirty="0"/>
          </a:p>
        </p:txBody>
      </p:sp>
      <p:sp>
        <p:nvSpPr>
          <p:cNvPr id="2136" name="Google Shape;2136;p34"/>
          <p:cNvSpPr txBox="1">
            <a:spLocks noGrp="1"/>
          </p:cNvSpPr>
          <p:nvPr>
            <p:ph type="subTitle" idx="1"/>
          </p:nvPr>
        </p:nvSpPr>
        <p:spPr>
          <a:xfrm>
            <a:off x="720000" y="2142425"/>
            <a:ext cx="2166300" cy="645300"/>
          </a:xfrm>
          <a:prstGeom prst="rect">
            <a:avLst/>
          </a:prstGeom>
        </p:spPr>
        <p:txBody>
          <a:bodyPr spcFirstLastPara="1" wrap="square" lIns="0" tIns="0" rIns="0" bIns="0" anchor="ctr" anchorCtr="0">
            <a:noAutofit/>
          </a:bodyPr>
          <a:lstStyle/>
          <a:p>
            <a:pPr marL="0" lvl="0" indent="0"/>
            <a:r>
              <a:rPr lang="en-US" sz="1400" dirty="0"/>
              <a:t>Jack of all trades for smaller </a:t>
            </a:r>
            <a:r>
              <a:rPr lang="en-US" sz="1400" dirty="0" smtClean="0"/>
              <a:t>organization</a:t>
            </a:r>
            <a:endParaRPr sz="1400" dirty="0"/>
          </a:p>
        </p:txBody>
      </p:sp>
      <p:sp>
        <p:nvSpPr>
          <p:cNvPr id="2137" name="Google Shape;2137;p34"/>
          <p:cNvSpPr txBox="1">
            <a:spLocks noGrp="1"/>
          </p:cNvSpPr>
          <p:nvPr>
            <p:ph type="title" idx="2"/>
          </p:nvPr>
        </p:nvSpPr>
        <p:spPr>
          <a:xfrm>
            <a:off x="720000" y="1748275"/>
            <a:ext cx="2166300" cy="316800"/>
          </a:xfrm>
          <a:prstGeom prst="rect">
            <a:avLst/>
          </a:prstGeom>
        </p:spPr>
        <p:txBody>
          <a:bodyPr spcFirstLastPara="1" wrap="square" lIns="0" tIns="0" rIns="0" bIns="0" anchor="ctr" anchorCtr="0">
            <a:noAutofit/>
          </a:bodyPr>
          <a:lstStyle/>
          <a:p>
            <a:pPr lvl="0"/>
            <a:r>
              <a:rPr lang="en-IN" b="1" dirty="0"/>
              <a:t>Cybersecurity generalist</a:t>
            </a:r>
            <a:endParaRPr dirty="0"/>
          </a:p>
        </p:txBody>
      </p:sp>
      <p:sp>
        <p:nvSpPr>
          <p:cNvPr id="2138" name="Google Shape;2138;p34"/>
          <p:cNvSpPr txBox="1">
            <a:spLocks noGrp="1"/>
          </p:cNvSpPr>
          <p:nvPr>
            <p:ph type="subTitle" idx="3"/>
          </p:nvPr>
        </p:nvSpPr>
        <p:spPr>
          <a:xfrm>
            <a:off x="720001" y="3866148"/>
            <a:ext cx="2166300" cy="645300"/>
          </a:xfrm>
          <a:prstGeom prst="rect">
            <a:avLst/>
          </a:prstGeom>
        </p:spPr>
        <p:txBody>
          <a:bodyPr spcFirstLastPara="1" wrap="square" lIns="0" tIns="0" rIns="0" bIns="0" anchor="ctr" anchorCtr="0">
            <a:noAutofit/>
          </a:bodyPr>
          <a:lstStyle/>
          <a:p>
            <a:pPr marL="0" lvl="0" indent="0"/>
            <a:r>
              <a:rPr lang="en-US" sz="1400" dirty="0"/>
              <a:t>protecting applications from threats using a mix of hardware and software skills</a:t>
            </a:r>
            <a:endParaRPr sz="1400" dirty="0"/>
          </a:p>
        </p:txBody>
      </p:sp>
      <p:sp>
        <p:nvSpPr>
          <p:cNvPr id="2139" name="Google Shape;2139;p34"/>
          <p:cNvSpPr txBox="1">
            <a:spLocks noGrp="1"/>
          </p:cNvSpPr>
          <p:nvPr>
            <p:ph type="title" idx="4"/>
          </p:nvPr>
        </p:nvSpPr>
        <p:spPr>
          <a:xfrm>
            <a:off x="520390" y="3286155"/>
            <a:ext cx="2616820" cy="316800"/>
          </a:xfrm>
          <a:prstGeom prst="rect">
            <a:avLst/>
          </a:prstGeom>
        </p:spPr>
        <p:txBody>
          <a:bodyPr spcFirstLastPara="1" wrap="square" lIns="0" tIns="0" rIns="0" bIns="0" anchor="ctr" anchorCtr="0">
            <a:noAutofit/>
          </a:bodyPr>
          <a:lstStyle/>
          <a:p>
            <a:pPr lvl="0"/>
            <a:r>
              <a:rPr lang="en-IN" b="1" dirty="0"/>
              <a:t>Application security specialist</a:t>
            </a:r>
            <a:endParaRPr dirty="0"/>
          </a:p>
        </p:txBody>
      </p:sp>
      <p:sp>
        <p:nvSpPr>
          <p:cNvPr id="2140" name="Google Shape;2140;p34"/>
          <p:cNvSpPr txBox="1">
            <a:spLocks noGrp="1"/>
          </p:cNvSpPr>
          <p:nvPr>
            <p:ph type="subTitle" idx="5"/>
          </p:nvPr>
        </p:nvSpPr>
        <p:spPr>
          <a:xfrm>
            <a:off x="3488851" y="2201890"/>
            <a:ext cx="2166300" cy="645300"/>
          </a:xfrm>
          <a:prstGeom prst="rect">
            <a:avLst/>
          </a:prstGeom>
        </p:spPr>
        <p:txBody>
          <a:bodyPr spcFirstLastPara="1" wrap="square" lIns="0" tIns="0" rIns="0" bIns="0" anchor="ctr" anchorCtr="0">
            <a:noAutofit/>
          </a:bodyPr>
          <a:lstStyle/>
          <a:p>
            <a:pPr marL="0" lvl="0" indent="0"/>
            <a:r>
              <a:rPr lang="en-US" sz="1400" dirty="0"/>
              <a:t>M</a:t>
            </a:r>
            <a:r>
              <a:rPr lang="en-US" sz="1400" dirty="0" smtClean="0"/>
              <a:t>anaging </a:t>
            </a:r>
            <a:r>
              <a:rPr lang="en-US" sz="1400" dirty="0"/>
              <a:t>the network </a:t>
            </a:r>
            <a:r>
              <a:rPr lang="en-US" sz="1400" dirty="0" smtClean="0"/>
              <a:t>security, </a:t>
            </a:r>
            <a:r>
              <a:rPr lang="en-US" sz="1400" dirty="0"/>
              <a:t>from firewalls to routers to VPNs.</a:t>
            </a:r>
            <a:endParaRPr sz="1400" dirty="0"/>
          </a:p>
        </p:txBody>
      </p:sp>
      <p:sp>
        <p:nvSpPr>
          <p:cNvPr id="2141" name="Google Shape;2141;p34"/>
          <p:cNvSpPr txBox="1">
            <a:spLocks noGrp="1"/>
          </p:cNvSpPr>
          <p:nvPr>
            <p:ph type="title" idx="6"/>
          </p:nvPr>
        </p:nvSpPr>
        <p:spPr>
          <a:xfrm>
            <a:off x="3488859" y="1748275"/>
            <a:ext cx="2166300" cy="316800"/>
          </a:xfrm>
          <a:prstGeom prst="rect">
            <a:avLst/>
          </a:prstGeom>
        </p:spPr>
        <p:txBody>
          <a:bodyPr spcFirstLastPara="1" wrap="square" lIns="0" tIns="0" rIns="0" bIns="0" anchor="ctr" anchorCtr="0">
            <a:noAutofit/>
          </a:bodyPr>
          <a:lstStyle/>
          <a:p>
            <a:pPr lvl="0"/>
            <a:r>
              <a:rPr lang="en-IN" b="1" dirty="0"/>
              <a:t>Network security engineer</a:t>
            </a:r>
            <a:endParaRPr dirty="0"/>
          </a:p>
        </p:txBody>
      </p:sp>
      <p:sp>
        <p:nvSpPr>
          <p:cNvPr id="2142" name="Google Shape;2142;p34"/>
          <p:cNvSpPr txBox="1">
            <a:spLocks noGrp="1"/>
          </p:cNvSpPr>
          <p:nvPr>
            <p:ph type="subTitle" idx="7"/>
          </p:nvPr>
        </p:nvSpPr>
        <p:spPr>
          <a:xfrm>
            <a:off x="3488851" y="3680298"/>
            <a:ext cx="2166300" cy="645300"/>
          </a:xfrm>
          <a:prstGeom prst="rect">
            <a:avLst/>
          </a:prstGeom>
        </p:spPr>
        <p:txBody>
          <a:bodyPr spcFirstLastPara="1" wrap="square" lIns="0" tIns="0" rIns="0" bIns="0" anchor="ctr" anchorCtr="0">
            <a:noAutofit/>
          </a:bodyPr>
          <a:lstStyle/>
          <a:p>
            <a:pPr marL="0" lvl="0" indent="0"/>
            <a:r>
              <a:rPr lang="en-US" sz="1400" dirty="0"/>
              <a:t>H</a:t>
            </a:r>
            <a:r>
              <a:rPr lang="en-US" sz="1400" dirty="0" smtClean="0"/>
              <a:t>ack </a:t>
            </a:r>
            <a:r>
              <a:rPr lang="en-US" sz="1400" dirty="0"/>
              <a:t>into software systems to identify vulnerabilities</a:t>
            </a:r>
            <a:endParaRPr sz="1400" dirty="0"/>
          </a:p>
        </p:txBody>
      </p:sp>
      <p:sp>
        <p:nvSpPr>
          <p:cNvPr id="2143" name="Google Shape;2143;p34"/>
          <p:cNvSpPr txBox="1">
            <a:spLocks noGrp="1"/>
          </p:cNvSpPr>
          <p:nvPr>
            <p:ph type="title" idx="8"/>
          </p:nvPr>
        </p:nvSpPr>
        <p:spPr>
          <a:xfrm>
            <a:off x="3488859" y="3286155"/>
            <a:ext cx="2166300" cy="316800"/>
          </a:xfrm>
          <a:prstGeom prst="rect">
            <a:avLst/>
          </a:prstGeom>
        </p:spPr>
        <p:txBody>
          <a:bodyPr spcFirstLastPara="1" wrap="square" lIns="0" tIns="0" rIns="0" bIns="0" anchor="ctr" anchorCtr="0">
            <a:noAutofit/>
          </a:bodyPr>
          <a:lstStyle/>
          <a:p>
            <a:pPr lvl="0"/>
            <a:r>
              <a:rPr lang="en-IN" b="1" dirty="0"/>
              <a:t>Penetration tester</a:t>
            </a:r>
            <a:endParaRPr lang="en-IN" dirty="0"/>
          </a:p>
        </p:txBody>
      </p:sp>
      <p:sp>
        <p:nvSpPr>
          <p:cNvPr id="2144" name="Google Shape;2144;p34"/>
          <p:cNvSpPr txBox="1">
            <a:spLocks noGrp="1"/>
          </p:cNvSpPr>
          <p:nvPr>
            <p:ph type="subTitle" idx="9"/>
          </p:nvPr>
        </p:nvSpPr>
        <p:spPr>
          <a:xfrm>
            <a:off x="6257701" y="2142418"/>
            <a:ext cx="2166300" cy="645300"/>
          </a:xfrm>
          <a:prstGeom prst="rect">
            <a:avLst/>
          </a:prstGeom>
        </p:spPr>
        <p:txBody>
          <a:bodyPr spcFirstLastPara="1" wrap="square" lIns="0" tIns="0" rIns="0" bIns="0" anchor="ctr" anchorCtr="0">
            <a:noAutofit/>
          </a:bodyPr>
          <a:lstStyle/>
          <a:p>
            <a:pPr marL="0" lvl="0" indent="0"/>
            <a:r>
              <a:rPr lang="en-US" sz="1400" dirty="0"/>
              <a:t>P</a:t>
            </a:r>
            <a:r>
              <a:rPr lang="en-US" sz="1400" dirty="0" smtClean="0"/>
              <a:t>roviding </a:t>
            </a:r>
            <a:r>
              <a:rPr lang="en-US" sz="1400" dirty="0"/>
              <a:t>security for cloud-based platforms</a:t>
            </a:r>
            <a:endParaRPr sz="1400" dirty="0"/>
          </a:p>
        </p:txBody>
      </p:sp>
      <p:sp>
        <p:nvSpPr>
          <p:cNvPr id="2145" name="Google Shape;2145;p34"/>
          <p:cNvSpPr txBox="1">
            <a:spLocks noGrp="1"/>
          </p:cNvSpPr>
          <p:nvPr>
            <p:ph type="title" idx="13"/>
          </p:nvPr>
        </p:nvSpPr>
        <p:spPr>
          <a:xfrm>
            <a:off x="6257709" y="1748275"/>
            <a:ext cx="2166300" cy="316800"/>
          </a:xfrm>
          <a:prstGeom prst="rect">
            <a:avLst/>
          </a:prstGeom>
        </p:spPr>
        <p:txBody>
          <a:bodyPr spcFirstLastPara="1" wrap="square" lIns="0" tIns="0" rIns="0" bIns="0" anchor="ctr" anchorCtr="0">
            <a:noAutofit/>
          </a:bodyPr>
          <a:lstStyle/>
          <a:p>
            <a:pPr lvl="0"/>
            <a:r>
              <a:rPr lang="en-IN" b="1" dirty="0"/>
              <a:t>Cloud security engineer</a:t>
            </a:r>
            <a:endParaRPr dirty="0"/>
          </a:p>
        </p:txBody>
      </p:sp>
      <p:sp>
        <p:nvSpPr>
          <p:cNvPr id="2146" name="Google Shape;2146;p34"/>
          <p:cNvSpPr txBox="1">
            <a:spLocks noGrp="1"/>
          </p:cNvSpPr>
          <p:nvPr>
            <p:ph type="subTitle" idx="14"/>
          </p:nvPr>
        </p:nvSpPr>
        <p:spPr>
          <a:xfrm>
            <a:off x="5947317" y="3680298"/>
            <a:ext cx="2862145" cy="645300"/>
          </a:xfrm>
          <a:prstGeom prst="rect">
            <a:avLst/>
          </a:prstGeom>
        </p:spPr>
        <p:txBody>
          <a:bodyPr spcFirstLastPara="1" wrap="square" lIns="0" tIns="0" rIns="0" bIns="0" anchor="ctr" anchorCtr="0">
            <a:noAutofit/>
          </a:bodyPr>
          <a:lstStyle/>
          <a:p>
            <a:pPr marL="0" lvl="0" indent="0"/>
            <a:r>
              <a:rPr lang="en-US" sz="1400" dirty="0"/>
              <a:t>D</a:t>
            </a:r>
            <a:r>
              <a:rPr lang="en-US" sz="1400" dirty="0" smtClean="0"/>
              <a:t>esigning</a:t>
            </a:r>
            <a:r>
              <a:rPr lang="en-US" sz="1400" dirty="0"/>
              <a:t>, building and managing the implementation of network and computer security for a company</a:t>
            </a:r>
            <a:endParaRPr sz="1400" dirty="0"/>
          </a:p>
        </p:txBody>
      </p:sp>
      <p:sp>
        <p:nvSpPr>
          <p:cNvPr id="2147" name="Google Shape;2147;p34"/>
          <p:cNvSpPr txBox="1">
            <a:spLocks noGrp="1"/>
          </p:cNvSpPr>
          <p:nvPr>
            <p:ph type="title" idx="15"/>
          </p:nvPr>
        </p:nvSpPr>
        <p:spPr>
          <a:xfrm>
            <a:off x="6257709" y="3286155"/>
            <a:ext cx="2166300" cy="316800"/>
          </a:xfrm>
          <a:prstGeom prst="rect">
            <a:avLst/>
          </a:prstGeom>
        </p:spPr>
        <p:txBody>
          <a:bodyPr spcFirstLastPara="1" wrap="square" lIns="0" tIns="0" rIns="0" bIns="0" anchor="ctr" anchorCtr="0">
            <a:noAutofit/>
          </a:bodyPr>
          <a:lstStyle/>
          <a:p>
            <a:pPr lvl="0"/>
            <a:r>
              <a:rPr lang="en-IN" b="1" dirty="0"/>
              <a:t>Security architect</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83"/>
        <p:cNvGrpSpPr/>
        <p:nvPr/>
      </p:nvGrpSpPr>
      <p:grpSpPr>
        <a:xfrm>
          <a:off x="0" y="0"/>
          <a:ext cx="0" cy="0"/>
          <a:chOff x="0" y="0"/>
          <a:chExt cx="0" cy="0"/>
        </a:xfrm>
      </p:grpSpPr>
      <p:sp>
        <p:nvSpPr>
          <p:cNvPr id="2684" name="Google Shape;2684;p51"/>
          <p:cNvSpPr txBox="1">
            <a:spLocks noGrp="1"/>
          </p:cNvSpPr>
          <p:nvPr>
            <p:ph type="title"/>
          </p:nvPr>
        </p:nvSpPr>
        <p:spPr>
          <a:xfrm>
            <a:off x="716777" y="672063"/>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sz="4000" dirty="0" smtClean="0"/>
              <a:t>conclusion</a:t>
            </a:r>
            <a:endParaRPr sz="4000" dirty="0"/>
          </a:p>
        </p:txBody>
      </p:sp>
      <p:grpSp>
        <p:nvGrpSpPr>
          <p:cNvPr id="2724" name="Google Shape;2724;p51"/>
          <p:cNvGrpSpPr/>
          <p:nvPr/>
        </p:nvGrpSpPr>
        <p:grpSpPr>
          <a:xfrm>
            <a:off x="6400499" y="1722637"/>
            <a:ext cx="2023501" cy="2010628"/>
            <a:chOff x="4572000" y="1680475"/>
            <a:chExt cx="2790356" cy="2888400"/>
          </a:xfrm>
        </p:grpSpPr>
        <p:sp>
          <p:nvSpPr>
            <p:cNvPr id="2725" name="Google Shape;2725;p51"/>
            <p:cNvSpPr/>
            <p:nvPr/>
          </p:nvSpPr>
          <p:spPr>
            <a:xfrm>
              <a:off x="4629925" y="4568839"/>
              <a:ext cx="924" cy="36"/>
            </a:xfrm>
            <a:custGeom>
              <a:avLst/>
              <a:gdLst/>
              <a:ahLst/>
              <a:cxnLst/>
              <a:rect l="l" t="t" r="r" b="b"/>
              <a:pathLst>
                <a:path w="26" h="1" fill="none" extrusionOk="0">
                  <a:moveTo>
                    <a:pt x="25" y="1"/>
                  </a:moveTo>
                  <a:lnTo>
                    <a:pt x="0" y="1"/>
                  </a:lnTo>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1"/>
            <p:cNvSpPr/>
            <p:nvPr/>
          </p:nvSpPr>
          <p:spPr>
            <a:xfrm>
              <a:off x="5748389" y="1763327"/>
              <a:ext cx="67737" cy="67773"/>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51"/>
            <p:cNvSpPr/>
            <p:nvPr/>
          </p:nvSpPr>
          <p:spPr>
            <a:xfrm>
              <a:off x="5984535" y="1714327"/>
              <a:ext cx="67773" cy="66884"/>
            </a:xfrm>
            <a:custGeom>
              <a:avLst/>
              <a:gdLst/>
              <a:ahLst/>
              <a:cxnLst/>
              <a:rect l="l" t="t" r="r" b="b"/>
              <a:pathLst>
                <a:path w="1906" h="1881" extrusionOk="0">
                  <a:moveTo>
                    <a:pt x="953" y="0"/>
                  </a:moveTo>
                  <a:cubicBezTo>
                    <a:pt x="427" y="0"/>
                    <a:pt x="1" y="426"/>
                    <a:pt x="1" y="928"/>
                  </a:cubicBezTo>
                  <a:cubicBezTo>
                    <a:pt x="1" y="1454"/>
                    <a:pt x="427" y="1880"/>
                    <a:pt x="953" y="1880"/>
                  </a:cubicBezTo>
                  <a:cubicBezTo>
                    <a:pt x="1479" y="1880"/>
                    <a:pt x="1905" y="1454"/>
                    <a:pt x="1905" y="928"/>
                  </a:cubicBezTo>
                  <a:cubicBezTo>
                    <a:pt x="1905" y="426"/>
                    <a:pt x="1479" y="0"/>
                    <a:pt x="9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1"/>
            <p:cNvSpPr/>
            <p:nvPr/>
          </p:nvSpPr>
          <p:spPr>
            <a:xfrm>
              <a:off x="5984535" y="1714327"/>
              <a:ext cx="67773" cy="66884"/>
            </a:xfrm>
            <a:custGeom>
              <a:avLst/>
              <a:gdLst/>
              <a:ahLst/>
              <a:cxnLst/>
              <a:rect l="l" t="t" r="r" b="b"/>
              <a:pathLst>
                <a:path w="1906" h="1881" fill="none" extrusionOk="0">
                  <a:moveTo>
                    <a:pt x="1" y="928"/>
                  </a:moveTo>
                  <a:cubicBezTo>
                    <a:pt x="1" y="426"/>
                    <a:pt x="427" y="0"/>
                    <a:pt x="953" y="0"/>
                  </a:cubicBezTo>
                  <a:cubicBezTo>
                    <a:pt x="1479" y="0"/>
                    <a:pt x="1905" y="426"/>
                    <a:pt x="1905" y="928"/>
                  </a:cubicBezTo>
                  <a:cubicBezTo>
                    <a:pt x="1905" y="1454"/>
                    <a:pt x="1479" y="1880"/>
                    <a:pt x="953" y="1880"/>
                  </a:cubicBezTo>
                  <a:cubicBezTo>
                    <a:pt x="427" y="1880"/>
                    <a:pt x="1" y="1454"/>
                    <a:pt x="1" y="928"/>
                  </a:cubicBezTo>
                  <a:close/>
                </a:path>
              </a:pathLst>
            </a:custGeom>
            <a:noFill/>
            <a:ln w="10650" cap="rnd"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1"/>
            <p:cNvSpPr/>
            <p:nvPr/>
          </p:nvSpPr>
          <p:spPr>
            <a:xfrm>
              <a:off x="5970276" y="3412967"/>
              <a:ext cx="117660" cy="767331"/>
            </a:xfrm>
            <a:custGeom>
              <a:avLst/>
              <a:gdLst/>
              <a:ahLst/>
              <a:cxnLst/>
              <a:rect l="l" t="t" r="r" b="b"/>
              <a:pathLst>
                <a:path w="3309" h="21580" fill="none" extrusionOk="0">
                  <a:moveTo>
                    <a:pt x="1" y="0"/>
                  </a:moveTo>
                  <a:lnTo>
                    <a:pt x="1" y="10953"/>
                  </a:lnTo>
                  <a:lnTo>
                    <a:pt x="3309" y="14286"/>
                  </a:lnTo>
                  <a:lnTo>
                    <a:pt x="3309" y="21579"/>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51"/>
            <p:cNvSpPr/>
            <p:nvPr/>
          </p:nvSpPr>
          <p:spPr>
            <a:xfrm>
              <a:off x="6043349" y="3424524"/>
              <a:ext cx="36" cy="327093"/>
            </a:xfrm>
            <a:custGeom>
              <a:avLst/>
              <a:gdLst/>
              <a:ahLst/>
              <a:cxnLst/>
              <a:rect l="l" t="t" r="r" b="b"/>
              <a:pathLst>
                <a:path w="1" h="9199" fill="none" extrusionOk="0">
                  <a:moveTo>
                    <a:pt x="1" y="1"/>
                  </a:moveTo>
                  <a:lnTo>
                    <a:pt x="1" y="9199"/>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1"/>
            <p:cNvSpPr/>
            <p:nvPr/>
          </p:nvSpPr>
          <p:spPr>
            <a:xfrm>
              <a:off x="6009497" y="3718630"/>
              <a:ext cx="67773" cy="66884"/>
            </a:xfrm>
            <a:custGeom>
              <a:avLst/>
              <a:gdLst/>
              <a:ahLst/>
              <a:cxnLst/>
              <a:rect l="l" t="t" r="r" b="b"/>
              <a:pathLst>
                <a:path w="1906" h="1881" extrusionOk="0">
                  <a:moveTo>
                    <a:pt x="953" y="1"/>
                  </a:moveTo>
                  <a:cubicBezTo>
                    <a:pt x="427" y="1"/>
                    <a:pt x="0" y="427"/>
                    <a:pt x="0" y="928"/>
                  </a:cubicBezTo>
                  <a:cubicBezTo>
                    <a:pt x="0" y="1454"/>
                    <a:pt x="427" y="1880"/>
                    <a:pt x="953" y="1880"/>
                  </a:cubicBezTo>
                  <a:cubicBezTo>
                    <a:pt x="1479" y="1880"/>
                    <a:pt x="1905" y="1454"/>
                    <a:pt x="1905" y="928"/>
                  </a:cubicBezTo>
                  <a:cubicBezTo>
                    <a:pt x="1905" y="427"/>
                    <a:pt x="1479"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1"/>
            <p:cNvSpPr/>
            <p:nvPr/>
          </p:nvSpPr>
          <p:spPr>
            <a:xfrm>
              <a:off x="6009497" y="3718630"/>
              <a:ext cx="67773" cy="66884"/>
            </a:xfrm>
            <a:custGeom>
              <a:avLst/>
              <a:gdLst/>
              <a:ahLst/>
              <a:cxnLst/>
              <a:rect l="l" t="t" r="r" b="b"/>
              <a:pathLst>
                <a:path w="1906" h="1881" fill="none" extrusionOk="0">
                  <a:moveTo>
                    <a:pt x="1905" y="928"/>
                  </a:moveTo>
                  <a:cubicBezTo>
                    <a:pt x="1905" y="1454"/>
                    <a:pt x="1479" y="1880"/>
                    <a:pt x="953" y="1880"/>
                  </a:cubicBezTo>
                  <a:cubicBezTo>
                    <a:pt x="427" y="1880"/>
                    <a:pt x="0" y="1454"/>
                    <a:pt x="0" y="928"/>
                  </a:cubicBezTo>
                  <a:cubicBezTo>
                    <a:pt x="0" y="427"/>
                    <a:pt x="427" y="1"/>
                    <a:pt x="953" y="1"/>
                  </a:cubicBezTo>
                  <a:cubicBezTo>
                    <a:pt x="1479" y="1"/>
                    <a:pt x="1905" y="427"/>
                    <a:pt x="1905" y="928"/>
                  </a:cubicBezTo>
                  <a:close/>
                </a:path>
              </a:pathLst>
            </a:custGeom>
            <a:noFill/>
            <a:ln w="10650" cap="rnd"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1"/>
            <p:cNvSpPr/>
            <p:nvPr/>
          </p:nvSpPr>
          <p:spPr>
            <a:xfrm>
              <a:off x="6054941" y="4154438"/>
              <a:ext cx="66884" cy="66884"/>
            </a:xfrm>
            <a:custGeom>
              <a:avLst/>
              <a:gdLst/>
              <a:ahLst/>
              <a:cxnLst/>
              <a:rect l="l" t="t" r="r" b="b"/>
              <a:pathLst>
                <a:path w="1881" h="1881" extrusionOk="0">
                  <a:moveTo>
                    <a:pt x="928" y="0"/>
                  </a:moveTo>
                  <a:cubicBezTo>
                    <a:pt x="427" y="0"/>
                    <a:pt x="1" y="401"/>
                    <a:pt x="1" y="928"/>
                  </a:cubicBezTo>
                  <a:cubicBezTo>
                    <a:pt x="1" y="1454"/>
                    <a:pt x="427" y="1880"/>
                    <a:pt x="928" y="1880"/>
                  </a:cubicBezTo>
                  <a:cubicBezTo>
                    <a:pt x="1454" y="1880"/>
                    <a:pt x="1880" y="1454"/>
                    <a:pt x="1880" y="928"/>
                  </a:cubicBezTo>
                  <a:cubicBezTo>
                    <a:pt x="1880" y="401"/>
                    <a:pt x="1454" y="0"/>
                    <a:pt x="928" y="0"/>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1"/>
            <p:cNvSpPr/>
            <p:nvPr/>
          </p:nvSpPr>
          <p:spPr>
            <a:xfrm>
              <a:off x="5713613" y="3420968"/>
              <a:ext cx="147066" cy="992801"/>
            </a:xfrm>
            <a:custGeom>
              <a:avLst/>
              <a:gdLst/>
              <a:ahLst/>
              <a:cxnLst/>
              <a:rect l="l" t="t" r="r" b="b"/>
              <a:pathLst>
                <a:path w="4136" h="27921" fill="none" extrusionOk="0">
                  <a:moveTo>
                    <a:pt x="4136" y="1"/>
                  </a:moveTo>
                  <a:lnTo>
                    <a:pt x="4136" y="13359"/>
                  </a:lnTo>
                  <a:lnTo>
                    <a:pt x="1" y="17469"/>
                  </a:lnTo>
                  <a:lnTo>
                    <a:pt x="1" y="27921"/>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1"/>
            <p:cNvSpPr/>
            <p:nvPr/>
          </p:nvSpPr>
          <p:spPr>
            <a:xfrm>
              <a:off x="5851759" y="3414745"/>
              <a:ext cx="59737" cy="810995"/>
            </a:xfrm>
            <a:custGeom>
              <a:avLst/>
              <a:gdLst/>
              <a:ahLst/>
              <a:cxnLst/>
              <a:rect l="l" t="t" r="r" b="b"/>
              <a:pathLst>
                <a:path w="1680" h="22808" extrusionOk="0">
                  <a:moveTo>
                    <a:pt x="1680" y="0"/>
                  </a:moveTo>
                  <a:lnTo>
                    <a:pt x="275" y="19078"/>
                  </a:lnTo>
                  <a:lnTo>
                    <a:pt x="1680" y="17695"/>
                  </a:lnTo>
                  <a:lnTo>
                    <a:pt x="1680" y="0"/>
                  </a:lnTo>
                  <a:close/>
                  <a:moveTo>
                    <a:pt x="275" y="19078"/>
                  </a:moveTo>
                  <a:lnTo>
                    <a:pt x="0" y="19349"/>
                  </a:lnTo>
                  <a:lnTo>
                    <a:pt x="0" y="22807"/>
                  </a:lnTo>
                  <a:lnTo>
                    <a:pt x="275" y="19078"/>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1"/>
            <p:cNvSpPr/>
            <p:nvPr/>
          </p:nvSpPr>
          <p:spPr>
            <a:xfrm>
              <a:off x="5851759" y="3414745"/>
              <a:ext cx="59737" cy="810995"/>
            </a:xfrm>
            <a:custGeom>
              <a:avLst/>
              <a:gdLst/>
              <a:ahLst/>
              <a:cxnLst/>
              <a:rect l="l" t="t" r="r" b="b"/>
              <a:pathLst>
                <a:path w="1680" h="22808" fill="none" extrusionOk="0">
                  <a:moveTo>
                    <a:pt x="1680" y="0"/>
                  </a:moveTo>
                  <a:lnTo>
                    <a:pt x="1680" y="17695"/>
                  </a:lnTo>
                  <a:lnTo>
                    <a:pt x="0" y="19349"/>
                  </a:lnTo>
                  <a:lnTo>
                    <a:pt x="0" y="22807"/>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51"/>
            <p:cNvSpPr/>
            <p:nvPr/>
          </p:nvSpPr>
          <p:spPr>
            <a:xfrm>
              <a:off x="5783130" y="1823066"/>
              <a:ext cx="117660" cy="715630"/>
            </a:xfrm>
            <a:custGeom>
              <a:avLst/>
              <a:gdLst/>
              <a:ahLst/>
              <a:cxnLst/>
              <a:rect l="l" t="t" r="r" b="b"/>
              <a:pathLst>
                <a:path w="3309" h="20126" fill="none" extrusionOk="0">
                  <a:moveTo>
                    <a:pt x="3309" y="20126"/>
                  </a:moveTo>
                  <a:lnTo>
                    <a:pt x="3309" y="10627"/>
                  </a:lnTo>
                  <a:lnTo>
                    <a:pt x="1" y="7293"/>
                  </a:lnTo>
                  <a:lnTo>
                    <a:pt x="1" y="0"/>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51"/>
            <p:cNvSpPr/>
            <p:nvPr/>
          </p:nvSpPr>
          <p:spPr>
            <a:xfrm>
              <a:off x="5827685" y="2250837"/>
              <a:ext cx="36" cy="228172"/>
            </a:xfrm>
            <a:custGeom>
              <a:avLst/>
              <a:gdLst/>
              <a:ahLst/>
              <a:cxnLst/>
              <a:rect l="l" t="t" r="r" b="b"/>
              <a:pathLst>
                <a:path w="1" h="6417" fill="none" extrusionOk="0">
                  <a:moveTo>
                    <a:pt x="1" y="6416"/>
                  </a:moveTo>
                  <a:lnTo>
                    <a:pt x="1" y="0"/>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51"/>
            <p:cNvSpPr/>
            <p:nvPr/>
          </p:nvSpPr>
          <p:spPr>
            <a:xfrm>
              <a:off x="5793833" y="2217839"/>
              <a:ext cx="67773" cy="66884"/>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51"/>
            <p:cNvSpPr/>
            <p:nvPr/>
          </p:nvSpPr>
          <p:spPr>
            <a:xfrm>
              <a:off x="5793833" y="2217839"/>
              <a:ext cx="67773" cy="66884"/>
            </a:xfrm>
            <a:custGeom>
              <a:avLst/>
              <a:gdLst/>
              <a:ahLst/>
              <a:cxnLst/>
              <a:rect l="l" t="t" r="r" b="b"/>
              <a:pathLst>
                <a:path w="1906" h="1881" fill="none" extrusionOk="0">
                  <a:moveTo>
                    <a:pt x="0" y="928"/>
                  </a:moveTo>
                  <a:cubicBezTo>
                    <a:pt x="0" y="402"/>
                    <a:pt x="426" y="1"/>
                    <a:pt x="953" y="1"/>
                  </a:cubicBezTo>
                  <a:cubicBezTo>
                    <a:pt x="1479" y="1"/>
                    <a:pt x="1905" y="402"/>
                    <a:pt x="1905" y="928"/>
                  </a:cubicBezTo>
                  <a:cubicBezTo>
                    <a:pt x="1905" y="1455"/>
                    <a:pt x="1479" y="1881"/>
                    <a:pt x="953" y="1881"/>
                  </a:cubicBezTo>
                  <a:cubicBezTo>
                    <a:pt x="426" y="1881"/>
                    <a:pt x="0" y="1455"/>
                    <a:pt x="0" y="928"/>
                  </a:cubicBezTo>
                  <a:close/>
                </a:path>
              </a:pathLst>
            </a:custGeom>
            <a:noFill/>
            <a:ln w="10650" cap="rnd"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51"/>
            <p:cNvSpPr/>
            <p:nvPr/>
          </p:nvSpPr>
          <p:spPr>
            <a:xfrm>
              <a:off x="5959573" y="1777586"/>
              <a:ext cx="59772" cy="761108"/>
            </a:xfrm>
            <a:custGeom>
              <a:avLst/>
              <a:gdLst/>
              <a:ahLst/>
              <a:cxnLst/>
              <a:rect l="l" t="t" r="r" b="b"/>
              <a:pathLst>
                <a:path w="1681" h="21405" fill="none" extrusionOk="0">
                  <a:moveTo>
                    <a:pt x="1" y="21405"/>
                  </a:moveTo>
                  <a:lnTo>
                    <a:pt x="1" y="5114"/>
                  </a:lnTo>
                  <a:lnTo>
                    <a:pt x="1680" y="3434"/>
                  </a:lnTo>
                  <a:lnTo>
                    <a:pt x="1680" y="1"/>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51"/>
            <p:cNvSpPr/>
            <p:nvPr/>
          </p:nvSpPr>
          <p:spPr>
            <a:xfrm>
              <a:off x="5818796" y="4197215"/>
              <a:ext cx="66848" cy="66884"/>
            </a:xfrm>
            <a:custGeom>
              <a:avLst/>
              <a:gdLst/>
              <a:ahLst/>
              <a:cxnLst/>
              <a:rect l="l" t="t" r="r" b="b"/>
              <a:pathLst>
                <a:path w="1880" h="1881" extrusionOk="0">
                  <a:moveTo>
                    <a:pt x="927" y="0"/>
                  </a:moveTo>
                  <a:cubicBezTo>
                    <a:pt x="401" y="0"/>
                    <a:pt x="0" y="401"/>
                    <a:pt x="0" y="928"/>
                  </a:cubicBezTo>
                  <a:cubicBezTo>
                    <a:pt x="0" y="1454"/>
                    <a:pt x="401" y="1880"/>
                    <a:pt x="927" y="1880"/>
                  </a:cubicBezTo>
                  <a:cubicBezTo>
                    <a:pt x="1454" y="1880"/>
                    <a:pt x="1880" y="1454"/>
                    <a:pt x="1880" y="928"/>
                  </a:cubicBezTo>
                  <a:cubicBezTo>
                    <a:pt x="1880" y="401"/>
                    <a:pt x="1454" y="0"/>
                    <a:pt x="9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51"/>
            <p:cNvSpPr/>
            <p:nvPr/>
          </p:nvSpPr>
          <p:spPr>
            <a:xfrm>
              <a:off x="5818796" y="4197215"/>
              <a:ext cx="66848" cy="66884"/>
            </a:xfrm>
            <a:custGeom>
              <a:avLst/>
              <a:gdLst/>
              <a:ahLst/>
              <a:cxnLst/>
              <a:rect l="l" t="t" r="r" b="b"/>
              <a:pathLst>
                <a:path w="1880" h="1881" fill="none" extrusionOk="0">
                  <a:moveTo>
                    <a:pt x="1880" y="928"/>
                  </a:moveTo>
                  <a:cubicBezTo>
                    <a:pt x="1880" y="1454"/>
                    <a:pt x="1454" y="1880"/>
                    <a:pt x="927" y="1880"/>
                  </a:cubicBezTo>
                  <a:cubicBezTo>
                    <a:pt x="401" y="1880"/>
                    <a:pt x="0" y="1454"/>
                    <a:pt x="0" y="928"/>
                  </a:cubicBezTo>
                  <a:cubicBezTo>
                    <a:pt x="0" y="401"/>
                    <a:pt x="401" y="0"/>
                    <a:pt x="927" y="0"/>
                  </a:cubicBezTo>
                  <a:cubicBezTo>
                    <a:pt x="1454" y="0"/>
                    <a:pt x="1880" y="401"/>
                    <a:pt x="1880" y="928"/>
                  </a:cubicBezTo>
                  <a:close/>
                </a:path>
              </a:pathLst>
            </a:custGeom>
            <a:noFill/>
            <a:ln w="10650" cap="flat"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1"/>
            <p:cNvSpPr/>
            <p:nvPr/>
          </p:nvSpPr>
          <p:spPr>
            <a:xfrm>
              <a:off x="6587006" y="3862999"/>
              <a:ext cx="292318" cy="418903"/>
            </a:xfrm>
            <a:custGeom>
              <a:avLst/>
              <a:gdLst/>
              <a:ahLst/>
              <a:cxnLst/>
              <a:rect l="l" t="t" r="r" b="b"/>
              <a:pathLst>
                <a:path w="8221" h="11781" extrusionOk="0">
                  <a:moveTo>
                    <a:pt x="7694" y="1"/>
                  </a:moveTo>
                  <a:lnTo>
                    <a:pt x="0" y="352"/>
                  </a:lnTo>
                  <a:lnTo>
                    <a:pt x="501" y="11780"/>
                  </a:lnTo>
                  <a:lnTo>
                    <a:pt x="8221" y="11429"/>
                  </a:lnTo>
                  <a:lnTo>
                    <a:pt x="769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1"/>
            <p:cNvSpPr/>
            <p:nvPr/>
          </p:nvSpPr>
          <p:spPr>
            <a:xfrm>
              <a:off x="6587006" y="3862999"/>
              <a:ext cx="292318" cy="418903"/>
            </a:xfrm>
            <a:custGeom>
              <a:avLst/>
              <a:gdLst/>
              <a:ahLst/>
              <a:cxnLst/>
              <a:rect l="l" t="t" r="r" b="b"/>
              <a:pathLst>
                <a:path w="8221" h="11781" fill="none" extrusionOk="0">
                  <a:moveTo>
                    <a:pt x="8221" y="11429"/>
                  </a:moveTo>
                  <a:lnTo>
                    <a:pt x="501" y="11780"/>
                  </a:lnTo>
                  <a:lnTo>
                    <a:pt x="0" y="352"/>
                  </a:lnTo>
                  <a:lnTo>
                    <a:pt x="7694" y="1"/>
                  </a:ln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51"/>
            <p:cNvSpPr/>
            <p:nvPr/>
          </p:nvSpPr>
          <p:spPr>
            <a:xfrm>
              <a:off x="6395381" y="3583223"/>
              <a:ext cx="680002" cy="646080"/>
            </a:xfrm>
            <a:custGeom>
              <a:avLst/>
              <a:gdLst/>
              <a:ahLst/>
              <a:cxnLst/>
              <a:rect l="l" t="t" r="r" b="b"/>
              <a:pathLst>
                <a:path w="19124" h="18170" extrusionOk="0">
                  <a:moveTo>
                    <a:pt x="10362" y="0"/>
                  </a:moveTo>
                  <a:cubicBezTo>
                    <a:pt x="8947" y="0"/>
                    <a:pt x="7484" y="305"/>
                    <a:pt x="6141" y="801"/>
                  </a:cubicBezTo>
                  <a:cubicBezTo>
                    <a:pt x="6141" y="801"/>
                    <a:pt x="1" y="3558"/>
                    <a:pt x="1805" y="9548"/>
                  </a:cubicBezTo>
                  <a:lnTo>
                    <a:pt x="5690" y="17142"/>
                  </a:lnTo>
                  <a:cubicBezTo>
                    <a:pt x="5690" y="17142"/>
                    <a:pt x="7845" y="16691"/>
                    <a:pt x="7745" y="16691"/>
                  </a:cubicBezTo>
                  <a:cubicBezTo>
                    <a:pt x="7645" y="16691"/>
                    <a:pt x="5815" y="9147"/>
                    <a:pt x="5815" y="9147"/>
                  </a:cubicBezTo>
                  <a:lnTo>
                    <a:pt x="5815" y="9147"/>
                  </a:lnTo>
                  <a:lnTo>
                    <a:pt x="10126" y="10300"/>
                  </a:lnTo>
                  <a:lnTo>
                    <a:pt x="9650" y="14210"/>
                  </a:lnTo>
                  <a:lnTo>
                    <a:pt x="16542" y="18170"/>
                  </a:lnTo>
                  <a:lnTo>
                    <a:pt x="16642" y="18094"/>
                  </a:lnTo>
                  <a:cubicBezTo>
                    <a:pt x="17244" y="17769"/>
                    <a:pt x="17269" y="16967"/>
                    <a:pt x="16718" y="16591"/>
                  </a:cubicBezTo>
                  <a:lnTo>
                    <a:pt x="17144" y="16114"/>
                  </a:lnTo>
                  <a:cubicBezTo>
                    <a:pt x="18121" y="15739"/>
                    <a:pt x="17595" y="14937"/>
                    <a:pt x="17595" y="14937"/>
                  </a:cubicBezTo>
                  <a:cubicBezTo>
                    <a:pt x="18271" y="14285"/>
                    <a:pt x="17494" y="13658"/>
                    <a:pt x="17494" y="13658"/>
                  </a:cubicBezTo>
                  <a:lnTo>
                    <a:pt x="19124" y="13132"/>
                  </a:lnTo>
                  <a:lnTo>
                    <a:pt x="17219" y="9373"/>
                  </a:lnTo>
                  <a:lnTo>
                    <a:pt x="17494" y="8445"/>
                  </a:lnTo>
                  <a:cubicBezTo>
                    <a:pt x="17494" y="2121"/>
                    <a:pt x="14095" y="0"/>
                    <a:pt x="10362" y="0"/>
                  </a:cubicBezTo>
                  <a:close/>
                </a:path>
              </a:pathLst>
            </a:custGeom>
            <a:solidFill>
              <a:srgbClr val="FFFFFF"/>
            </a:solid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51"/>
            <p:cNvSpPr/>
            <p:nvPr/>
          </p:nvSpPr>
          <p:spPr>
            <a:xfrm>
              <a:off x="6455973" y="3606336"/>
              <a:ext cx="336018" cy="336018"/>
            </a:xfrm>
            <a:custGeom>
              <a:avLst/>
              <a:gdLst/>
              <a:ahLst/>
              <a:cxnLst/>
              <a:rect l="l" t="t" r="r" b="b"/>
              <a:pathLst>
                <a:path w="9450" h="9450" extrusionOk="0">
                  <a:moveTo>
                    <a:pt x="4738" y="1"/>
                  </a:moveTo>
                  <a:cubicBezTo>
                    <a:pt x="2131" y="1"/>
                    <a:pt x="1" y="2131"/>
                    <a:pt x="1" y="4738"/>
                  </a:cubicBezTo>
                  <a:cubicBezTo>
                    <a:pt x="1" y="7344"/>
                    <a:pt x="2131" y="9449"/>
                    <a:pt x="4738" y="9449"/>
                  </a:cubicBezTo>
                  <a:cubicBezTo>
                    <a:pt x="7344" y="9449"/>
                    <a:pt x="9450" y="7344"/>
                    <a:pt x="9450" y="4738"/>
                  </a:cubicBezTo>
                  <a:cubicBezTo>
                    <a:pt x="9450" y="2131"/>
                    <a:pt x="7344" y="1"/>
                    <a:pt x="4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1"/>
            <p:cNvSpPr/>
            <p:nvPr/>
          </p:nvSpPr>
          <p:spPr>
            <a:xfrm>
              <a:off x="6455973" y="3606336"/>
              <a:ext cx="336018" cy="336018"/>
            </a:xfrm>
            <a:custGeom>
              <a:avLst/>
              <a:gdLst/>
              <a:ahLst/>
              <a:cxnLst/>
              <a:rect l="l" t="t" r="r" b="b"/>
              <a:pathLst>
                <a:path w="9450" h="9450" fill="none" extrusionOk="0">
                  <a:moveTo>
                    <a:pt x="9450" y="4738"/>
                  </a:moveTo>
                  <a:cubicBezTo>
                    <a:pt x="9450" y="7344"/>
                    <a:pt x="7344" y="9449"/>
                    <a:pt x="4738" y="9449"/>
                  </a:cubicBezTo>
                  <a:cubicBezTo>
                    <a:pt x="2131" y="9449"/>
                    <a:pt x="1" y="7344"/>
                    <a:pt x="1" y="4738"/>
                  </a:cubicBezTo>
                  <a:cubicBezTo>
                    <a:pt x="1" y="2131"/>
                    <a:pt x="2131" y="1"/>
                    <a:pt x="4738" y="1"/>
                  </a:cubicBezTo>
                  <a:cubicBezTo>
                    <a:pt x="7344" y="1"/>
                    <a:pt x="9450" y="2131"/>
                    <a:pt x="9450" y="4738"/>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1"/>
            <p:cNvSpPr/>
            <p:nvPr/>
          </p:nvSpPr>
          <p:spPr>
            <a:xfrm>
              <a:off x="6402528" y="3552855"/>
              <a:ext cx="443829" cy="443864"/>
            </a:xfrm>
            <a:custGeom>
              <a:avLst/>
              <a:gdLst/>
              <a:ahLst/>
              <a:cxnLst/>
              <a:rect l="l" t="t" r="r" b="b"/>
              <a:pathLst>
                <a:path w="12482" h="12483" fill="none" extrusionOk="0">
                  <a:moveTo>
                    <a:pt x="12481" y="6242"/>
                  </a:moveTo>
                  <a:cubicBezTo>
                    <a:pt x="12481" y="9675"/>
                    <a:pt x="9674" y="12482"/>
                    <a:pt x="6241" y="12482"/>
                  </a:cubicBezTo>
                  <a:cubicBezTo>
                    <a:pt x="2782" y="12482"/>
                    <a:pt x="0" y="9675"/>
                    <a:pt x="0" y="6242"/>
                  </a:cubicBezTo>
                  <a:cubicBezTo>
                    <a:pt x="0" y="2783"/>
                    <a:pt x="2782" y="1"/>
                    <a:pt x="6241" y="1"/>
                  </a:cubicBezTo>
                  <a:cubicBezTo>
                    <a:pt x="9674" y="1"/>
                    <a:pt x="12481" y="2783"/>
                    <a:pt x="12481" y="6242"/>
                  </a:cubicBezTo>
                  <a:close/>
                </a:path>
              </a:pathLst>
            </a:custGeom>
            <a:noFill/>
            <a:ln w="1065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51"/>
            <p:cNvSpPr/>
            <p:nvPr/>
          </p:nvSpPr>
          <p:spPr>
            <a:xfrm>
              <a:off x="6542451" y="3692779"/>
              <a:ext cx="163102" cy="163138"/>
            </a:xfrm>
            <a:custGeom>
              <a:avLst/>
              <a:gdLst/>
              <a:ahLst/>
              <a:cxnLst/>
              <a:rect l="l" t="t" r="r" b="b"/>
              <a:pathLst>
                <a:path w="4587" h="4588" extrusionOk="0">
                  <a:moveTo>
                    <a:pt x="2306" y="1"/>
                  </a:moveTo>
                  <a:cubicBezTo>
                    <a:pt x="1028" y="1"/>
                    <a:pt x="0" y="1028"/>
                    <a:pt x="0" y="2307"/>
                  </a:cubicBezTo>
                  <a:cubicBezTo>
                    <a:pt x="0" y="3560"/>
                    <a:pt x="1028" y="4587"/>
                    <a:pt x="2306" y="4587"/>
                  </a:cubicBezTo>
                  <a:cubicBezTo>
                    <a:pt x="3559" y="4587"/>
                    <a:pt x="4586" y="3560"/>
                    <a:pt x="4586" y="2307"/>
                  </a:cubicBezTo>
                  <a:cubicBezTo>
                    <a:pt x="4586" y="1028"/>
                    <a:pt x="3559" y="1"/>
                    <a:pt x="23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51"/>
            <p:cNvSpPr/>
            <p:nvPr/>
          </p:nvSpPr>
          <p:spPr>
            <a:xfrm>
              <a:off x="6542451" y="3692779"/>
              <a:ext cx="163102" cy="163138"/>
            </a:xfrm>
            <a:custGeom>
              <a:avLst/>
              <a:gdLst/>
              <a:ahLst/>
              <a:cxnLst/>
              <a:rect l="l" t="t" r="r" b="b"/>
              <a:pathLst>
                <a:path w="4587" h="4588" fill="none" extrusionOk="0">
                  <a:moveTo>
                    <a:pt x="4586" y="2307"/>
                  </a:moveTo>
                  <a:cubicBezTo>
                    <a:pt x="4586" y="3560"/>
                    <a:pt x="3559" y="4587"/>
                    <a:pt x="2306" y="4587"/>
                  </a:cubicBezTo>
                  <a:cubicBezTo>
                    <a:pt x="1028" y="4587"/>
                    <a:pt x="0" y="3560"/>
                    <a:pt x="0" y="2307"/>
                  </a:cubicBezTo>
                  <a:cubicBezTo>
                    <a:pt x="0" y="1028"/>
                    <a:pt x="1028" y="1"/>
                    <a:pt x="2306" y="1"/>
                  </a:cubicBezTo>
                  <a:cubicBezTo>
                    <a:pt x="3559" y="1"/>
                    <a:pt x="4586" y="1028"/>
                    <a:pt x="4586" y="2307"/>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1"/>
            <p:cNvSpPr/>
            <p:nvPr/>
          </p:nvSpPr>
          <p:spPr>
            <a:xfrm>
              <a:off x="6575414" y="3725778"/>
              <a:ext cx="97179" cy="97143"/>
            </a:xfrm>
            <a:custGeom>
              <a:avLst/>
              <a:gdLst/>
              <a:ahLst/>
              <a:cxnLst/>
              <a:rect l="l" t="t" r="r" b="b"/>
              <a:pathLst>
                <a:path w="2733" h="2732" extrusionOk="0">
                  <a:moveTo>
                    <a:pt x="1379" y="0"/>
                  </a:moveTo>
                  <a:cubicBezTo>
                    <a:pt x="627" y="0"/>
                    <a:pt x="0" y="627"/>
                    <a:pt x="0" y="1379"/>
                  </a:cubicBezTo>
                  <a:cubicBezTo>
                    <a:pt x="0" y="2130"/>
                    <a:pt x="627" y="2732"/>
                    <a:pt x="1379" y="2732"/>
                  </a:cubicBezTo>
                  <a:cubicBezTo>
                    <a:pt x="2131" y="2732"/>
                    <a:pt x="2732" y="2130"/>
                    <a:pt x="2732" y="1379"/>
                  </a:cubicBezTo>
                  <a:cubicBezTo>
                    <a:pt x="2732" y="627"/>
                    <a:pt x="2131" y="0"/>
                    <a:pt x="13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51"/>
            <p:cNvSpPr/>
            <p:nvPr/>
          </p:nvSpPr>
          <p:spPr>
            <a:xfrm>
              <a:off x="6575414" y="3725778"/>
              <a:ext cx="97179" cy="97143"/>
            </a:xfrm>
            <a:custGeom>
              <a:avLst/>
              <a:gdLst/>
              <a:ahLst/>
              <a:cxnLst/>
              <a:rect l="l" t="t" r="r" b="b"/>
              <a:pathLst>
                <a:path w="2733" h="2732" fill="none" extrusionOk="0">
                  <a:moveTo>
                    <a:pt x="2732" y="1379"/>
                  </a:moveTo>
                  <a:cubicBezTo>
                    <a:pt x="2732" y="2130"/>
                    <a:pt x="2131" y="2732"/>
                    <a:pt x="1379" y="2732"/>
                  </a:cubicBezTo>
                  <a:cubicBezTo>
                    <a:pt x="627" y="2732"/>
                    <a:pt x="0" y="2130"/>
                    <a:pt x="0" y="1379"/>
                  </a:cubicBezTo>
                  <a:cubicBezTo>
                    <a:pt x="0" y="627"/>
                    <a:pt x="627" y="0"/>
                    <a:pt x="1379" y="0"/>
                  </a:cubicBezTo>
                  <a:cubicBezTo>
                    <a:pt x="2131" y="0"/>
                    <a:pt x="2732" y="627"/>
                    <a:pt x="2732" y="1379"/>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51"/>
            <p:cNvSpPr/>
            <p:nvPr/>
          </p:nvSpPr>
          <p:spPr>
            <a:xfrm>
              <a:off x="6217160" y="3307785"/>
              <a:ext cx="412645" cy="301243"/>
            </a:xfrm>
            <a:custGeom>
              <a:avLst/>
              <a:gdLst/>
              <a:ahLst/>
              <a:cxnLst/>
              <a:rect l="l" t="t" r="r" b="b"/>
              <a:pathLst>
                <a:path w="11605" h="8472" fill="none" extrusionOk="0">
                  <a:moveTo>
                    <a:pt x="0" y="1"/>
                  </a:moveTo>
                  <a:lnTo>
                    <a:pt x="11604" y="8472"/>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51"/>
            <p:cNvSpPr/>
            <p:nvPr/>
          </p:nvSpPr>
          <p:spPr>
            <a:xfrm>
              <a:off x="4621889" y="3338970"/>
              <a:ext cx="848438" cy="579303"/>
            </a:xfrm>
            <a:custGeom>
              <a:avLst/>
              <a:gdLst/>
              <a:ahLst/>
              <a:cxnLst/>
              <a:rect l="l" t="t" r="r" b="b"/>
              <a:pathLst>
                <a:path w="23861" h="16292" extrusionOk="0">
                  <a:moveTo>
                    <a:pt x="1" y="1"/>
                  </a:moveTo>
                  <a:lnTo>
                    <a:pt x="1" y="16292"/>
                  </a:lnTo>
                  <a:lnTo>
                    <a:pt x="23860" y="16292"/>
                  </a:lnTo>
                  <a:lnTo>
                    <a:pt x="23860" y="1"/>
                  </a:lnTo>
                  <a:close/>
                </a:path>
              </a:pathLst>
            </a:custGeom>
            <a:solidFill>
              <a:srgbClr val="FFFFFF"/>
            </a:solidFill>
            <a:ln w="10650" cap="rnd"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1"/>
            <p:cNvSpPr/>
            <p:nvPr/>
          </p:nvSpPr>
          <p:spPr>
            <a:xfrm>
              <a:off x="4665555" y="3382636"/>
              <a:ext cx="761997" cy="492863"/>
            </a:xfrm>
            <a:custGeom>
              <a:avLst/>
              <a:gdLst/>
              <a:ahLst/>
              <a:cxnLst/>
              <a:rect l="l" t="t" r="r" b="b"/>
              <a:pathLst>
                <a:path w="21430" h="13861" extrusionOk="0">
                  <a:moveTo>
                    <a:pt x="1" y="1"/>
                  </a:moveTo>
                  <a:lnTo>
                    <a:pt x="1" y="13861"/>
                  </a:lnTo>
                  <a:lnTo>
                    <a:pt x="21429" y="13861"/>
                  </a:lnTo>
                  <a:lnTo>
                    <a:pt x="21429" y="1"/>
                  </a:lnTo>
                  <a:close/>
                </a:path>
              </a:pathLst>
            </a:custGeom>
            <a:solidFill>
              <a:srgbClr val="FFFFFF"/>
            </a:solidFill>
            <a:ln w="10650" cap="rnd"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1"/>
            <p:cNvSpPr/>
            <p:nvPr/>
          </p:nvSpPr>
          <p:spPr>
            <a:xfrm>
              <a:off x="4719035" y="3417412"/>
              <a:ext cx="346686" cy="386794"/>
            </a:xfrm>
            <a:custGeom>
              <a:avLst/>
              <a:gdLst/>
              <a:ahLst/>
              <a:cxnLst/>
              <a:rect l="l" t="t" r="r" b="b"/>
              <a:pathLst>
                <a:path w="9750" h="10878" fill="none" extrusionOk="0">
                  <a:moveTo>
                    <a:pt x="8923" y="8522"/>
                  </a:moveTo>
                  <a:cubicBezTo>
                    <a:pt x="8923" y="8522"/>
                    <a:pt x="9199" y="8948"/>
                    <a:pt x="8697" y="9173"/>
                  </a:cubicBezTo>
                  <a:cubicBezTo>
                    <a:pt x="8597" y="9274"/>
                    <a:pt x="8547" y="9449"/>
                    <a:pt x="8622" y="9599"/>
                  </a:cubicBezTo>
                  <a:cubicBezTo>
                    <a:pt x="8672" y="9650"/>
                    <a:pt x="8672" y="9725"/>
                    <a:pt x="8672" y="9800"/>
                  </a:cubicBezTo>
                  <a:lnTo>
                    <a:pt x="8672" y="9800"/>
                  </a:lnTo>
                  <a:cubicBezTo>
                    <a:pt x="8672" y="10051"/>
                    <a:pt x="8397" y="10201"/>
                    <a:pt x="8171" y="10101"/>
                  </a:cubicBezTo>
                  <a:lnTo>
                    <a:pt x="6717" y="9324"/>
                  </a:lnTo>
                  <a:lnTo>
                    <a:pt x="6793" y="10878"/>
                  </a:lnTo>
                  <a:lnTo>
                    <a:pt x="2657" y="10828"/>
                  </a:lnTo>
                  <a:lnTo>
                    <a:pt x="2607" y="7870"/>
                  </a:lnTo>
                  <a:cubicBezTo>
                    <a:pt x="2607" y="7870"/>
                    <a:pt x="2181" y="7444"/>
                    <a:pt x="1730" y="6968"/>
                  </a:cubicBezTo>
                  <a:cubicBezTo>
                    <a:pt x="1" y="5163"/>
                    <a:pt x="452" y="2206"/>
                    <a:pt x="2657" y="1028"/>
                  </a:cubicBezTo>
                  <a:cubicBezTo>
                    <a:pt x="2757" y="978"/>
                    <a:pt x="2808" y="953"/>
                    <a:pt x="2808" y="953"/>
                  </a:cubicBezTo>
                  <a:cubicBezTo>
                    <a:pt x="5414" y="0"/>
                    <a:pt x="8873" y="376"/>
                    <a:pt x="8873" y="5063"/>
                  </a:cubicBezTo>
                  <a:lnTo>
                    <a:pt x="8747" y="5539"/>
                  </a:lnTo>
                  <a:lnTo>
                    <a:pt x="9750" y="7569"/>
                  </a:lnTo>
                  <a:lnTo>
                    <a:pt x="8873" y="7845"/>
                  </a:lnTo>
                  <a:cubicBezTo>
                    <a:pt x="8873" y="7845"/>
                    <a:pt x="9299" y="8171"/>
                    <a:pt x="8923" y="8522"/>
                  </a:cubicBezTo>
                  <a:close/>
                </a:path>
              </a:pathLst>
            </a:custGeom>
            <a:noFill/>
            <a:ln w="10650" cap="flat"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51"/>
            <p:cNvSpPr/>
            <p:nvPr/>
          </p:nvSpPr>
          <p:spPr>
            <a:xfrm>
              <a:off x="4572000" y="3918257"/>
              <a:ext cx="951803" cy="58848"/>
            </a:xfrm>
            <a:custGeom>
              <a:avLst/>
              <a:gdLst/>
              <a:ahLst/>
              <a:cxnLst/>
              <a:rect l="l" t="t" r="r" b="b"/>
              <a:pathLst>
                <a:path w="26768" h="1655" extrusionOk="0">
                  <a:moveTo>
                    <a:pt x="0" y="1"/>
                  </a:moveTo>
                  <a:lnTo>
                    <a:pt x="0" y="1655"/>
                  </a:lnTo>
                  <a:lnTo>
                    <a:pt x="26767" y="1655"/>
                  </a:lnTo>
                  <a:lnTo>
                    <a:pt x="2676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51"/>
            <p:cNvSpPr/>
            <p:nvPr/>
          </p:nvSpPr>
          <p:spPr>
            <a:xfrm>
              <a:off x="5174436" y="3523448"/>
              <a:ext cx="35700" cy="244244"/>
            </a:xfrm>
            <a:custGeom>
              <a:avLst/>
              <a:gdLst/>
              <a:ahLst/>
              <a:cxnLst/>
              <a:rect l="l" t="t" r="r" b="b"/>
              <a:pathLst>
                <a:path w="1004" h="6869" extrusionOk="0">
                  <a:moveTo>
                    <a:pt x="1" y="1"/>
                  </a:moveTo>
                  <a:lnTo>
                    <a:pt x="1" y="6868"/>
                  </a:lnTo>
                  <a:lnTo>
                    <a:pt x="1003" y="6868"/>
                  </a:lnTo>
                  <a:lnTo>
                    <a:pt x="1003" y="1"/>
                  </a:ln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51"/>
            <p:cNvSpPr/>
            <p:nvPr/>
          </p:nvSpPr>
          <p:spPr>
            <a:xfrm>
              <a:off x="5174436" y="3610816"/>
              <a:ext cx="35700" cy="156880"/>
            </a:xfrm>
            <a:custGeom>
              <a:avLst/>
              <a:gdLst/>
              <a:ahLst/>
              <a:cxnLst/>
              <a:rect l="l" t="t" r="r" b="b"/>
              <a:pathLst>
                <a:path w="1004" h="4412" extrusionOk="0">
                  <a:moveTo>
                    <a:pt x="1" y="0"/>
                  </a:moveTo>
                  <a:lnTo>
                    <a:pt x="1" y="4411"/>
                  </a:lnTo>
                  <a:lnTo>
                    <a:pt x="1003" y="4411"/>
                  </a:lnTo>
                  <a:lnTo>
                    <a:pt x="10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51"/>
            <p:cNvSpPr/>
            <p:nvPr/>
          </p:nvSpPr>
          <p:spPr>
            <a:xfrm>
              <a:off x="5239508" y="3523448"/>
              <a:ext cx="36553" cy="244244"/>
            </a:xfrm>
            <a:custGeom>
              <a:avLst/>
              <a:gdLst/>
              <a:ahLst/>
              <a:cxnLst/>
              <a:rect l="l" t="t" r="r" b="b"/>
              <a:pathLst>
                <a:path w="1028" h="6869" extrusionOk="0">
                  <a:moveTo>
                    <a:pt x="0" y="1"/>
                  </a:moveTo>
                  <a:lnTo>
                    <a:pt x="0" y="6868"/>
                  </a:lnTo>
                  <a:lnTo>
                    <a:pt x="1028" y="6868"/>
                  </a:lnTo>
                  <a:lnTo>
                    <a:pt x="1028" y="1"/>
                  </a:ln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51"/>
            <p:cNvSpPr/>
            <p:nvPr/>
          </p:nvSpPr>
          <p:spPr>
            <a:xfrm>
              <a:off x="5239508" y="3553780"/>
              <a:ext cx="36553" cy="213914"/>
            </a:xfrm>
            <a:custGeom>
              <a:avLst/>
              <a:gdLst/>
              <a:ahLst/>
              <a:cxnLst/>
              <a:rect l="l" t="t" r="r" b="b"/>
              <a:pathLst>
                <a:path w="1028" h="6016" extrusionOk="0">
                  <a:moveTo>
                    <a:pt x="0" y="0"/>
                  </a:moveTo>
                  <a:lnTo>
                    <a:pt x="0" y="6015"/>
                  </a:lnTo>
                  <a:lnTo>
                    <a:pt x="1028" y="6015"/>
                  </a:lnTo>
                  <a:lnTo>
                    <a:pt x="10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51"/>
            <p:cNvSpPr/>
            <p:nvPr/>
          </p:nvSpPr>
          <p:spPr>
            <a:xfrm>
              <a:off x="5305434" y="3523448"/>
              <a:ext cx="35700" cy="244244"/>
            </a:xfrm>
            <a:custGeom>
              <a:avLst/>
              <a:gdLst/>
              <a:ahLst/>
              <a:cxnLst/>
              <a:rect l="l" t="t" r="r" b="b"/>
              <a:pathLst>
                <a:path w="1004" h="6869" extrusionOk="0">
                  <a:moveTo>
                    <a:pt x="1" y="1"/>
                  </a:moveTo>
                  <a:lnTo>
                    <a:pt x="1" y="6868"/>
                  </a:lnTo>
                  <a:lnTo>
                    <a:pt x="1003" y="6868"/>
                  </a:lnTo>
                  <a:lnTo>
                    <a:pt x="1003" y="1"/>
                  </a:ln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1"/>
            <p:cNvSpPr/>
            <p:nvPr/>
          </p:nvSpPr>
          <p:spPr>
            <a:xfrm>
              <a:off x="5305434" y="3678520"/>
              <a:ext cx="35700" cy="89178"/>
            </a:xfrm>
            <a:custGeom>
              <a:avLst/>
              <a:gdLst/>
              <a:ahLst/>
              <a:cxnLst/>
              <a:rect l="l" t="t" r="r" b="b"/>
              <a:pathLst>
                <a:path w="1004" h="2508" extrusionOk="0">
                  <a:moveTo>
                    <a:pt x="1" y="1"/>
                  </a:moveTo>
                  <a:lnTo>
                    <a:pt x="1" y="2507"/>
                  </a:lnTo>
                  <a:lnTo>
                    <a:pt x="1003" y="2507"/>
                  </a:lnTo>
                  <a:lnTo>
                    <a:pt x="10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51"/>
            <p:cNvSpPr/>
            <p:nvPr/>
          </p:nvSpPr>
          <p:spPr>
            <a:xfrm>
              <a:off x="4755590" y="3448597"/>
              <a:ext cx="137252" cy="137288"/>
            </a:xfrm>
            <a:custGeom>
              <a:avLst/>
              <a:gdLst/>
              <a:ahLst/>
              <a:cxnLst/>
              <a:rect l="l" t="t" r="r" b="b"/>
              <a:pathLst>
                <a:path w="3860" h="3861" extrusionOk="0">
                  <a:moveTo>
                    <a:pt x="1930" y="1"/>
                  </a:moveTo>
                  <a:cubicBezTo>
                    <a:pt x="877" y="1"/>
                    <a:pt x="0" y="878"/>
                    <a:pt x="0" y="1930"/>
                  </a:cubicBezTo>
                  <a:cubicBezTo>
                    <a:pt x="0" y="2983"/>
                    <a:pt x="877" y="3860"/>
                    <a:pt x="1930" y="3860"/>
                  </a:cubicBezTo>
                  <a:cubicBezTo>
                    <a:pt x="3008" y="3860"/>
                    <a:pt x="3860" y="2983"/>
                    <a:pt x="3860" y="1930"/>
                  </a:cubicBezTo>
                  <a:cubicBezTo>
                    <a:pt x="3860" y="878"/>
                    <a:pt x="3008" y="1"/>
                    <a:pt x="19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51"/>
            <p:cNvSpPr/>
            <p:nvPr/>
          </p:nvSpPr>
          <p:spPr>
            <a:xfrm>
              <a:off x="4800145" y="3493152"/>
              <a:ext cx="48145" cy="48180"/>
            </a:xfrm>
            <a:custGeom>
              <a:avLst/>
              <a:gdLst/>
              <a:ahLst/>
              <a:cxnLst/>
              <a:rect l="l" t="t" r="r" b="b"/>
              <a:pathLst>
                <a:path w="1354" h="1355" extrusionOk="0">
                  <a:moveTo>
                    <a:pt x="677" y="1"/>
                  </a:moveTo>
                  <a:cubicBezTo>
                    <a:pt x="301" y="1"/>
                    <a:pt x="0" y="302"/>
                    <a:pt x="0" y="677"/>
                  </a:cubicBezTo>
                  <a:cubicBezTo>
                    <a:pt x="0" y="1053"/>
                    <a:pt x="301" y="1354"/>
                    <a:pt x="677" y="1354"/>
                  </a:cubicBezTo>
                  <a:cubicBezTo>
                    <a:pt x="1053" y="1354"/>
                    <a:pt x="1354" y="1053"/>
                    <a:pt x="1354" y="677"/>
                  </a:cubicBezTo>
                  <a:cubicBezTo>
                    <a:pt x="1354" y="302"/>
                    <a:pt x="1053" y="1"/>
                    <a:pt x="677" y="1"/>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51"/>
            <p:cNvSpPr/>
            <p:nvPr/>
          </p:nvSpPr>
          <p:spPr>
            <a:xfrm>
              <a:off x="4877663" y="3605447"/>
              <a:ext cx="53514" cy="52625"/>
            </a:xfrm>
            <a:custGeom>
              <a:avLst/>
              <a:gdLst/>
              <a:ahLst/>
              <a:cxnLst/>
              <a:rect l="l" t="t" r="r" b="b"/>
              <a:pathLst>
                <a:path w="1505" h="1480" extrusionOk="0">
                  <a:moveTo>
                    <a:pt x="753" y="1"/>
                  </a:moveTo>
                  <a:cubicBezTo>
                    <a:pt x="352" y="1"/>
                    <a:pt x="1" y="326"/>
                    <a:pt x="1" y="753"/>
                  </a:cubicBezTo>
                  <a:cubicBezTo>
                    <a:pt x="1" y="1154"/>
                    <a:pt x="352" y="1479"/>
                    <a:pt x="753" y="1479"/>
                  </a:cubicBezTo>
                  <a:cubicBezTo>
                    <a:pt x="1179" y="1479"/>
                    <a:pt x="1504" y="1154"/>
                    <a:pt x="1504" y="753"/>
                  </a:cubicBezTo>
                  <a:cubicBezTo>
                    <a:pt x="1504" y="326"/>
                    <a:pt x="1179"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1"/>
            <p:cNvSpPr/>
            <p:nvPr/>
          </p:nvSpPr>
          <p:spPr>
            <a:xfrm>
              <a:off x="4895478" y="3622373"/>
              <a:ext cx="18774" cy="18774"/>
            </a:xfrm>
            <a:custGeom>
              <a:avLst/>
              <a:gdLst/>
              <a:ahLst/>
              <a:cxnLst/>
              <a:rect l="l" t="t" r="r" b="b"/>
              <a:pathLst>
                <a:path w="528" h="528" extrusionOk="0">
                  <a:moveTo>
                    <a:pt x="252" y="1"/>
                  </a:moveTo>
                  <a:cubicBezTo>
                    <a:pt x="101" y="1"/>
                    <a:pt x="1" y="126"/>
                    <a:pt x="1" y="277"/>
                  </a:cubicBezTo>
                  <a:cubicBezTo>
                    <a:pt x="1" y="402"/>
                    <a:pt x="101" y="527"/>
                    <a:pt x="252" y="527"/>
                  </a:cubicBezTo>
                  <a:cubicBezTo>
                    <a:pt x="402" y="527"/>
                    <a:pt x="527" y="402"/>
                    <a:pt x="527" y="277"/>
                  </a:cubicBezTo>
                  <a:cubicBezTo>
                    <a:pt x="527" y="126"/>
                    <a:pt x="402" y="1"/>
                    <a:pt x="252" y="1"/>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1"/>
            <p:cNvSpPr/>
            <p:nvPr/>
          </p:nvSpPr>
          <p:spPr>
            <a:xfrm>
              <a:off x="4913328" y="3491374"/>
              <a:ext cx="99845" cy="99845"/>
            </a:xfrm>
            <a:custGeom>
              <a:avLst/>
              <a:gdLst/>
              <a:ahLst/>
              <a:cxnLst/>
              <a:rect l="l" t="t" r="r" b="b"/>
              <a:pathLst>
                <a:path w="2808" h="2808" extrusionOk="0">
                  <a:moveTo>
                    <a:pt x="1404" y="1"/>
                  </a:moveTo>
                  <a:cubicBezTo>
                    <a:pt x="627" y="1"/>
                    <a:pt x="0" y="627"/>
                    <a:pt x="0" y="1404"/>
                  </a:cubicBezTo>
                  <a:cubicBezTo>
                    <a:pt x="0" y="2181"/>
                    <a:pt x="627" y="2808"/>
                    <a:pt x="1404" y="2808"/>
                  </a:cubicBezTo>
                  <a:cubicBezTo>
                    <a:pt x="2181" y="2808"/>
                    <a:pt x="2807" y="2181"/>
                    <a:pt x="2807" y="1404"/>
                  </a:cubicBezTo>
                  <a:cubicBezTo>
                    <a:pt x="2807" y="627"/>
                    <a:pt x="2181" y="1"/>
                    <a:pt x="14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51"/>
            <p:cNvSpPr/>
            <p:nvPr/>
          </p:nvSpPr>
          <p:spPr>
            <a:xfrm>
              <a:off x="4947180" y="3525262"/>
              <a:ext cx="32108" cy="32108"/>
            </a:xfrm>
            <a:custGeom>
              <a:avLst/>
              <a:gdLst/>
              <a:ahLst/>
              <a:cxnLst/>
              <a:rect l="l" t="t" r="r" b="b"/>
              <a:pathLst>
                <a:path w="903" h="903" extrusionOk="0">
                  <a:moveTo>
                    <a:pt x="452" y="0"/>
                  </a:moveTo>
                  <a:cubicBezTo>
                    <a:pt x="201" y="0"/>
                    <a:pt x="1" y="201"/>
                    <a:pt x="1" y="451"/>
                  </a:cubicBezTo>
                  <a:cubicBezTo>
                    <a:pt x="1" y="702"/>
                    <a:pt x="201" y="902"/>
                    <a:pt x="452" y="902"/>
                  </a:cubicBezTo>
                  <a:cubicBezTo>
                    <a:pt x="702" y="902"/>
                    <a:pt x="903" y="702"/>
                    <a:pt x="903" y="451"/>
                  </a:cubicBezTo>
                  <a:cubicBezTo>
                    <a:pt x="903" y="201"/>
                    <a:pt x="702" y="0"/>
                    <a:pt x="452" y="0"/>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51"/>
            <p:cNvSpPr/>
            <p:nvPr/>
          </p:nvSpPr>
          <p:spPr>
            <a:xfrm>
              <a:off x="5324174" y="3928071"/>
              <a:ext cx="33886" cy="33886"/>
            </a:xfrm>
            <a:custGeom>
              <a:avLst/>
              <a:gdLst/>
              <a:ahLst/>
              <a:cxnLst/>
              <a:rect l="l" t="t" r="r" b="b"/>
              <a:pathLst>
                <a:path w="953" h="953" extrusionOk="0">
                  <a:moveTo>
                    <a:pt x="476" y="0"/>
                  </a:moveTo>
                  <a:cubicBezTo>
                    <a:pt x="226" y="0"/>
                    <a:pt x="0" y="226"/>
                    <a:pt x="0" y="477"/>
                  </a:cubicBezTo>
                  <a:cubicBezTo>
                    <a:pt x="0" y="727"/>
                    <a:pt x="226" y="953"/>
                    <a:pt x="476" y="953"/>
                  </a:cubicBezTo>
                  <a:cubicBezTo>
                    <a:pt x="727" y="953"/>
                    <a:pt x="953" y="727"/>
                    <a:pt x="953" y="477"/>
                  </a:cubicBezTo>
                  <a:cubicBezTo>
                    <a:pt x="953" y="226"/>
                    <a:pt x="727" y="0"/>
                    <a:pt x="4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72" name="Google Shape;2772;p51"/>
            <p:cNvGrpSpPr/>
            <p:nvPr/>
          </p:nvGrpSpPr>
          <p:grpSpPr>
            <a:xfrm>
              <a:off x="5080881" y="1902361"/>
              <a:ext cx="492837" cy="598021"/>
              <a:chOff x="5080881" y="1902361"/>
              <a:chExt cx="492837" cy="598021"/>
            </a:xfrm>
          </p:grpSpPr>
          <p:sp>
            <p:nvSpPr>
              <p:cNvPr id="2773" name="Google Shape;2773;p51"/>
              <p:cNvSpPr/>
              <p:nvPr/>
            </p:nvSpPr>
            <p:spPr>
              <a:xfrm>
                <a:off x="5376730" y="1902361"/>
                <a:ext cx="196989" cy="170249"/>
              </a:xfrm>
              <a:custGeom>
                <a:avLst/>
                <a:gdLst/>
                <a:ahLst/>
                <a:cxnLst/>
                <a:rect l="l" t="t" r="r" b="b"/>
                <a:pathLst>
                  <a:path w="5540" h="4788" extrusionOk="0">
                    <a:moveTo>
                      <a:pt x="1379" y="1"/>
                    </a:moveTo>
                    <a:lnTo>
                      <a:pt x="1" y="2407"/>
                    </a:lnTo>
                    <a:lnTo>
                      <a:pt x="1379" y="4788"/>
                    </a:lnTo>
                    <a:lnTo>
                      <a:pt x="4161" y="4788"/>
                    </a:lnTo>
                    <a:lnTo>
                      <a:pt x="5540" y="2407"/>
                    </a:lnTo>
                    <a:lnTo>
                      <a:pt x="4161"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51"/>
              <p:cNvSpPr/>
              <p:nvPr/>
            </p:nvSpPr>
            <p:spPr>
              <a:xfrm>
                <a:off x="5376730" y="1902361"/>
                <a:ext cx="196989" cy="170249"/>
              </a:xfrm>
              <a:custGeom>
                <a:avLst/>
                <a:gdLst/>
                <a:ahLst/>
                <a:cxnLst/>
                <a:rect l="l" t="t" r="r" b="b"/>
                <a:pathLst>
                  <a:path w="5540" h="4788" fill="none" extrusionOk="0">
                    <a:moveTo>
                      <a:pt x="1379" y="1"/>
                    </a:moveTo>
                    <a:lnTo>
                      <a:pt x="4161" y="1"/>
                    </a:lnTo>
                    <a:lnTo>
                      <a:pt x="5540" y="2407"/>
                    </a:lnTo>
                    <a:lnTo>
                      <a:pt x="4161" y="4788"/>
                    </a:lnTo>
                    <a:lnTo>
                      <a:pt x="1379" y="4788"/>
                    </a:lnTo>
                    <a:lnTo>
                      <a:pt x="1" y="2407"/>
                    </a:lnTo>
                    <a:close/>
                  </a:path>
                </a:pathLst>
              </a:custGeom>
              <a:solidFill>
                <a:schemeClr val="accent6"/>
              </a:solid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51"/>
              <p:cNvSpPr/>
              <p:nvPr/>
            </p:nvSpPr>
            <p:spPr>
              <a:xfrm>
                <a:off x="5227027" y="1987916"/>
                <a:ext cx="197877" cy="170249"/>
              </a:xfrm>
              <a:custGeom>
                <a:avLst/>
                <a:gdLst/>
                <a:ahLst/>
                <a:cxnLst/>
                <a:rect l="l" t="t" r="r" b="b"/>
                <a:pathLst>
                  <a:path w="5565" h="4788" fill="none" extrusionOk="0">
                    <a:moveTo>
                      <a:pt x="1404" y="1"/>
                    </a:moveTo>
                    <a:lnTo>
                      <a:pt x="4186" y="1"/>
                    </a:lnTo>
                    <a:lnTo>
                      <a:pt x="5564" y="2382"/>
                    </a:lnTo>
                    <a:lnTo>
                      <a:pt x="4186" y="4788"/>
                    </a:lnTo>
                    <a:lnTo>
                      <a:pt x="1404" y="4788"/>
                    </a:lnTo>
                    <a:lnTo>
                      <a:pt x="0" y="2382"/>
                    </a:lnTo>
                    <a:close/>
                  </a:path>
                </a:pathLst>
              </a:custGeom>
              <a:solidFill>
                <a:schemeClr val="accent6"/>
              </a:solid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51"/>
              <p:cNvSpPr/>
              <p:nvPr/>
            </p:nvSpPr>
            <p:spPr>
              <a:xfrm>
                <a:off x="5227027" y="2158135"/>
                <a:ext cx="197877" cy="171138"/>
              </a:xfrm>
              <a:custGeom>
                <a:avLst/>
                <a:gdLst/>
                <a:ahLst/>
                <a:cxnLst/>
                <a:rect l="l" t="t" r="r" b="b"/>
                <a:pathLst>
                  <a:path w="5565" h="4813" fill="none" extrusionOk="0">
                    <a:moveTo>
                      <a:pt x="1404" y="1"/>
                    </a:moveTo>
                    <a:lnTo>
                      <a:pt x="4186" y="1"/>
                    </a:lnTo>
                    <a:lnTo>
                      <a:pt x="5564" y="2407"/>
                    </a:lnTo>
                    <a:lnTo>
                      <a:pt x="4186" y="4813"/>
                    </a:lnTo>
                    <a:lnTo>
                      <a:pt x="1404" y="4813"/>
                    </a:lnTo>
                    <a:lnTo>
                      <a:pt x="0" y="2407"/>
                    </a:lnTo>
                    <a:close/>
                  </a:path>
                </a:pathLst>
              </a:custGeom>
              <a:solidFill>
                <a:schemeClr val="accent6"/>
              </a:solid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51"/>
              <p:cNvSpPr/>
              <p:nvPr/>
            </p:nvSpPr>
            <p:spPr>
              <a:xfrm>
                <a:off x="5227027" y="2329244"/>
                <a:ext cx="197877" cy="171138"/>
              </a:xfrm>
              <a:custGeom>
                <a:avLst/>
                <a:gdLst/>
                <a:ahLst/>
                <a:cxnLst/>
                <a:rect l="l" t="t" r="r" b="b"/>
                <a:pathLst>
                  <a:path w="5565" h="4813" fill="none" extrusionOk="0">
                    <a:moveTo>
                      <a:pt x="1404" y="1"/>
                    </a:moveTo>
                    <a:lnTo>
                      <a:pt x="4186" y="1"/>
                    </a:lnTo>
                    <a:lnTo>
                      <a:pt x="5564" y="2407"/>
                    </a:lnTo>
                    <a:lnTo>
                      <a:pt x="4186" y="4813"/>
                    </a:lnTo>
                    <a:lnTo>
                      <a:pt x="1404" y="4813"/>
                    </a:lnTo>
                    <a:lnTo>
                      <a:pt x="0" y="2407"/>
                    </a:lnTo>
                    <a:close/>
                  </a:path>
                </a:pathLst>
              </a:custGeom>
              <a:solidFill>
                <a:schemeClr val="accent6"/>
              </a:solid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51"/>
              <p:cNvSpPr/>
              <p:nvPr/>
            </p:nvSpPr>
            <p:spPr>
              <a:xfrm>
                <a:off x="5080881" y="2072581"/>
                <a:ext cx="197842" cy="171138"/>
              </a:xfrm>
              <a:custGeom>
                <a:avLst/>
                <a:gdLst/>
                <a:ahLst/>
                <a:cxnLst/>
                <a:rect l="l" t="t" r="r" b="b"/>
                <a:pathLst>
                  <a:path w="5564" h="4813" fill="none" extrusionOk="0">
                    <a:moveTo>
                      <a:pt x="1404" y="1"/>
                    </a:moveTo>
                    <a:lnTo>
                      <a:pt x="4160" y="1"/>
                    </a:lnTo>
                    <a:lnTo>
                      <a:pt x="5564" y="2407"/>
                    </a:lnTo>
                    <a:lnTo>
                      <a:pt x="4160" y="4813"/>
                    </a:lnTo>
                    <a:lnTo>
                      <a:pt x="1404" y="4813"/>
                    </a:lnTo>
                    <a:lnTo>
                      <a:pt x="0" y="2407"/>
                    </a:lnTo>
                    <a:close/>
                  </a:path>
                </a:pathLst>
              </a:custGeom>
              <a:solidFill>
                <a:schemeClr val="accent6"/>
              </a:solid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9" name="Google Shape;2779;p51"/>
            <p:cNvGrpSpPr/>
            <p:nvPr/>
          </p:nvGrpSpPr>
          <p:grpSpPr>
            <a:xfrm>
              <a:off x="4649320" y="4129369"/>
              <a:ext cx="873399" cy="81142"/>
              <a:chOff x="4649320" y="4129369"/>
              <a:chExt cx="873399" cy="81142"/>
            </a:xfrm>
          </p:grpSpPr>
          <p:sp>
            <p:nvSpPr>
              <p:cNvPr id="2780" name="Google Shape;2780;p51"/>
              <p:cNvSpPr/>
              <p:nvPr/>
            </p:nvSpPr>
            <p:spPr>
              <a:xfrm>
                <a:off x="4649320"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51"/>
              <p:cNvSpPr/>
              <p:nvPr/>
            </p:nvSpPr>
            <p:spPr>
              <a:xfrm>
                <a:off x="4702799"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51"/>
              <p:cNvSpPr/>
              <p:nvPr/>
            </p:nvSpPr>
            <p:spPr>
              <a:xfrm>
                <a:off x="4755388"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51"/>
              <p:cNvSpPr/>
              <p:nvPr/>
            </p:nvSpPr>
            <p:spPr>
              <a:xfrm>
                <a:off x="4807942"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51"/>
              <p:cNvSpPr/>
              <p:nvPr/>
            </p:nvSpPr>
            <p:spPr>
              <a:xfrm>
                <a:off x="4860532"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51"/>
              <p:cNvSpPr/>
              <p:nvPr/>
            </p:nvSpPr>
            <p:spPr>
              <a:xfrm>
                <a:off x="4913121" y="4129369"/>
                <a:ext cx="29442" cy="81142"/>
              </a:xfrm>
              <a:custGeom>
                <a:avLst/>
                <a:gdLst/>
                <a:ahLst/>
                <a:cxnLst/>
                <a:rect l="l" t="t" r="r" b="b"/>
                <a:pathLst>
                  <a:path w="828" h="2282" extrusionOk="0">
                    <a:moveTo>
                      <a:pt x="0" y="1"/>
                    </a:moveTo>
                    <a:lnTo>
                      <a:pt x="0" y="2281"/>
                    </a:lnTo>
                    <a:lnTo>
                      <a:pt x="827" y="2281"/>
                    </a:lnTo>
                    <a:lnTo>
                      <a:pt x="82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51"/>
              <p:cNvSpPr/>
              <p:nvPr/>
            </p:nvSpPr>
            <p:spPr>
              <a:xfrm>
                <a:off x="4966564"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51"/>
              <p:cNvSpPr/>
              <p:nvPr/>
            </p:nvSpPr>
            <p:spPr>
              <a:xfrm>
                <a:off x="5019154"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51"/>
              <p:cNvSpPr/>
              <p:nvPr/>
            </p:nvSpPr>
            <p:spPr>
              <a:xfrm>
                <a:off x="5071743"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51"/>
              <p:cNvSpPr/>
              <p:nvPr/>
            </p:nvSpPr>
            <p:spPr>
              <a:xfrm>
                <a:off x="5124333"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51"/>
              <p:cNvSpPr/>
              <p:nvPr/>
            </p:nvSpPr>
            <p:spPr>
              <a:xfrm>
                <a:off x="5177776"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51"/>
              <p:cNvSpPr/>
              <p:nvPr/>
            </p:nvSpPr>
            <p:spPr>
              <a:xfrm>
                <a:off x="5230365"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51"/>
              <p:cNvSpPr/>
              <p:nvPr/>
            </p:nvSpPr>
            <p:spPr>
              <a:xfrm>
                <a:off x="5282955"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51"/>
              <p:cNvSpPr/>
              <p:nvPr/>
            </p:nvSpPr>
            <p:spPr>
              <a:xfrm>
                <a:off x="5335509"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51"/>
              <p:cNvSpPr/>
              <p:nvPr/>
            </p:nvSpPr>
            <p:spPr>
              <a:xfrm>
                <a:off x="5388987"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51"/>
              <p:cNvSpPr/>
              <p:nvPr/>
            </p:nvSpPr>
            <p:spPr>
              <a:xfrm>
                <a:off x="5441577"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51"/>
              <p:cNvSpPr/>
              <p:nvPr/>
            </p:nvSpPr>
            <p:spPr>
              <a:xfrm>
                <a:off x="5494167"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7" name="Google Shape;2797;p51"/>
            <p:cNvGrpSpPr/>
            <p:nvPr/>
          </p:nvGrpSpPr>
          <p:grpSpPr>
            <a:xfrm>
              <a:off x="4649320" y="4239882"/>
              <a:ext cx="873399" cy="82031"/>
              <a:chOff x="4020825" y="2247525"/>
              <a:chExt cx="614075" cy="57675"/>
            </a:xfrm>
          </p:grpSpPr>
          <p:sp>
            <p:nvSpPr>
              <p:cNvPr id="2798" name="Google Shape;2798;p51"/>
              <p:cNvSpPr/>
              <p:nvPr/>
            </p:nvSpPr>
            <p:spPr>
              <a:xfrm>
                <a:off x="402082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51"/>
              <p:cNvSpPr/>
              <p:nvPr/>
            </p:nvSpPr>
            <p:spPr>
              <a:xfrm>
                <a:off x="40584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51"/>
              <p:cNvSpPr/>
              <p:nvPr/>
            </p:nvSpPr>
            <p:spPr>
              <a:xfrm>
                <a:off x="4095400"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51"/>
              <p:cNvSpPr/>
              <p:nvPr/>
            </p:nvSpPr>
            <p:spPr>
              <a:xfrm>
                <a:off x="4132350"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51"/>
              <p:cNvSpPr/>
              <p:nvPr/>
            </p:nvSpPr>
            <p:spPr>
              <a:xfrm>
                <a:off x="416932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51"/>
              <p:cNvSpPr/>
              <p:nvPr/>
            </p:nvSpPr>
            <p:spPr>
              <a:xfrm>
                <a:off x="4206300" y="2247525"/>
                <a:ext cx="20700" cy="57675"/>
              </a:xfrm>
              <a:custGeom>
                <a:avLst/>
                <a:gdLst/>
                <a:ahLst/>
                <a:cxnLst/>
                <a:rect l="l" t="t" r="r" b="b"/>
                <a:pathLst>
                  <a:path w="828" h="2307" extrusionOk="0">
                    <a:moveTo>
                      <a:pt x="0" y="0"/>
                    </a:moveTo>
                    <a:lnTo>
                      <a:pt x="0" y="2306"/>
                    </a:lnTo>
                    <a:lnTo>
                      <a:pt x="827" y="2306"/>
                    </a:lnTo>
                    <a:lnTo>
                      <a:pt x="8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51"/>
              <p:cNvSpPr/>
              <p:nvPr/>
            </p:nvSpPr>
            <p:spPr>
              <a:xfrm>
                <a:off x="42438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51"/>
              <p:cNvSpPr/>
              <p:nvPr/>
            </p:nvSpPr>
            <p:spPr>
              <a:xfrm>
                <a:off x="4280850"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51"/>
              <p:cNvSpPr/>
              <p:nvPr/>
            </p:nvSpPr>
            <p:spPr>
              <a:xfrm>
                <a:off x="43178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51"/>
              <p:cNvSpPr/>
              <p:nvPr/>
            </p:nvSpPr>
            <p:spPr>
              <a:xfrm>
                <a:off x="4354800"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51"/>
              <p:cNvSpPr/>
              <p:nvPr/>
            </p:nvSpPr>
            <p:spPr>
              <a:xfrm>
                <a:off x="43923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51"/>
              <p:cNvSpPr/>
              <p:nvPr/>
            </p:nvSpPr>
            <p:spPr>
              <a:xfrm>
                <a:off x="4429350"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51"/>
              <p:cNvSpPr/>
              <p:nvPr/>
            </p:nvSpPr>
            <p:spPr>
              <a:xfrm>
                <a:off x="44663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51"/>
              <p:cNvSpPr/>
              <p:nvPr/>
            </p:nvSpPr>
            <p:spPr>
              <a:xfrm>
                <a:off x="45032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51"/>
              <p:cNvSpPr/>
              <p:nvPr/>
            </p:nvSpPr>
            <p:spPr>
              <a:xfrm>
                <a:off x="45408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51"/>
              <p:cNvSpPr/>
              <p:nvPr/>
            </p:nvSpPr>
            <p:spPr>
              <a:xfrm>
                <a:off x="4577850"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51"/>
              <p:cNvSpPr/>
              <p:nvPr/>
            </p:nvSpPr>
            <p:spPr>
              <a:xfrm>
                <a:off x="46148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15" name="Google Shape;2815;p51"/>
            <p:cNvSpPr/>
            <p:nvPr/>
          </p:nvSpPr>
          <p:spPr>
            <a:xfrm>
              <a:off x="5546060" y="3055567"/>
              <a:ext cx="286096" cy="85587"/>
            </a:xfrm>
            <a:custGeom>
              <a:avLst/>
              <a:gdLst/>
              <a:ahLst/>
              <a:cxnLst/>
              <a:rect l="l" t="t" r="r" b="b"/>
              <a:pathLst>
                <a:path w="8046" h="2407" fill="none" extrusionOk="0">
                  <a:moveTo>
                    <a:pt x="8046" y="1"/>
                  </a:moveTo>
                  <a:cubicBezTo>
                    <a:pt x="3986" y="2407"/>
                    <a:pt x="201" y="1"/>
                    <a:pt x="201" y="1"/>
                  </a:cubicBezTo>
                  <a:lnTo>
                    <a:pt x="1" y="126"/>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51"/>
            <p:cNvSpPr/>
            <p:nvPr/>
          </p:nvSpPr>
          <p:spPr>
            <a:xfrm>
              <a:off x="6301825" y="3002122"/>
              <a:ext cx="857327" cy="100734"/>
            </a:xfrm>
            <a:custGeom>
              <a:avLst/>
              <a:gdLst/>
              <a:ahLst/>
              <a:cxnLst/>
              <a:rect l="l" t="t" r="r" b="b"/>
              <a:pathLst>
                <a:path w="24111" h="2833" fill="none" extrusionOk="0">
                  <a:moveTo>
                    <a:pt x="0" y="0"/>
                  </a:moveTo>
                  <a:lnTo>
                    <a:pt x="5714" y="2832"/>
                  </a:lnTo>
                  <a:lnTo>
                    <a:pt x="24110" y="2832"/>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51"/>
            <p:cNvSpPr/>
            <p:nvPr/>
          </p:nvSpPr>
          <p:spPr>
            <a:xfrm>
              <a:off x="6505897" y="2991419"/>
              <a:ext cx="566822" cy="36"/>
            </a:xfrm>
            <a:custGeom>
              <a:avLst/>
              <a:gdLst/>
              <a:ahLst/>
              <a:cxnLst/>
              <a:rect l="l" t="t" r="r" b="b"/>
              <a:pathLst>
                <a:path w="15941" h="1" fill="none" extrusionOk="0">
                  <a:moveTo>
                    <a:pt x="15940" y="0"/>
                  </a:moveTo>
                  <a:lnTo>
                    <a:pt x="0" y="0"/>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51"/>
            <p:cNvSpPr/>
            <p:nvPr/>
          </p:nvSpPr>
          <p:spPr>
            <a:xfrm>
              <a:off x="6482713" y="2957816"/>
              <a:ext cx="76698" cy="67417"/>
            </a:xfrm>
            <a:custGeom>
              <a:avLst/>
              <a:gdLst/>
              <a:ahLst/>
              <a:cxnLst/>
              <a:rect l="l" t="t" r="r" b="b"/>
              <a:pathLst>
                <a:path w="2157" h="1896" extrusionOk="0">
                  <a:moveTo>
                    <a:pt x="1073" y="1"/>
                  </a:moveTo>
                  <a:cubicBezTo>
                    <a:pt x="722" y="1"/>
                    <a:pt x="389" y="201"/>
                    <a:pt x="226" y="544"/>
                  </a:cubicBezTo>
                  <a:cubicBezTo>
                    <a:pt x="1" y="996"/>
                    <a:pt x="176" y="1572"/>
                    <a:pt x="652" y="1798"/>
                  </a:cubicBezTo>
                  <a:cubicBezTo>
                    <a:pt x="791" y="1863"/>
                    <a:pt x="939" y="1895"/>
                    <a:pt x="1084" y="1895"/>
                  </a:cubicBezTo>
                  <a:cubicBezTo>
                    <a:pt x="1435" y="1895"/>
                    <a:pt x="1771" y="1709"/>
                    <a:pt x="1931" y="1371"/>
                  </a:cubicBezTo>
                  <a:cubicBezTo>
                    <a:pt x="2156" y="895"/>
                    <a:pt x="1956" y="319"/>
                    <a:pt x="1480" y="93"/>
                  </a:cubicBezTo>
                  <a:cubicBezTo>
                    <a:pt x="1347" y="30"/>
                    <a:pt x="1209" y="1"/>
                    <a:pt x="10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51"/>
            <p:cNvSpPr/>
            <p:nvPr/>
          </p:nvSpPr>
          <p:spPr>
            <a:xfrm>
              <a:off x="6482713" y="2953086"/>
              <a:ext cx="76698" cy="76698"/>
            </a:xfrm>
            <a:custGeom>
              <a:avLst/>
              <a:gdLst/>
              <a:ahLst/>
              <a:cxnLst/>
              <a:rect l="l" t="t" r="r" b="b"/>
              <a:pathLst>
                <a:path w="2157" h="2157" fill="none" extrusionOk="0">
                  <a:moveTo>
                    <a:pt x="226" y="677"/>
                  </a:moveTo>
                  <a:cubicBezTo>
                    <a:pt x="1" y="1129"/>
                    <a:pt x="176" y="1705"/>
                    <a:pt x="652" y="1931"/>
                  </a:cubicBezTo>
                  <a:cubicBezTo>
                    <a:pt x="1129" y="2156"/>
                    <a:pt x="1705" y="1981"/>
                    <a:pt x="1931" y="1504"/>
                  </a:cubicBezTo>
                  <a:cubicBezTo>
                    <a:pt x="2156" y="1028"/>
                    <a:pt x="1956" y="452"/>
                    <a:pt x="1480" y="226"/>
                  </a:cubicBezTo>
                  <a:cubicBezTo>
                    <a:pt x="1003" y="1"/>
                    <a:pt x="452" y="201"/>
                    <a:pt x="226" y="677"/>
                  </a:cubicBezTo>
                  <a:close/>
                </a:path>
              </a:pathLst>
            </a:custGeom>
            <a:noFill/>
            <a:ln w="10650" cap="flat"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51"/>
            <p:cNvSpPr/>
            <p:nvPr/>
          </p:nvSpPr>
          <p:spPr>
            <a:xfrm>
              <a:off x="7037038" y="2957816"/>
              <a:ext cx="76698" cy="67417"/>
            </a:xfrm>
            <a:custGeom>
              <a:avLst/>
              <a:gdLst/>
              <a:ahLst/>
              <a:cxnLst/>
              <a:rect l="l" t="t" r="r" b="b"/>
              <a:pathLst>
                <a:path w="2157" h="1896" extrusionOk="0">
                  <a:moveTo>
                    <a:pt x="1093" y="1"/>
                  </a:moveTo>
                  <a:cubicBezTo>
                    <a:pt x="735" y="1"/>
                    <a:pt x="389" y="201"/>
                    <a:pt x="226" y="544"/>
                  </a:cubicBezTo>
                  <a:cubicBezTo>
                    <a:pt x="1" y="996"/>
                    <a:pt x="201" y="1572"/>
                    <a:pt x="678" y="1798"/>
                  </a:cubicBezTo>
                  <a:cubicBezTo>
                    <a:pt x="809" y="1863"/>
                    <a:pt x="952" y="1895"/>
                    <a:pt x="1093" y="1895"/>
                  </a:cubicBezTo>
                  <a:cubicBezTo>
                    <a:pt x="1435" y="1895"/>
                    <a:pt x="1771" y="1709"/>
                    <a:pt x="1931" y="1371"/>
                  </a:cubicBezTo>
                  <a:cubicBezTo>
                    <a:pt x="2156" y="895"/>
                    <a:pt x="1981" y="319"/>
                    <a:pt x="1505" y="93"/>
                  </a:cubicBezTo>
                  <a:cubicBezTo>
                    <a:pt x="1372" y="30"/>
                    <a:pt x="1232" y="1"/>
                    <a:pt x="10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51"/>
            <p:cNvSpPr/>
            <p:nvPr/>
          </p:nvSpPr>
          <p:spPr>
            <a:xfrm>
              <a:off x="7037038" y="2953086"/>
              <a:ext cx="76698" cy="76698"/>
            </a:xfrm>
            <a:custGeom>
              <a:avLst/>
              <a:gdLst/>
              <a:ahLst/>
              <a:cxnLst/>
              <a:rect l="l" t="t" r="r" b="b"/>
              <a:pathLst>
                <a:path w="2157" h="2157" fill="none" extrusionOk="0">
                  <a:moveTo>
                    <a:pt x="226" y="677"/>
                  </a:moveTo>
                  <a:cubicBezTo>
                    <a:pt x="1" y="1129"/>
                    <a:pt x="201" y="1705"/>
                    <a:pt x="678" y="1931"/>
                  </a:cubicBezTo>
                  <a:cubicBezTo>
                    <a:pt x="1129" y="2156"/>
                    <a:pt x="1705" y="1981"/>
                    <a:pt x="1931" y="1504"/>
                  </a:cubicBezTo>
                  <a:cubicBezTo>
                    <a:pt x="2156" y="1028"/>
                    <a:pt x="1981" y="452"/>
                    <a:pt x="1505" y="226"/>
                  </a:cubicBezTo>
                  <a:cubicBezTo>
                    <a:pt x="1028" y="1"/>
                    <a:pt x="452" y="201"/>
                    <a:pt x="226" y="677"/>
                  </a:cubicBezTo>
                  <a:close/>
                </a:path>
              </a:pathLst>
            </a:custGeom>
            <a:noFill/>
            <a:ln w="10650" cap="flat"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51"/>
            <p:cNvSpPr/>
            <p:nvPr/>
          </p:nvSpPr>
          <p:spPr>
            <a:xfrm>
              <a:off x="6324974" y="2871977"/>
              <a:ext cx="906361" cy="52625"/>
            </a:xfrm>
            <a:custGeom>
              <a:avLst/>
              <a:gdLst/>
              <a:ahLst/>
              <a:cxnLst/>
              <a:rect l="l" t="t" r="r" b="b"/>
              <a:pathLst>
                <a:path w="25490" h="1480" fill="none" extrusionOk="0">
                  <a:moveTo>
                    <a:pt x="25490" y="1480"/>
                  </a:moveTo>
                  <a:lnTo>
                    <a:pt x="11805" y="1480"/>
                  </a:lnTo>
                  <a:lnTo>
                    <a:pt x="10327" y="1"/>
                  </a:lnTo>
                  <a:lnTo>
                    <a:pt x="1" y="1"/>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51"/>
            <p:cNvSpPr/>
            <p:nvPr/>
          </p:nvSpPr>
          <p:spPr>
            <a:xfrm>
              <a:off x="7201924" y="2890716"/>
              <a:ext cx="67773" cy="67773"/>
            </a:xfrm>
            <a:custGeom>
              <a:avLst/>
              <a:gdLst/>
              <a:ahLst/>
              <a:cxnLst/>
              <a:rect l="l" t="t" r="r" b="b"/>
              <a:pathLst>
                <a:path w="1906" h="1906" extrusionOk="0">
                  <a:moveTo>
                    <a:pt x="953" y="0"/>
                  </a:moveTo>
                  <a:cubicBezTo>
                    <a:pt x="427" y="0"/>
                    <a:pt x="0" y="426"/>
                    <a:pt x="0" y="953"/>
                  </a:cubicBezTo>
                  <a:cubicBezTo>
                    <a:pt x="0" y="1479"/>
                    <a:pt x="427" y="1905"/>
                    <a:pt x="953" y="1905"/>
                  </a:cubicBezTo>
                  <a:cubicBezTo>
                    <a:pt x="1479" y="1905"/>
                    <a:pt x="1905" y="1479"/>
                    <a:pt x="1905" y="953"/>
                  </a:cubicBezTo>
                  <a:cubicBezTo>
                    <a:pt x="1905" y="426"/>
                    <a:pt x="1479" y="0"/>
                    <a:pt x="953" y="0"/>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51"/>
            <p:cNvSpPr/>
            <p:nvPr/>
          </p:nvSpPr>
          <p:spPr>
            <a:xfrm>
              <a:off x="7125295" y="3068937"/>
              <a:ext cx="67737" cy="67773"/>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51"/>
            <p:cNvSpPr/>
            <p:nvPr/>
          </p:nvSpPr>
          <p:spPr>
            <a:xfrm>
              <a:off x="7128850" y="3747148"/>
              <a:ext cx="231728" cy="90956"/>
            </a:xfrm>
            <a:custGeom>
              <a:avLst/>
              <a:gdLst/>
              <a:ahLst/>
              <a:cxnLst/>
              <a:rect l="l" t="t" r="r" b="b"/>
              <a:pathLst>
                <a:path w="6517" h="2558" extrusionOk="0">
                  <a:moveTo>
                    <a:pt x="0" y="1"/>
                  </a:moveTo>
                  <a:lnTo>
                    <a:pt x="0" y="1880"/>
                  </a:lnTo>
                  <a:lnTo>
                    <a:pt x="0" y="2006"/>
                  </a:lnTo>
                  <a:cubicBezTo>
                    <a:pt x="0" y="2306"/>
                    <a:pt x="1454" y="2557"/>
                    <a:pt x="3258" y="2557"/>
                  </a:cubicBezTo>
                  <a:cubicBezTo>
                    <a:pt x="5063" y="2557"/>
                    <a:pt x="6517" y="2306"/>
                    <a:pt x="6517" y="2006"/>
                  </a:cubicBezTo>
                  <a:lnTo>
                    <a:pt x="6517" y="1880"/>
                  </a:lnTo>
                  <a:lnTo>
                    <a:pt x="65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51"/>
            <p:cNvSpPr/>
            <p:nvPr/>
          </p:nvSpPr>
          <p:spPr>
            <a:xfrm>
              <a:off x="7128850" y="3747148"/>
              <a:ext cx="231728" cy="90956"/>
            </a:xfrm>
            <a:custGeom>
              <a:avLst/>
              <a:gdLst/>
              <a:ahLst/>
              <a:cxnLst/>
              <a:rect l="l" t="t" r="r" b="b"/>
              <a:pathLst>
                <a:path w="6517" h="2558" fill="none" extrusionOk="0">
                  <a:moveTo>
                    <a:pt x="6517" y="1880"/>
                  </a:moveTo>
                  <a:lnTo>
                    <a:pt x="6517" y="2006"/>
                  </a:lnTo>
                  <a:cubicBezTo>
                    <a:pt x="6517" y="2306"/>
                    <a:pt x="5063" y="2557"/>
                    <a:pt x="3258" y="2557"/>
                  </a:cubicBezTo>
                  <a:cubicBezTo>
                    <a:pt x="1454" y="2557"/>
                    <a:pt x="0" y="2306"/>
                    <a:pt x="0" y="2006"/>
                  </a:cubicBezTo>
                  <a:lnTo>
                    <a:pt x="0" y="1880"/>
                  </a:lnTo>
                  <a:lnTo>
                    <a:pt x="0" y="1"/>
                  </a:lnTo>
                  <a:lnTo>
                    <a:pt x="6517" y="1"/>
                  </a:ln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51"/>
            <p:cNvSpPr/>
            <p:nvPr/>
          </p:nvSpPr>
          <p:spPr>
            <a:xfrm>
              <a:off x="7127072" y="3721297"/>
              <a:ext cx="235284" cy="50847"/>
            </a:xfrm>
            <a:custGeom>
              <a:avLst/>
              <a:gdLst/>
              <a:ahLst/>
              <a:cxnLst/>
              <a:rect l="l" t="t" r="r" b="b"/>
              <a:pathLst>
                <a:path w="6617" h="1430" extrusionOk="0">
                  <a:moveTo>
                    <a:pt x="3308" y="1"/>
                  </a:moveTo>
                  <a:cubicBezTo>
                    <a:pt x="1479" y="1"/>
                    <a:pt x="0" y="327"/>
                    <a:pt x="0" y="728"/>
                  </a:cubicBezTo>
                  <a:cubicBezTo>
                    <a:pt x="0" y="1104"/>
                    <a:pt x="1479" y="1429"/>
                    <a:pt x="3308" y="1429"/>
                  </a:cubicBezTo>
                  <a:cubicBezTo>
                    <a:pt x="5138" y="1429"/>
                    <a:pt x="6617" y="1104"/>
                    <a:pt x="6617" y="728"/>
                  </a:cubicBezTo>
                  <a:cubicBezTo>
                    <a:pt x="6617" y="327"/>
                    <a:pt x="5138" y="1"/>
                    <a:pt x="33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51"/>
            <p:cNvSpPr/>
            <p:nvPr/>
          </p:nvSpPr>
          <p:spPr>
            <a:xfrm>
              <a:off x="7127072" y="3721297"/>
              <a:ext cx="235284" cy="50847"/>
            </a:xfrm>
            <a:custGeom>
              <a:avLst/>
              <a:gdLst/>
              <a:ahLst/>
              <a:cxnLst/>
              <a:rect l="l" t="t" r="r" b="b"/>
              <a:pathLst>
                <a:path w="6617" h="1430" fill="none" extrusionOk="0">
                  <a:moveTo>
                    <a:pt x="6617" y="728"/>
                  </a:moveTo>
                  <a:cubicBezTo>
                    <a:pt x="6617" y="1104"/>
                    <a:pt x="5138" y="1429"/>
                    <a:pt x="3308" y="1429"/>
                  </a:cubicBezTo>
                  <a:cubicBezTo>
                    <a:pt x="1479" y="1429"/>
                    <a:pt x="0" y="1104"/>
                    <a:pt x="0" y="728"/>
                  </a:cubicBezTo>
                  <a:cubicBezTo>
                    <a:pt x="0" y="327"/>
                    <a:pt x="1479" y="1"/>
                    <a:pt x="3308" y="1"/>
                  </a:cubicBezTo>
                  <a:cubicBezTo>
                    <a:pt x="5138" y="1"/>
                    <a:pt x="6617" y="327"/>
                    <a:pt x="6617" y="728"/>
                  </a:cubicBezTo>
                  <a:close/>
                </a:path>
              </a:pathLst>
            </a:custGeom>
            <a:noFill/>
            <a:ln w="12525"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51"/>
            <p:cNvSpPr/>
            <p:nvPr/>
          </p:nvSpPr>
          <p:spPr>
            <a:xfrm>
              <a:off x="7194776" y="3739148"/>
              <a:ext cx="99845" cy="16961"/>
            </a:xfrm>
            <a:custGeom>
              <a:avLst/>
              <a:gdLst/>
              <a:ahLst/>
              <a:cxnLst/>
              <a:rect l="l" t="t" r="r" b="b"/>
              <a:pathLst>
                <a:path w="2808" h="477" extrusionOk="0">
                  <a:moveTo>
                    <a:pt x="1404" y="0"/>
                  </a:moveTo>
                  <a:cubicBezTo>
                    <a:pt x="628" y="0"/>
                    <a:pt x="1" y="100"/>
                    <a:pt x="1" y="226"/>
                  </a:cubicBezTo>
                  <a:cubicBezTo>
                    <a:pt x="1" y="376"/>
                    <a:pt x="628" y="476"/>
                    <a:pt x="1404" y="476"/>
                  </a:cubicBezTo>
                  <a:cubicBezTo>
                    <a:pt x="2181" y="476"/>
                    <a:pt x="2808" y="376"/>
                    <a:pt x="2808" y="226"/>
                  </a:cubicBezTo>
                  <a:cubicBezTo>
                    <a:pt x="2808" y="100"/>
                    <a:pt x="2181" y="0"/>
                    <a:pt x="1404" y="0"/>
                  </a:cubicBezTo>
                  <a:close/>
                </a:path>
              </a:pathLst>
            </a:custGeom>
            <a:solidFill>
              <a:srgbClr val="00A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51"/>
            <p:cNvSpPr/>
            <p:nvPr/>
          </p:nvSpPr>
          <p:spPr>
            <a:xfrm>
              <a:off x="7159146" y="3709741"/>
              <a:ext cx="160435" cy="62403"/>
            </a:xfrm>
            <a:custGeom>
              <a:avLst/>
              <a:gdLst/>
              <a:ahLst/>
              <a:cxnLst/>
              <a:rect l="l" t="t" r="r" b="b"/>
              <a:pathLst>
                <a:path w="4512" h="1755" extrusionOk="0">
                  <a:moveTo>
                    <a:pt x="0" y="0"/>
                  </a:moveTo>
                  <a:lnTo>
                    <a:pt x="0" y="1278"/>
                  </a:lnTo>
                  <a:lnTo>
                    <a:pt x="0" y="1378"/>
                  </a:lnTo>
                  <a:cubicBezTo>
                    <a:pt x="0" y="1579"/>
                    <a:pt x="1028" y="1754"/>
                    <a:pt x="2256" y="1754"/>
                  </a:cubicBezTo>
                  <a:cubicBezTo>
                    <a:pt x="3509" y="1754"/>
                    <a:pt x="4512" y="1579"/>
                    <a:pt x="4512" y="1378"/>
                  </a:cubicBezTo>
                  <a:lnTo>
                    <a:pt x="4512" y="1278"/>
                  </a:lnTo>
                  <a:lnTo>
                    <a:pt x="45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51"/>
            <p:cNvSpPr/>
            <p:nvPr/>
          </p:nvSpPr>
          <p:spPr>
            <a:xfrm>
              <a:off x="7159146" y="3709741"/>
              <a:ext cx="160435" cy="62403"/>
            </a:xfrm>
            <a:custGeom>
              <a:avLst/>
              <a:gdLst/>
              <a:ahLst/>
              <a:cxnLst/>
              <a:rect l="l" t="t" r="r" b="b"/>
              <a:pathLst>
                <a:path w="4512" h="1755" fill="none" extrusionOk="0">
                  <a:moveTo>
                    <a:pt x="4512" y="1278"/>
                  </a:moveTo>
                  <a:lnTo>
                    <a:pt x="4512" y="1378"/>
                  </a:lnTo>
                  <a:cubicBezTo>
                    <a:pt x="4512" y="1579"/>
                    <a:pt x="3509" y="1754"/>
                    <a:pt x="2256" y="1754"/>
                  </a:cubicBezTo>
                  <a:cubicBezTo>
                    <a:pt x="1028" y="1754"/>
                    <a:pt x="0" y="1579"/>
                    <a:pt x="0" y="1378"/>
                  </a:cubicBezTo>
                  <a:lnTo>
                    <a:pt x="0" y="1278"/>
                  </a:lnTo>
                  <a:lnTo>
                    <a:pt x="0" y="0"/>
                  </a:lnTo>
                  <a:lnTo>
                    <a:pt x="4512" y="0"/>
                  </a:ln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51"/>
            <p:cNvSpPr/>
            <p:nvPr/>
          </p:nvSpPr>
          <p:spPr>
            <a:xfrm>
              <a:off x="7123481" y="3628631"/>
              <a:ext cx="231764" cy="90921"/>
            </a:xfrm>
            <a:custGeom>
              <a:avLst/>
              <a:gdLst/>
              <a:ahLst/>
              <a:cxnLst/>
              <a:rect l="l" t="t" r="r" b="b"/>
              <a:pathLst>
                <a:path w="6518" h="2557" extrusionOk="0">
                  <a:moveTo>
                    <a:pt x="1" y="0"/>
                  </a:moveTo>
                  <a:lnTo>
                    <a:pt x="1" y="1880"/>
                  </a:lnTo>
                  <a:lnTo>
                    <a:pt x="1" y="2005"/>
                  </a:lnTo>
                  <a:cubicBezTo>
                    <a:pt x="1" y="2306"/>
                    <a:pt x="1480" y="2557"/>
                    <a:pt x="3259" y="2557"/>
                  </a:cubicBezTo>
                  <a:cubicBezTo>
                    <a:pt x="5064" y="2557"/>
                    <a:pt x="6517" y="2306"/>
                    <a:pt x="6517" y="2005"/>
                  </a:cubicBezTo>
                  <a:lnTo>
                    <a:pt x="6517" y="1880"/>
                  </a:lnTo>
                  <a:lnTo>
                    <a:pt x="65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51"/>
            <p:cNvSpPr/>
            <p:nvPr/>
          </p:nvSpPr>
          <p:spPr>
            <a:xfrm>
              <a:off x="7123481" y="3628631"/>
              <a:ext cx="231764" cy="90921"/>
            </a:xfrm>
            <a:custGeom>
              <a:avLst/>
              <a:gdLst/>
              <a:ahLst/>
              <a:cxnLst/>
              <a:rect l="l" t="t" r="r" b="b"/>
              <a:pathLst>
                <a:path w="6518" h="2557" fill="none" extrusionOk="0">
                  <a:moveTo>
                    <a:pt x="6517" y="1880"/>
                  </a:moveTo>
                  <a:lnTo>
                    <a:pt x="6517" y="2005"/>
                  </a:lnTo>
                  <a:cubicBezTo>
                    <a:pt x="6517" y="2306"/>
                    <a:pt x="5064" y="2557"/>
                    <a:pt x="3259" y="2557"/>
                  </a:cubicBezTo>
                  <a:cubicBezTo>
                    <a:pt x="1480" y="2557"/>
                    <a:pt x="1" y="2306"/>
                    <a:pt x="1" y="2005"/>
                  </a:cubicBezTo>
                  <a:lnTo>
                    <a:pt x="1" y="1880"/>
                  </a:lnTo>
                  <a:lnTo>
                    <a:pt x="1" y="0"/>
                  </a:lnTo>
                  <a:lnTo>
                    <a:pt x="6517" y="0"/>
                  </a:ln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51"/>
            <p:cNvSpPr/>
            <p:nvPr/>
          </p:nvSpPr>
          <p:spPr>
            <a:xfrm>
              <a:off x="7121703" y="3602780"/>
              <a:ext cx="236208" cy="49034"/>
            </a:xfrm>
            <a:custGeom>
              <a:avLst/>
              <a:gdLst/>
              <a:ahLst/>
              <a:cxnLst/>
              <a:rect l="l" t="t" r="r" b="b"/>
              <a:pathLst>
                <a:path w="6643" h="1379" extrusionOk="0">
                  <a:moveTo>
                    <a:pt x="3309" y="0"/>
                  </a:moveTo>
                  <a:cubicBezTo>
                    <a:pt x="1480" y="0"/>
                    <a:pt x="1" y="301"/>
                    <a:pt x="1" y="677"/>
                  </a:cubicBezTo>
                  <a:cubicBezTo>
                    <a:pt x="1" y="1053"/>
                    <a:pt x="1480" y="1379"/>
                    <a:pt x="3309" y="1379"/>
                  </a:cubicBezTo>
                  <a:cubicBezTo>
                    <a:pt x="5139" y="1379"/>
                    <a:pt x="6642" y="1053"/>
                    <a:pt x="6642" y="677"/>
                  </a:cubicBezTo>
                  <a:cubicBezTo>
                    <a:pt x="6642" y="301"/>
                    <a:pt x="5139" y="0"/>
                    <a:pt x="33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51"/>
            <p:cNvSpPr/>
            <p:nvPr/>
          </p:nvSpPr>
          <p:spPr>
            <a:xfrm>
              <a:off x="7121703" y="3602780"/>
              <a:ext cx="236208" cy="49034"/>
            </a:xfrm>
            <a:custGeom>
              <a:avLst/>
              <a:gdLst/>
              <a:ahLst/>
              <a:cxnLst/>
              <a:rect l="l" t="t" r="r" b="b"/>
              <a:pathLst>
                <a:path w="6643" h="1379" fill="none" extrusionOk="0">
                  <a:moveTo>
                    <a:pt x="6642" y="677"/>
                  </a:moveTo>
                  <a:cubicBezTo>
                    <a:pt x="6642" y="1053"/>
                    <a:pt x="5139" y="1379"/>
                    <a:pt x="3309" y="1379"/>
                  </a:cubicBezTo>
                  <a:cubicBezTo>
                    <a:pt x="1480" y="1379"/>
                    <a:pt x="1" y="1053"/>
                    <a:pt x="1" y="677"/>
                  </a:cubicBezTo>
                  <a:cubicBezTo>
                    <a:pt x="1" y="301"/>
                    <a:pt x="1480" y="0"/>
                    <a:pt x="3309" y="0"/>
                  </a:cubicBezTo>
                  <a:cubicBezTo>
                    <a:pt x="5139" y="0"/>
                    <a:pt x="6642" y="301"/>
                    <a:pt x="6642" y="677"/>
                  </a:cubicBezTo>
                  <a:close/>
                </a:path>
              </a:pathLst>
            </a:custGeom>
            <a:noFill/>
            <a:ln w="12525"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51"/>
            <p:cNvSpPr/>
            <p:nvPr/>
          </p:nvSpPr>
          <p:spPr>
            <a:xfrm>
              <a:off x="7189442" y="3628631"/>
              <a:ext cx="100734" cy="16961"/>
            </a:xfrm>
            <a:custGeom>
              <a:avLst/>
              <a:gdLst/>
              <a:ahLst/>
              <a:cxnLst/>
              <a:rect l="l" t="t" r="r" b="b"/>
              <a:pathLst>
                <a:path w="2833" h="477" extrusionOk="0">
                  <a:moveTo>
                    <a:pt x="1404" y="0"/>
                  </a:moveTo>
                  <a:cubicBezTo>
                    <a:pt x="627" y="0"/>
                    <a:pt x="1" y="101"/>
                    <a:pt x="1" y="226"/>
                  </a:cubicBezTo>
                  <a:cubicBezTo>
                    <a:pt x="1" y="351"/>
                    <a:pt x="627" y="476"/>
                    <a:pt x="1404" y="476"/>
                  </a:cubicBezTo>
                  <a:cubicBezTo>
                    <a:pt x="2181" y="476"/>
                    <a:pt x="2833" y="351"/>
                    <a:pt x="2833" y="226"/>
                  </a:cubicBezTo>
                  <a:cubicBezTo>
                    <a:pt x="2833" y="101"/>
                    <a:pt x="2181" y="0"/>
                    <a:pt x="1404" y="0"/>
                  </a:cubicBezTo>
                  <a:close/>
                </a:path>
              </a:pathLst>
            </a:custGeom>
            <a:solidFill>
              <a:srgbClr val="00A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51"/>
            <p:cNvSpPr/>
            <p:nvPr/>
          </p:nvSpPr>
          <p:spPr>
            <a:xfrm>
              <a:off x="7159146" y="3591188"/>
              <a:ext cx="160435" cy="62439"/>
            </a:xfrm>
            <a:custGeom>
              <a:avLst/>
              <a:gdLst/>
              <a:ahLst/>
              <a:cxnLst/>
              <a:rect l="l" t="t" r="r" b="b"/>
              <a:pathLst>
                <a:path w="4512" h="1756" extrusionOk="0">
                  <a:moveTo>
                    <a:pt x="0" y="1"/>
                  </a:moveTo>
                  <a:lnTo>
                    <a:pt x="0" y="1279"/>
                  </a:lnTo>
                  <a:lnTo>
                    <a:pt x="0" y="1379"/>
                  </a:lnTo>
                  <a:cubicBezTo>
                    <a:pt x="0" y="1580"/>
                    <a:pt x="1028" y="1755"/>
                    <a:pt x="2256" y="1755"/>
                  </a:cubicBezTo>
                  <a:cubicBezTo>
                    <a:pt x="3509" y="1755"/>
                    <a:pt x="4512" y="1580"/>
                    <a:pt x="4512" y="1379"/>
                  </a:cubicBezTo>
                  <a:lnTo>
                    <a:pt x="4512" y="1279"/>
                  </a:lnTo>
                  <a:lnTo>
                    <a:pt x="45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51"/>
            <p:cNvSpPr/>
            <p:nvPr/>
          </p:nvSpPr>
          <p:spPr>
            <a:xfrm>
              <a:off x="7159146" y="3591188"/>
              <a:ext cx="160435" cy="62439"/>
            </a:xfrm>
            <a:custGeom>
              <a:avLst/>
              <a:gdLst/>
              <a:ahLst/>
              <a:cxnLst/>
              <a:rect l="l" t="t" r="r" b="b"/>
              <a:pathLst>
                <a:path w="4512" h="1756" fill="none" extrusionOk="0">
                  <a:moveTo>
                    <a:pt x="4512" y="1279"/>
                  </a:moveTo>
                  <a:lnTo>
                    <a:pt x="4512" y="1379"/>
                  </a:lnTo>
                  <a:cubicBezTo>
                    <a:pt x="4512" y="1580"/>
                    <a:pt x="3509" y="1755"/>
                    <a:pt x="2256" y="1755"/>
                  </a:cubicBezTo>
                  <a:cubicBezTo>
                    <a:pt x="1028" y="1755"/>
                    <a:pt x="0" y="1580"/>
                    <a:pt x="0" y="1379"/>
                  </a:cubicBezTo>
                  <a:lnTo>
                    <a:pt x="0" y="1279"/>
                  </a:lnTo>
                  <a:lnTo>
                    <a:pt x="0" y="1"/>
                  </a:lnTo>
                  <a:lnTo>
                    <a:pt x="4512" y="1"/>
                  </a:ln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51"/>
            <p:cNvSpPr/>
            <p:nvPr/>
          </p:nvSpPr>
          <p:spPr>
            <a:xfrm>
              <a:off x="7123481" y="3510078"/>
              <a:ext cx="231764" cy="90067"/>
            </a:xfrm>
            <a:custGeom>
              <a:avLst/>
              <a:gdLst/>
              <a:ahLst/>
              <a:cxnLst/>
              <a:rect l="l" t="t" r="r" b="b"/>
              <a:pathLst>
                <a:path w="6518" h="2533" extrusionOk="0">
                  <a:moveTo>
                    <a:pt x="1" y="1"/>
                  </a:moveTo>
                  <a:lnTo>
                    <a:pt x="1" y="1856"/>
                  </a:lnTo>
                  <a:lnTo>
                    <a:pt x="1" y="2006"/>
                  </a:lnTo>
                  <a:cubicBezTo>
                    <a:pt x="1" y="2307"/>
                    <a:pt x="1480" y="2532"/>
                    <a:pt x="3259" y="2532"/>
                  </a:cubicBezTo>
                  <a:cubicBezTo>
                    <a:pt x="5064" y="2532"/>
                    <a:pt x="6517" y="2307"/>
                    <a:pt x="6517" y="2006"/>
                  </a:cubicBezTo>
                  <a:lnTo>
                    <a:pt x="6517" y="1856"/>
                  </a:lnTo>
                  <a:lnTo>
                    <a:pt x="65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51"/>
            <p:cNvSpPr/>
            <p:nvPr/>
          </p:nvSpPr>
          <p:spPr>
            <a:xfrm>
              <a:off x="7123481" y="3510078"/>
              <a:ext cx="231764" cy="90067"/>
            </a:xfrm>
            <a:custGeom>
              <a:avLst/>
              <a:gdLst/>
              <a:ahLst/>
              <a:cxnLst/>
              <a:rect l="l" t="t" r="r" b="b"/>
              <a:pathLst>
                <a:path w="6518" h="2533" fill="none" extrusionOk="0">
                  <a:moveTo>
                    <a:pt x="6517" y="1856"/>
                  </a:moveTo>
                  <a:lnTo>
                    <a:pt x="6517" y="2006"/>
                  </a:lnTo>
                  <a:cubicBezTo>
                    <a:pt x="6517" y="2307"/>
                    <a:pt x="5064" y="2532"/>
                    <a:pt x="3259" y="2532"/>
                  </a:cubicBezTo>
                  <a:cubicBezTo>
                    <a:pt x="1480" y="2532"/>
                    <a:pt x="1" y="2307"/>
                    <a:pt x="1" y="2006"/>
                  </a:cubicBezTo>
                  <a:lnTo>
                    <a:pt x="1" y="1856"/>
                  </a:lnTo>
                  <a:lnTo>
                    <a:pt x="1" y="1"/>
                  </a:lnTo>
                  <a:lnTo>
                    <a:pt x="6517" y="1"/>
                  </a:ln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51"/>
            <p:cNvSpPr/>
            <p:nvPr/>
          </p:nvSpPr>
          <p:spPr>
            <a:xfrm>
              <a:off x="7121703" y="3484263"/>
              <a:ext cx="236208" cy="46367"/>
            </a:xfrm>
            <a:custGeom>
              <a:avLst/>
              <a:gdLst/>
              <a:ahLst/>
              <a:cxnLst/>
              <a:rect l="l" t="t" r="r" b="b"/>
              <a:pathLst>
                <a:path w="6643" h="1304" extrusionOk="0">
                  <a:moveTo>
                    <a:pt x="3309" y="0"/>
                  </a:moveTo>
                  <a:cubicBezTo>
                    <a:pt x="1480" y="0"/>
                    <a:pt x="1" y="301"/>
                    <a:pt x="1" y="652"/>
                  </a:cubicBezTo>
                  <a:cubicBezTo>
                    <a:pt x="1" y="1003"/>
                    <a:pt x="1480" y="1303"/>
                    <a:pt x="3309" y="1303"/>
                  </a:cubicBezTo>
                  <a:cubicBezTo>
                    <a:pt x="5139" y="1303"/>
                    <a:pt x="6642" y="1003"/>
                    <a:pt x="6642" y="652"/>
                  </a:cubicBezTo>
                  <a:cubicBezTo>
                    <a:pt x="6642" y="301"/>
                    <a:pt x="5139" y="0"/>
                    <a:pt x="33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51"/>
            <p:cNvSpPr/>
            <p:nvPr/>
          </p:nvSpPr>
          <p:spPr>
            <a:xfrm>
              <a:off x="7121703" y="3484263"/>
              <a:ext cx="236208" cy="46367"/>
            </a:xfrm>
            <a:custGeom>
              <a:avLst/>
              <a:gdLst/>
              <a:ahLst/>
              <a:cxnLst/>
              <a:rect l="l" t="t" r="r" b="b"/>
              <a:pathLst>
                <a:path w="6643" h="1304" fill="none" extrusionOk="0">
                  <a:moveTo>
                    <a:pt x="6642" y="652"/>
                  </a:moveTo>
                  <a:cubicBezTo>
                    <a:pt x="6642" y="1003"/>
                    <a:pt x="5139" y="1303"/>
                    <a:pt x="3309" y="1303"/>
                  </a:cubicBezTo>
                  <a:cubicBezTo>
                    <a:pt x="1480" y="1303"/>
                    <a:pt x="1" y="1003"/>
                    <a:pt x="1" y="652"/>
                  </a:cubicBezTo>
                  <a:cubicBezTo>
                    <a:pt x="1" y="301"/>
                    <a:pt x="1480" y="0"/>
                    <a:pt x="3309" y="0"/>
                  </a:cubicBezTo>
                  <a:cubicBezTo>
                    <a:pt x="5139" y="0"/>
                    <a:pt x="6642" y="301"/>
                    <a:pt x="6642" y="652"/>
                  </a:cubicBezTo>
                  <a:close/>
                </a:path>
              </a:pathLst>
            </a:custGeom>
            <a:noFill/>
            <a:ln w="1190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51"/>
            <p:cNvSpPr/>
            <p:nvPr/>
          </p:nvSpPr>
          <p:spPr>
            <a:xfrm>
              <a:off x="7189442" y="3502078"/>
              <a:ext cx="100734" cy="16961"/>
            </a:xfrm>
            <a:custGeom>
              <a:avLst/>
              <a:gdLst/>
              <a:ahLst/>
              <a:cxnLst/>
              <a:rect l="l" t="t" r="r" b="b"/>
              <a:pathLst>
                <a:path w="2833" h="477" extrusionOk="0">
                  <a:moveTo>
                    <a:pt x="1404" y="0"/>
                  </a:moveTo>
                  <a:cubicBezTo>
                    <a:pt x="627" y="0"/>
                    <a:pt x="1" y="101"/>
                    <a:pt x="1" y="226"/>
                  </a:cubicBezTo>
                  <a:cubicBezTo>
                    <a:pt x="1" y="351"/>
                    <a:pt x="627" y="477"/>
                    <a:pt x="1404" y="477"/>
                  </a:cubicBezTo>
                  <a:cubicBezTo>
                    <a:pt x="2181" y="477"/>
                    <a:pt x="2833" y="351"/>
                    <a:pt x="2833" y="226"/>
                  </a:cubicBezTo>
                  <a:cubicBezTo>
                    <a:pt x="2833" y="101"/>
                    <a:pt x="2181" y="0"/>
                    <a:pt x="14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51"/>
            <p:cNvSpPr/>
            <p:nvPr/>
          </p:nvSpPr>
          <p:spPr>
            <a:xfrm>
              <a:off x="5507764" y="2461167"/>
              <a:ext cx="403720" cy="982098"/>
            </a:xfrm>
            <a:custGeom>
              <a:avLst/>
              <a:gdLst/>
              <a:ahLst/>
              <a:cxnLst/>
              <a:rect l="l" t="t" r="r" b="b"/>
              <a:pathLst>
                <a:path w="11354" h="27620" fill="none" extrusionOk="0">
                  <a:moveTo>
                    <a:pt x="11354" y="3910"/>
                  </a:moveTo>
                  <a:cubicBezTo>
                    <a:pt x="11354" y="2932"/>
                    <a:pt x="10927" y="1479"/>
                    <a:pt x="10251" y="1003"/>
                  </a:cubicBezTo>
                  <a:cubicBezTo>
                    <a:pt x="8872" y="0"/>
                    <a:pt x="6015" y="326"/>
                    <a:pt x="5689" y="2807"/>
                  </a:cubicBezTo>
                  <a:cubicBezTo>
                    <a:pt x="5689" y="2807"/>
                    <a:pt x="5439" y="3484"/>
                    <a:pt x="3684" y="4687"/>
                  </a:cubicBezTo>
                  <a:cubicBezTo>
                    <a:pt x="1955" y="5865"/>
                    <a:pt x="2832" y="7519"/>
                    <a:pt x="2832" y="7519"/>
                  </a:cubicBezTo>
                  <a:cubicBezTo>
                    <a:pt x="2832" y="7519"/>
                    <a:pt x="1780" y="8521"/>
                    <a:pt x="1905" y="9248"/>
                  </a:cubicBezTo>
                  <a:cubicBezTo>
                    <a:pt x="2030" y="9975"/>
                    <a:pt x="0" y="11228"/>
                    <a:pt x="1404" y="15213"/>
                  </a:cubicBezTo>
                  <a:cubicBezTo>
                    <a:pt x="1404" y="15213"/>
                    <a:pt x="251" y="17669"/>
                    <a:pt x="2206" y="18822"/>
                  </a:cubicBezTo>
                  <a:cubicBezTo>
                    <a:pt x="2206" y="18822"/>
                    <a:pt x="1228" y="20251"/>
                    <a:pt x="2932" y="21028"/>
                  </a:cubicBezTo>
                  <a:cubicBezTo>
                    <a:pt x="2932" y="21028"/>
                    <a:pt x="2381" y="23559"/>
                    <a:pt x="5263" y="24837"/>
                  </a:cubicBezTo>
                  <a:cubicBezTo>
                    <a:pt x="5263" y="24837"/>
                    <a:pt x="5965" y="26892"/>
                    <a:pt x="8045" y="26516"/>
                  </a:cubicBezTo>
                  <a:cubicBezTo>
                    <a:pt x="8045" y="26516"/>
                    <a:pt x="8572" y="27619"/>
                    <a:pt x="9925" y="26993"/>
                  </a:cubicBezTo>
                  <a:cubicBezTo>
                    <a:pt x="9925" y="26993"/>
                    <a:pt x="10627" y="26617"/>
                    <a:pt x="11354" y="26817"/>
                  </a:cubicBezTo>
                  <a:close/>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51"/>
            <p:cNvSpPr/>
            <p:nvPr/>
          </p:nvSpPr>
          <p:spPr>
            <a:xfrm>
              <a:off x="5684206" y="2560980"/>
              <a:ext cx="131918" cy="114104"/>
            </a:xfrm>
            <a:custGeom>
              <a:avLst/>
              <a:gdLst/>
              <a:ahLst/>
              <a:cxnLst/>
              <a:rect l="l" t="t" r="r" b="b"/>
              <a:pathLst>
                <a:path w="3710" h="3209" fill="none" extrusionOk="0">
                  <a:moveTo>
                    <a:pt x="702" y="0"/>
                  </a:moveTo>
                  <a:cubicBezTo>
                    <a:pt x="702" y="0"/>
                    <a:pt x="1" y="3208"/>
                    <a:pt x="3710" y="3058"/>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51"/>
            <p:cNvSpPr/>
            <p:nvPr/>
          </p:nvSpPr>
          <p:spPr>
            <a:xfrm>
              <a:off x="5738575" y="2724053"/>
              <a:ext cx="172916" cy="96290"/>
            </a:xfrm>
            <a:custGeom>
              <a:avLst/>
              <a:gdLst/>
              <a:ahLst/>
              <a:cxnLst/>
              <a:rect l="l" t="t" r="r" b="b"/>
              <a:pathLst>
                <a:path w="4863" h="2708" fill="none" extrusionOk="0">
                  <a:moveTo>
                    <a:pt x="4863" y="1"/>
                  </a:moveTo>
                  <a:cubicBezTo>
                    <a:pt x="4863" y="1"/>
                    <a:pt x="3409" y="2707"/>
                    <a:pt x="0" y="1955"/>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51"/>
            <p:cNvSpPr/>
            <p:nvPr/>
          </p:nvSpPr>
          <p:spPr>
            <a:xfrm>
              <a:off x="5726094" y="2700868"/>
              <a:ext cx="124807" cy="82920"/>
            </a:xfrm>
            <a:custGeom>
              <a:avLst/>
              <a:gdLst/>
              <a:ahLst/>
              <a:cxnLst/>
              <a:rect l="l" t="t" r="r" b="b"/>
              <a:pathLst>
                <a:path w="3510" h="2332" fill="none" extrusionOk="0">
                  <a:moveTo>
                    <a:pt x="3359" y="2332"/>
                  </a:moveTo>
                  <a:cubicBezTo>
                    <a:pt x="3359" y="2332"/>
                    <a:pt x="3509" y="427"/>
                    <a:pt x="0" y="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51"/>
            <p:cNvSpPr/>
            <p:nvPr/>
          </p:nvSpPr>
          <p:spPr>
            <a:xfrm>
              <a:off x="5575467" y="2790014"/>
              <a:ext cx="107881" cy="80218"/>
            </a:xfrm>
            <a:custGeom>
              <a:avLst/>
              <a:gdLst/>
              <a:ahLst/>
              <a:cxnLst/>
              <a:rect l="l" t="t" r="r" b="b"/>
              <a:pathLst>
                <a:path w="3034" h="2256" fill="none" extrusionOk="0">
                  <a:moveTo>
                    <a:pt x="1" y="0"/>
                  </a:moveTo>
                  <a:cubicBezTo>
                    <a:pt x="1" y="0"/>
                    <a:pt x="1329" y="2256"/>
                    <a:pt x="3033" y="1654"/>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51"/>
            <p:cNvSpPr/>
            <p:nvPr/>
          </p:nvSpPr>
          <p:spPr>
            <a:xfrm>
              <a:off x="5334841" y="2500353"/>
              <a:ext cx="360091" cy="265615"/>
            </a:xfrm>
            <a:custGeom>
              <a:avLst/>
              <a:gdLst/>
              <a:ahLst/>
              <a:cxnLst/>
              <a:rect l="l" t="t" r="r" b="b"/>
              <a:pathLst>
                <a:path w="10127" h="7470" fill="none" extrusionOk="0">
                  <a:moveTo>
                    <a:pt x="10126" y="6617"/>
                  </a:moveTo>
                  <a:cubicBezTo>
                    <a:pt x="8623" y="7470"/>
                    <a:pt x="7745" y="6442"/>
                    <a:pt x="7745" y="6442"/>
                  </a:cubicBezTo>
                  <a:lnTo>
                    <a:pt x="1" y="1"/>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51"/>
            <p:cNvSpPr/>
            <p:nvPr/>
          </p:nvSpPr>
          <p:spPr>
            <a:xfrm>
              <a:off x="5772427" y="2811385"/>
              <a:ext cx="139065" cy="90067"/>
            </a:xfrm>
            <a:custGeom>
              <a:avLst/>
              <a:gdLst/>
              <a:ahLst/>
              <a:cxnLst/>
              <a:rect l="l" t="t" r="r" b="b"/>
              <a:pathLst>
                <a:path w="3911" h="2533" fill="none" extrusionOk="0">
                  <a:moveTo>
                    <a:pt x="3911" y="276"/>
                  </a:moveTo>
                  <a:cubicBezTo>
                    <a:pt x="3911" y="276"/>
                    <a:pt x="803" y="1"/>
                    <a:pt x="1" y="2532"/>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51"/>
            <p:cNvSpPr/>
            <p:nvPr/>
          </p:nvSpPr>
          <p:spPr>
            <a:xfrm>
              <a:off x="5838389" y="2836347"/>
              <a:ext cx="41033" cy="97179"/>
            </a:xfrm>
            <a:custGeom>
              <a:avLst/>
              <a:gdLst/>
              <a:ahLst/>
              <a:cxnLst/>
              <a:rect l="l" t="t" r="r" b="b"/>
              <a:pathLst>
                <a:path w="1154" h="2733" fill="none" extrusionOk="0">
                  <a:moveTo>
                    <a:pt x="0" y="0"/>
                  </a:moveTo>
                  <a:cubicBezTo>
                    <a:pt x="0" y="0"/>
                    <a:pt x="1153" y="953"/>
                    <a:pt x="201" y="2732"/>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51"/>
            <p:cNvSpPr/>
            <p:nvPr/>
          </p:nvSpPr>
          <p:spPr>
            <a:xfrm>
              <a:off x="5541615" y="2933493"/>
              <a:ext cx="156880" cy="56181"/>
            </a:xfrm>
            <a:custGeom>
              <a:avLst/>
              <a:gdLst/>
              <a:ahLst/>
              <a:cxnLst/>
              <a:rect l="l" t="t" r="r" b="b"/>
              <a:pathLst>
                <a:path w="4412" h="1580" fill="none" extrusionOk="0">
                  <a:moveTo>
                    <a:pt x="0" y="0"/>
                  </a:moveTo>
                  <a:cubicBezTo>
                    <a:pt x="0" y="0"/>
                    <a:pt x="727" y="652"/>
                    <a:pt x="1730" y="1053"/>
                  </a:cubicBezTo>
                  <a:cubicBezTo>
                    <a:pt x="2532" y="1379"/>
                    <a:pt x="3509" y="1579"/>
                    <a:pt x="4412" y="1178"/>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51"/>
            <p:cNvSpPr/>
            <p:nvPr/>
          </p:nvSpPr>
          <p:spPr>
            <a:xfrm>
              <a:off x="5603096" y="2909420"/>
              <a:ext cx="63328" cy="61514"/>
            </a:xfrm>
            <a:custGeom>
              <a:avLst/>
              <a:gdLst/>
              <a:ahLst/>
              <a:cxnLst/>
              <a:rect l="l" t="t" r="r" b="b"/>
              <a:pathLst>
                <a:path w="1781" h="1730" fill="none" extrusionOk="0">
                  <a:moveTo>
                    <a:pt x="1780" y="1"/>
                  </a:moveTo>
                  <a:cubicBezTo>
                    <a:pt x="1780" y="1"/>
                    <a:pt x="251" y="527"/>
                    <a:pt x="1" y="173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51"/>
            <p:cNvSpPr/>
            <p:nvPr/>
          </p:nvSpPr>
          <p:spPr>
            <a:xfrm>
              <a:off x="5816093" y="2496797"/>
              <a:ext cx="62439" cy="70439"/>
            </a:xfrm>
            <a:custGeom>
              <a:avLst/>
              <a:gdLst/>
              <a:ahLst/>
              <a:cxnLst/>
              <a:rect l="l" t="t" r="r" b="b"/>
              <a:pathLst>
                <a:path w="1756" h="1981" fill="none" extrusionOk="0">
                  <a:moveTo>
                    <a:pt x="1580" y="1"/>
                  </a:moveTo>
                  <a:cubicBezTo>
                    <a:pt x="1580" y="1"/>
                    <a:pt x="1755" y="1705"/>
                    <a:pt x="1" y="198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51"/>
            <p:cNvSpPr/>
            <p:nvPr/>
          </p:nvSpPr>
          <p:spPr>
            <a:xfrm>
              <a:off x="5693131" y="2983382"/>
              <a:ext cx="92698" cy="109659"/>
            </a:xfrm>
            <a:custGeom>
              <a:avLst/>
              <a:gdLst/>
              <a:ahLst/>
              <a:cxnLst/>
              <a:rect l="l" t="t" r="r" b="b"/>
              <a:pathLst>
                <a:path w="2607" h="3084" fill="none" extrusionOk="0">
                  <a:moveTo>
                    <a:pt x="2607" y="1"/>
                  </a:moveTo>
                  <a:cubicBezTo>
                    <a:pt x="2607" y="1"/>
                    <a:pt x="0" y="1104"/>
                    <a:pt x="401" y="3084"/>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51"/>
            <p:cNvSpPr/>
            <p:nvPr/>
          </p:nvSpPr>
          <p:spPr>
            <a:xfrm>
              <a:off x="5816093" y="3084974"/>
              <a:ext cx="95401" cy="68662"/>
            </a:xfrm>
            <a:custGeom>
              <a:avLst/>
              <a:gdLst/>
              <a:ahLst/>
              <a:cxnLst/>
              <a:rect l="l" t="t" r="r" b="b"/>
              <a:pathLst>
                <a:path w="2683" h="1931" fill="none" extrusionOk="0">
                  <a:moveTo>
                    <a:pt x="2683" y="1"/>
                  </a:moveTo>
                  <a:cubicBezTo>
                    <a:pt x="2683" y="1"/>
                    <a:pt x="1956" y="1881"/>
                    <a:pt x="1" y="193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51"/>
            <p:cNvSpPr/>
            <p:nvPr/>
          </p:nvSpPr>
          <p:spPr>
            <a:xfrm>
              <a:off x="5612022" y="3153602"/>
              <a:ext cx="114104" cy="65995"/>
            </a:xfrm>
            <a:custGeom>
              <a:avLst/>
              <a:gdLst/>
              <a:ahLst/>
              <a:cxnLst/>
              <a:rect l="l" t="t" r="r" b="b"/>
              <a:pathLst>
                <a:path w="3209" h="1856" fill="none" extrusionOk="0">
                  <a:moveTo>
                    <a:pt x="0" y="1555"/>
                  </a:moveTo>
                  <a:cubicBezTo>
                    <a:pt x="0" y="1555"/>
                    <a:pt x="2331" y="1855"/>
                    <a:pt x="3208" y="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51"/>
            <p:cNvSpPr/>
            <p:nvPr/>
          </p:nvSpPr>
          <p:spPr>
            <a:xfrm>
              <a:off x="5694909" y="3233823"/>
              <a:ext cx="137252" cy="110548"/>
            </a:xfrm>
            <a:custGeom>
              <a:avLst/>
              <a:gdLst/>
              <a:ahLst/>
              <a:cxnLst/>
              <a:rect l="l" t="t" r="r" b="b"/>
              <a:pathLst>
                <a:path w="3860" h="3109" fill="none" extrusionOk="0">
                  <a:moveTo>
                    <a:pt x="0" y="3108"/>
                  </a:moveTo>
                  <a:cubicBezTo>
                    <a:pt x="0" y="3108"/>
                    <a:pt x="2582" y="2933"/>
                    <a:pt x="3860" y="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51"/>
            <p:cNvSpPr/>
            <p:nvPr/>
          </p:nvSpPr>
          <p:spPr>
            <a:xfrm>
              <a:off x="5724316" y="3208860"/>
              <a:ext cx="37442" cy="110548"/>
            </a:xfrm>
            <a:custGeom>
              <a:avLst/>
              <a:gdLst/>
              <a:ahLst/>
              <a:cxnLst/>
              <a:rect l="l" t="t" r="r" b="b"/>
              <a:pathLst>
                <a:path w="1053" h="3109" fill="none" extrusionOk="0">
                  <a:moveTo>
                    <a:pt x="602" y="1"/>
                  </a:moveTo>
                  <a:cubicBezTo>
                    <a:pt x="602" y="1"/>
                    <a:pt x="0" y="2256"/>
                    <a:pt x="1053" y="3109"/>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51"/>
            <p:cNvSpPr/>
            <p:nvPr/>
          </p:nvSpPr>
          <p:spPr>
            <a:xfrm>
              <a:off x="5824130" y="3298006"/>
              <a:ext cx="87365" cy="68626"/>
            </a:xfrm>
            <a:custGeom>
              <a:avLst/>
              <a:gdLst/>
              <a:ahLst/>
              <a:cxnLst/>
              <a:rect l="l" t="t" r="r" b="b"/>
              <a:pathLst>
                <a:path w="2457" h="1930" fill="none" extrusionOk="0">
                  <a:moveTo>
                    <a:pt x="2457" y="0"/>
                  </a:moveTo>
                  <a:cubicBezTo>
                    <a:pt x="2457" y="0"/>
                    <a:pt x="0" y="251"/>
                    <a:pt x="25" y="193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51"/>
            <p:cNvSpPr/>
            <p:nvPr/>
          </p:nvSpPr>
          <p:spPr>
            <a:xfrm>
              <a:off x="5948016" y="2461167"/>
              <a:ext cx="403720" cy="982098"/>
            </a:xfrm>
            <a:custGeom>
              <a:avLst/>
              <a:gdLst/>
              <a:ahLst/>
              <a:cxnLst/>
              <a:rect l="l" t="t" r="r" b="b"/>
              <a:pathLst>
                <a:path w="11354" h="27620" fill="none" extrusionOk="0">
                  <a:moveTo>
                    <a:pt x="0" y="3910"/>
                  </a:moveTo>
                  <a:cubicBezTo>
                    <a:pt x="0" y="2932"/>
                    <a:pt x="426" y="1479"/>
                    <a:pt x="1103" y="1003"/>
                  </a:cubicBezTo>
                  <a:cubicBezTo>
                    <a:pt x="2481" y="0"/>
                    <a:pt x="5338" y="326"/>
                    <a:pt x="5664" y="2807"/>
                  </a:cubicBezTo>
                  <a:cubicBezTo>
                    <a:pt x="5664" y="2807"/>
                    <a:pt x="5940" y="3484"/>
                    <a:pt x="7669" y="4687"/>
                  </a:cubicBezTo>
                  <a:cubicBezTo>
                    <a:pt x="9399" y="5865"/>
                    <a:pt x="8521" y="7519"/>
                    <a:pt x="8521" y="7519"/>
                  </a:cubicBezTo>
                  <a:cubicBezTo>
                    <a:pt x="8521" y="7519"/>
                    <a:pt x="9574" y="8521"/>
                    <a:pt x="9449" y="9248"/>
                  </a:cubicBezTo>
                  <a:cubicBezTo>
                    <a:pt x="9323" y="9975"/>
                    <a:pt x="11354" y="11228"/>
                    <a:pt x="9950" y="15213"/>
                  </a:cubicBezTo>
                  <a:cubicBezTo>
                    <a:pt x="9950" y="15213"/>
                    <a:pt x="11103" y="17669"/>
                    <a:pt x="9148" y="18822"/>
                  </a:cubicBezTo>
                  <a:cubicBezTo>
                    <a:pt x="9148" y="18822"/>
                    <a:pt x="10125" y="20251"/>
                    <a:pt x="8421" y="21028"/>
                  </a:cubicBezTo>
                  <a:cubicBezTo>
                    <a:pt x="8421" y="21028"/>
                    <a:pt x="8973" y="23559"/>
                    <a:pt x="6090" y="24837"/>
                  </a:cubicBezTo>
                  <a:cubicBezTo>
                    <a:pt x="6090" y="24837"/>
                    <a:pt x="5389" y="26892"/>
                    <a:pt x="3308" y="26516"/>
                  </a:cubicBezTo>
                  <a:cubicBezTo>
                    <a:pt x="3308" y="26516"/>
                    <a:pt x="2807" y="27619"/>
                    <a:pt x="1429" y="26993"/>
                  </a:cubicBezTo>
                  <a:cubicBezTo>
                    <a:pt x="1429" y="26993"/>
                    <a:pt x="727" y="26617"/>
                    <a:pt x="0" y="26817"/>
                  </a:cubicBezTo>
                  <a:close/>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51"/>
            <p:cNvSpPr/>
            <p:nvPr/>
          </p:nvSpPr>
          <p:spPr>
            <a:xfrm>
              <a:off x="6043349" y="2560980"/>
              <a:ext cx="131954" cy="114104"/>
            </a:xfrm>
            <a:custGeom>
              <a:avLst/>
              <a:gdLst/>
              <a:ahLst/>
              <a:cxnLst/>
              <a:rect l="l" t="t" r="r" b="b"/>
              <a:pathLst>
                <a:path w="3711" h="3209" fill="none" extrusionOk="0">
                  <a:moveTo>
                    <a:pt x="3008" y="0"/>
                  </a:moveTo>
                  <a:cubicBezTo>
                    <a:pt x="3008" y="0"/>
                    <a:pt x="3710" y="3208"/>
                    <a:pt x="1" y="3058"/>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51"/>
            <p:cNvSpPr/>
            <p:nvPr/>
          </p:nvSpPr>
          <p:spPr>
            <a:xfrm>
              <a:off x="5948016" y="2724053"/>
              <a:ext cx="173805" cy="96290"/>
            </a:xfrm>
            <a:custGeom>
              <a:avLst/>
              <a:gdLst/>
              <a:ahLst/>
              <a:cxnLst/>
              <a:rect l="l" t="t" r="r" b="b"/>
              <a:pathLst>
                <a:path w="4888" h="2708" fill="none" extrusionOk="0">
                  <a:moveTo>
                    <a:pt x="0" y="1"/>
                  </a:moveTo>
                  <a:cubicBezTo>
                    <a:pt x="0" y="1"/>
                    <a:pt x="1454" y="2707"/>
                    <a:pt x="4887" y="1955"/>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51"/>
            <p:cNvSpPr/>
            <p:nvPr/>
          </p:nvSpPr>
          <p:spPr>
            <a:xfrm>
              <a:off x="6008608" y="2700868"/>
              <a:ext cx="124807" cy="82920"/>
            </a:xfrm>
            <a:custGeom>
              <a:avLst/>
              <a:gdLst/>
              <a:ahLst/>
              <a:cxnLst/>
              <a:rect l="l" t="t" r="r" b="b"/>
              <a:pathLst>
                <a:path w="3510" h="2332" fill="none" extrusionOk="0">
                  <a:moveTo>
                    <a:pt x="151" y="2332"/>
                  </a:moveTo>
                  <a:cubicBezTo>
                    <a:pt x="151" y="2332"/>
                    <a:pt x="0" y="427"/>
                    <a:pt x="3509" y="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51"/>
            <p:cNvSpPr/>
            <p:nvPr/>
          </p:nvSpPr>
          <p:spPr>
            <a:xfrm>
              <a:off x="6176161" y="2790014"/>
              <a:ext cx="107846" cy="80218"/>
            </a:xfrm>
            <a:custGeom>
              <a:avLst/>
              <a:gdLst/>
              <a:ahLst/>
              <a:cxnLst/>
              <a:rect l="l" t="t" r="r" b="b"/>
              <a:pathLst>
                <a:path w="3033" h="2256" fill="none" extrusionOk="0">
                  <a:moveTo>
                    <a:pt x="3033" y="0"/>
                  </a:moveTo>
                  <a:cubicBezTo>
                    <a:pt x="3033" y="0"/>
                    <a:pt x="1704" y="2256"/>
                    <a:pt x="0" y="1654"/>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51"/>
            <p:cNvSpPr/>
            <p:nvPr/>
          </p:nvSpPr>
          <p:spPr>
            <a:xfrm>
              <a:off x="6164569" y="2729386"/>
              <a:ext cx="84698" cy="36589"/>
            </a:xfrm>
            <a:custGeom>
              <a:avLst/>
              <a:gdLst/>
              <a:ahLst/>
              <a:cxnLst/>
              <a:rect l="l" t="t" r="r" b="b"/>
              <a:pathLst>
                <a:path w="2382" h="1029" fill="none" extrusionOk="0">
                  <a:moveTo>
                    <a:pt x="2381" y="1"/>
                  </a:moveTo>
                  <a:cubicBezTo>
                    <a:pt x="2381" y="1"/>
                    <a:pt x="1504" y="1029"/>
                    <a:pt x="0" y="176"/>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51"/>
            <p:cNvSpPr/>
            <p:nvPr/>
          </p:nvSpPr>
          <p:spPr>
            <a:xfrm>
              <a:off x="5948016" y="2811385"/>
              <a:ext cx="139030" cy="90067"/>
            </a:xfrm>
            <a:custGeom>
              <a:avLst/>
              <a:gdLst/>
              <a:ahLst/>
              <a:cxnLst/>
              <a:rect l="l" t="t" r="r" b="b"/>
              <a:pathLst>
                <a:path w="3910" h="2533" fill="none" extrusionOk="0">
                  <a:moveTo>
                    <a:pt x="0" y="276"/>
                  </a:moveTo>
                  <a:cubicBezTo>
                    <a:pt x="0" y="276"/>
                    <a:pt x="3108" y="1"/>
                    <a:pt x="3910" y="2532"/>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51"/>
            <p:cNvSpPr/>
            <p:nvPr/>
          </p:nvSpPr>
          <p:spPr>
            <a:xfrm>
              <a:off x="5980090" y="2836347"/>
              <a:ext cx="41033" cy="97179"/>
            </a:xfrm>
            <a:custGeom>
              <a:avLst/>
              <a:gdLst/>
              <a:ahLst/>
              <a:cxnLst/>
              <a:rect l="l" t="t" r="r" b="b"/>
              <a:pathLst>
                <a:path w="1154" h="2733" fill="none" extrusionOk="0">
                  <a:moveTo>
                    <a:pt x="1153" y="0"/>
                  </a:moveTo>
                  <a:cubicBezTo>
                    <a:pt x="1153" y="0"/>
                    <a:pt x="0" y="953"/>
                    <a:pt x="953" y="2732"/>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51"/>
            <p:cNvSpPr/>
            <p:nvPr/>
          </p:nvSpPr>
          <p:spPr>
            <a:xfrm>
              <a:off x="6161013" y="2933493"/>
              <a:ext cx="156880" cy="56181"/>
            </a:xfrm>
            <a:custGeom>
              <a:avLst/>
              <a:gdLst/>
              <a:ahLst/>
              <a:cxnLst/>
              <a:rect l="l" t="t" r="r" b="b"/>
              <a:pathLst>
                <a:path w="4412" h="1580" fill="none" extrusionOk="0">
                  <a:moveTo>
                    <a:pt x="4411" y="0"/>
                  </a:moveTo>
                  <a:cubicBezTo>
                    <a:pt x="4411" y="0"/>
                    <a:pt x="3684" y="652"/>
                    <a:pt x="2682" y="1053"/>
                  </a:cubicBezTo>
                  <a:cubicBezTo>
                    <a:pt x="1880" y="1379"/>
                    <a:pt x="902" y="1579"/>
                    <a:pt x="0" y="1178"/>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51"/>
            <p:cNvSpPr/>
            <p:nvPr/>
          </p:nvSpPr>
          <p:spPr>
            <a:xfrm>
              <a:off x="6193087" y="2909420"/>
              <a:ext cx="63292" cy="61514"/>
            </a:xfrm>
            <a:custGeom>
              <a:avLst/>
              <a:gdLst/>
              <a:ahLst/>
              <a:cxnLst/>
              <a:rect l="l" t="t" r="r" b="b"/>
              <a:pathLst>
                <a:path w="1780" h="1730" fill="none" extrusionOk="0">
                  <a:moveTo>
                    <a:pt x="0" y="1"/>
                  </a:moveTo>
                  <a:cubicBezTo>
                    <a:pt x="0" y="1"/>
                    <a:pt x="1529" y="527"/>
                    <a:pt x="1780" y="173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51"/>
            <p:cNvSpPr/>
            <p:nvPr/>
          </p:nvSpPr>
          <p:spPr>
            <a:xfrm>
              <a:off x="5980979" y="2496797"/>
              <a:ext cx="62403" cy="70439"/>
            </a:xfrm>
            <a:custGeom>
              <a:avLst/>
              <a:gdLst/>
              <a:ahLst/>
              <a:cxnLst/>
              <a:rect l="l" t="t" r="r" b="b"/>
              <a:pathLst>
                <a:path w="1755" h="1981" fill="none" extrusionOk="0">
                  <a:moveTo>
                    <a:pt x="176" y="1"/>
                  </a:moveTo>
                  <a:cubicBezTo>
                    <a:pt x="176" y="1"/>
                    <a:pt x="0" y="1705"/>
                    <a:pt x="1755" y="198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51"/>
            <p:cNvSpPr/>
            <p:nvPr/>
          </p:nvSpPr>
          <p:spPr>
            <a:xfrm>
              <a:off x="6027312" y="3055567"/>
              <a:ext cx="278984" cy="85587"/>
            </a:xfrm>
            <a:custGeom>
              <a:avLst/>
              <a:gdLst/>
              <a:ahLst/>
              <a:cxnLst/>
              <a:rect l="l" t="t" r="r" b="b"/>
              <a:pathLst>
                <a:path w="7846" h="2407" fill="none" extrusionOk="0">
                  <a:moveTo>
                    <a:pt x="7845" y="1"/>
                  </a:moveTo>
                  <a:cubicBezTo>
                    <a:pt x="7845" y="1"/>
                    <a:pt x="4061" y="2407"/>
                    <a:pt x="1" y="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51"/>
            <p:cNvSpPr/>
            <p:nvPr/>
          </p:nvSpPr>
          <p:spPr>
            <a:xfrm>
              <a:off x="6073645" y="2983382"/>
              <a:ext cx="92734" cy="109659"/>
            </a:xfrm>
            <a:custGeom>
              <a:avLst/>
              <a:gdLst/>
              <a:ahLst/>
              <a:cxnLst/>
              <a:rect l="l" t="t" r="r" b="b"/>
              <a:pathLst>
                <a:path w="2608" h="3084" fill="none" extrusionOk="0">
                  <a:moveTo>
                    <a:pt x="1" y="1"/>
                  </a:moveTo>
                  <a:cubicBezTo>
                    <a:pt x="1" y="1"/>
                    <a:pt x="2608" y="1104"/>
                    <a:pt x="2207" y="3084"/>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51"/>
            <p:cNvSpPr/>
            <p:nvPr/>
          </p:nvSpPr>
          <p:spPr>
            <a:xfrm>
              <a:off x="5948016" y="3084974"/>
              <a:ext cx="95365" cy="68662"/>
            </a:xfrm>
            <a:custGeom>
              <a:avLst/>
              <a:gdLst/>
              <a:ahLst/>
              <a:cxnLst/>
              <a:rect l="l" t="t" r="r" b="b"/>
              <a:pathLst>
                <a:path w="2682" h="1931" fill="none" extrusionOk="0">
                  <a:moveTo>
                    <a:pt x="0" y="1"/>
                  </a:moveTo>
                  <a:cubicBezTo>
                    <a:pt x="0" y="1"/>
                    <a:pt x="727" y="1881"/>
                    <a:pt x="2682" y="193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51"/>
            <p:cNvSpPr/>
            <p:nvPr/>
          </p:nvSpPr>
          <p:spPr>
            <a:xfrm>
              <a:off x="6133384" y="3153602"/>
              <a:ext cx="114104" cy="65995"/>
            </a:xfrm>
            <a:custGeom>
              <a:avLst/>
              <a:gdLst/>
              <a:ahLst/>
              <a:cxnLst/>
              <a:rect l="l" t="t" r="r" b="b"/>
              <a:pathLst>
                <a:path w="3209" h="1856" fill="none" extrusionOk="0">
                  <a:moveTo>
                    <a:pt x="3208" y="1555"/>
                  </a:moveTo>
                  <a:cubicBezTo>
                    <a:pt x="3208" y="1555"/>
                    <a:pt x="877" y="1855"/>
                    <a:pt x="0" y="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51"/>
            <p:cNvSpPr/>
            <p:nvPr/>
          </p:nvSpPr>
          <p:spPr>
            <a:xfrm>
              <a:off x="6027312" y="3233823"/>
              <a:ext cx="137288" cy="110548"/>
            </a:xfrm>
            <a:custGeom>
              <a:avLst/>
              <a:gdLst/>
              <a:ahLst/>
              <a:cxnLst/>
              <a:rect l="l" t="t" r="r" b="b"/>
              <a:pathLst>
                <a:path w="3861" h="3109" fill="none" extrusionOk="0">
                  <a:moveTo>
                    <a:pt x="3860" y="3108"/>
                  </a:moveTo>
                  <a:cubicBezTo>
                    <a:pt x="3860" y="3108"/>
                    <a:pt x="1279" y="2933"/>
                    <a:pt x="1" y="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1"/>
            <p:cNvSpPr/>
            <p:nvPr/>
          </p:nvSpPr>
          <p:spPr>
            <a:xfrm>
              <a:off x="6097718" y="3208860"/>
              <a:ext cx="37478" cy="110548"/>
            </a:xfrm>
            <a:custGeom>
              <a:avLst/>
              <a:gdLst/>
              <a:ahLst/>
              <a:cxnLst/>
              <a:rect l="l" t="t" r="r" b="b"/>
              <a:pathLst>
                <a:path w="1054" h="3109" fill="none" extrusionOk="0">
                  <a:moveTo>
                    <a:pt x="452" y="1"/>
                  </a:moveTo>
                  <a:cubicBezTo>
                    <a:pt x="452" y="1"/>
                    <a:pt x="1053" y="2256"/>
                    <a:pt x="1" y="3109"/>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1"/>
            <p:cNvSpPr/>
            <p:nvPr/>
          </p:nvSpPr>
          <p:spPr>
            <a:xfrm>
              <a:off x="5948016" y="3298006"/>
              <a:ext cx="87365" cy="68626"/>
            </a:xfrm>
            <a:custGeom>
              <a:avLst/>
              <a:gdLst/>
              <a:ahLst/>
              <a:cxnLst/>
              <a:rect l="l" t="t" r="r" b="b"/>
              <a:pathLst>
                <a:path w="2457" h="1930" fill="none" extrusionOk="0">
                  <a:moveTo>
                    <a:pt x="0" y="0"/>
                  </a:moveTo>
                  <a:cubicBezTo>
                    <a:pt x="0" y="0"/>
                    <a:pt x="2456" y="251"/>
                    <a:pt x="2431" y="193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9" name="Google Shape;2879;p51"/>
            <p:cNvGrpSpPr/>
            <p:nvPr/>
          </p:nvGrpSpPr>
          <p:grpSpPr>
            <a:xfrm>
              <a:off x="5676170" y="2647424"/>
              <a:ext cx="507137" cy="586433"/>
              <a:chOff x="5676170" y="2647424"/>
              <a:chExt cx="507137" cy="586433"/>
            </a:xfrm>
          </p:grpSpPr>
          <p:sp>
            <p:nvSpPr>
              <p:cNvPr id="2880" name="Google Shape;2880;p51"/>
              <p:cNvSpPr/>
              <p:nvPr/>
            </p:nvSpPr>
            <p:spPr>
              <a:xfrm>
                <a:off x="5793833" y="2647424"/>
                <a:ext cx="44589" cy="44589"/>
              </a:xfrm>
              <a:custGeom>
                <a:avLst/>
                <a:gdLst/>
                <a:ahLst/>
                <a:cxnLst/>
                <a:rect l="l" t="t" r="r" b="b"/>
                <a:pathLst>
                  <a:path w="1254" h="1254" extrusionOk="0">
                    <a:moveTo>
                      <a:pt x="627" y="0"/>
                    </a:moveTo>
                    <a:cubicBezTo>
                      <a:pt x="276" y="0"/>
                      <a:pt x="0" y="276"/>
                      <a:pt x="0" y="627"/>
                    </a:cubicBezTo>
                    <a:cubicBezTo>
                      <a:pt x="0" y="978"/>
                      <a:pt x="276" y="1253"/>
                      <a:pt x="627" y="1253"/>
                    </a:cubicBezTo>
                    <a:cubicBezTo>
                      <a:pt x="978" y="1253"/>
                      <a:pt x="1253" y="978"/>
                      <a:pt x="1253" y="627"/>
                    </a:cubicBezTo>
                    <a:cubicBezTo>
                      <a:pt x="1253" y="276"/>
                      <a:pt x="978" y="0"/>
                      <a:pt x="6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1"/>
              <p:cNvSpPr/>
              <p:nvPr/>
            </p:nvSpPr>
            <p:spPr>
              <a:xfrm>
                <a:off x="6021089" y="2647424"/>
                <a:ext cx="45478" cy="44589"/>
              </a:xfrm>
              <a:custGeom>
                <a:avLst/>
                <a:gdLst/>
                <a:ahLst/>
                <a:cxnLst/>
                <a:rect l="l" t="t" r="r" b="b"/>
                <a:pathLst>
                  <a:path w="1279" h="1254" extrusionOk="0">
                    <a:moveTo>
                      <a:pt x="627" y="0"/>
                    </a:moveTo>
                    <a:cubicBezTo>
                      <a:pt x="276" y="0"/>
                      <a:pt x="0" y="276"/>
                      <a:pt x="0" y="627"/>
                    </a:cubicBezTo>
                    <a:cubicBezTo>
                      <a:pt x="0" y="978"/>
                      <a:pt x="276" y="1253"/>
                      <a:pt x="627" y="1253"/>
                    </a:cubicBezTo>
                    <a:cubicBezTo>
                      <a:pt x="978" y="1253"/>
                      <a:pt x="1278" y="978"/>
                      <a:pt x="1278" y="627"/>
                    </a:cubicBezTo>
                    <a:cubicBezTo>
                      <a:pt x="1278" y="276"/>
                      <a:pt x="978" y="0"/>
                      <a:pt x="6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1"/>
              <p:cNvSpPr/>
              <p:nvPr/>
            </p:nvSpPr>
            <p:spPr>
              <a:xfrm>
                <a:off x="5719871" y="2771275"/>
                <a:ext cx="45478" cy="44625"/>
              </a:xfrm>
              <a:custGeom>
                <a:avLst/>
                <a:gdLst/>
                <a:ahLst/>
                <a:cxnLst/>
                <a:rect l="l" t="t" r="r" b="b"/>
                <a:pathLst>
                  <a:path w="1279" h="1255" extrusionOk="0">
                    <a:moveTo>
                      <a:pt x="627" y="1"/>
                    </a:moveTo>
                    <a:cubicBezTo>
                      <a:pt x="276" y="1"/>
                      <a:pt x="0" y="277"/>
                      <a:pt x="0" y="627"/>
                    </a:cubicBezTo>
                    <a:cubicBezTo>
                      <a:pt x="0" y="978"/>
                      <a:pt x="276" y="1254"/>
                      <a:pt x="627" y="1254"/>
                    </a:cubicBezTo>
                    <a:cubicBezTo>
                      <a:pt x="977" y="1254"/>
                      <a:pt x="1278" y="978"/>
                      <a:pt x="1278" y="627"/>
                    </a:cubicBezTo>
                    <a:cubicBezTo>
                      <a:pt x="1278" y="277"/>
                      <a:pt x="977" y="1"/>
                      <a:pt x="6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1"/>
              <p:cNvSpPr/>
              <p:nvPr/>
            </p:nvSpPr>
            <p:spPr>
              <a:xfrm>
                <a:off x="5676170" y="2948642"/>
                <a:ext cx="44625" cy="44589"/>
              </a:xfrm>
              <a:custGeom>
                <a:avLst/>
                <a:gdLst/>
                <a:ahLst/>
                <a:cxnLst/>
                <a:rect l="l" t="t" r="r" b="b"/>
                <a:pathLst>
                  <a:path w="1255" h="1254" extrusionOk="0">
                    <a:moveTo>
                      <a:pt x="628" y="0"/>
                    </a:moveTo>
                    <a:cubicBezTo>
                      <a:pt x="277" y="0"/>
                      <a:pt x="1" y="276"/>
                      <a:pt x="1" y="627"/>
                    </a:cubicBezTo>
                    <a:cubicBezTo>
                      <a:pt x="1" y="978"/>
                      <a:pt x="277" y="1254"/>
                      <a:pt x="628" y="1254"/>
                    </a:cubicBezTo>
                    <a:cubicBezTo>
                      <a:pt x="978" y="1254"/>
                      <a:pt x="1254" y="978"/>
                      <a:pt x="1254" y="627"/>
                    </a:cubicBezTo>
                    <a:cubicBezTo>
                      <a:pt x="1254" y="276"/>
                      <a:pt x="978" y="0"/>
                      <a:pt x="6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1"/>
              <p:cNvSpPr/>
              <p:nvPr/>
            </p:nvSpPr>
            <p:spPr>
              <a:xfrm>
                <a:off x="5796500" y="3126862"/>
                <a:ext cx="45478" cy="45514"/>
              </a:xfrm>
              <a:custGeom>
                <a:avLst/>
                <a:gdLst/>
                <a:ahLst/>
                <a:cxnLst/>
                <a:rect l="l" t="t" r="r" b="b"/>
                <a:pathLst>
                  <a:path w="1279" h="1280" extrusionOk="0">
                    <a:moveTo>
                      <a:pt x="652" y="1"/>
                    </a:moveTo>
                    <a:cubicBezTo>
                      <a:pt x="301" y="1"/>
                      <a:pt x="0" y="277"/>
                      <a:pt x="0" y="628"/>
                    </a:cubicBezTo>
                    <a:cubicBezTo>
                      <a:pt x="0" y="978"/>
                      <a:pt x="301" y="1279"/>
                      <a:pt x="652" y="1279"/>
                    </a:cubicBezTo>
                    <a:cubicBezTo>
                      <a:pt x="1003" y="1279"/>
                      <a:pt x="1279" y="978"/>
                      <a:pt x="1279" y="628"/>
                    </a:cubicBezTo>
                    <a:cubicBezTo>
                      <a:pt x="1279" y="277"/>
                      <a:pt x="1003" y="1"/>
                      <a:pt x="6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1"/>
              <p:cNvSpPr/>
              <p:nvPr/>
            </p:nvSpPr>
            <p:spPr>
              <a:xfrm>
                <a:off x="5723427" y="3188378"/>
                <a:ext cx="44589" cy="45478"/>
              </a:xfrm>
              <a:custGeom>
                <a:avLst/>
                <a:gdLst/>
                <a:ahLst/>
                <a:cxnLst/>
                <a:rect l="l" t="t" r="r" b="b"/>
                <a:pathLst>
                  <a:path w="1254" h="1279" extrusionOk="0">
                    <a:moveTo>
                      <a:pt x="627" y="0"/>
                    </a:moveTo>
                    <a:cubicBezTo>
                      <a:pt x="276" y="0"/>
                      <a:pt x="0" y="301"/>
                      <a:pt x="0" y="652"/>
                    </a:cubicBezTo>
                    <a:cubicBezTo>
                      <a:pt x="0" y="1003"/>
                      <a:pt x="276" y="1278"/>
                      <a:pt x="627" y="1278"/>
                    </a:cubicBezTo>
                    <a:cubicBezTo>
                      <a:pt x="978" y="1278"/>
                      <a:pt x="1253" y="1003"/>
                      <a:pt x="1253" y="652"/>
                    </a:cubicBezTo>
                    <a:cubicBezTo>
                      <a:pt x="1253" y="301"/>
                      <a:pt x="978" y="0"/>
                      <a:pt x="6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1"/>
              <p:cNvSpPr/>
              <p:nvPr/>
            </p:nvSpPr>
            <p:spPr>
              <a:xfrm>
                <a:off x="6095051" y="2771275"/>
                <a:ext cx="44589" cy="44625"/>
              </a:xfrm>
              <a:custGeom>
                <a:avLst/>
                <a:gdLst/>
                <a:ahLst/>
                <a:cxnLst/>
                <a:rect l="l" t="t" r="r" b="b"/>
                <a:pathLst>
                  <a:path w="1254" h="1255" extrusionOk="0">
                    <a:moveTo>
                      <a:pt x="627" y="1"/>
                    </a:moveTo>
                    <a:cubicBezTo>
                      <a:pt x="276" y="1"/>
                      <a:pt x="0" y="277"/>
                      <a:pt x="0" y="627"/>
                    </a:cubicBezTo>
                    <a:cubicBezTo>
                      <a:pt x="0" y="978"/>
                      <a:pt x="276" y="1254"/>
                      <a:pt x="627" y="1254"/>
                    </a:cubicBezTo>
                    <a:cubicBezTo>
                      <a:pt x="978" y="1254"/>
                      <a:pt x="1254" y="978"/>
                      <a:pt x="1254" y="627"/>
                    </a:cubicBezTo>
                    <a:cubicBezTo>
                      <a:pt x="1254" y="277"/>
                      <a:pt x="978" y="1"/>
                      <a:pt x="6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1"/>
              <p:cNvSpPr/>
              <p:nvPr/>
            </p:nvSpPr>
            <p:spPr>
              <a:xfrm>
                <a:off x="6138718" y="2948642"/>
                <a:ext cx="44589" cy="44589"/>
              </a:xfrm>
              <a:custGeom>
                <a:avLst/>
                <a:gdLst/>
                <a:ahLst/>
                <a:cxnLst/>
                <a:rect l="l" t="t" r="r" b="b"/>
                <a:pathLst>
                  <a:path w="1254" h="1254" extrusionOk="0">
                    <a:moveTo>
                      <a:pt x="627" y="0"/>
                    </a:moveTo>
                    <a:cubicBezTo>
                      <a:pt x="276" y="0"/>
                      <a:pt x="1" y="276"/>
                      <a:pt x="1" y="627"/>
                    </a:cubicBezTo>
                    <a:cubicBezTo>
                      <a:pt x="1" y="978"/>
                      <a:pt x="276" y="1254"/>
                      <a:pt x="627" y="1254"/>
                    </a:cubicBezTo>
                    <a:cubicBezTo>
                      <a:pt x="978" y="1254"/>
                      <a:pt x="1254" y="978"/>
                      <a:pt x="1254" y="627"/>
                    </a:cubicBezTo>
                    <a:cubicBezTo>
                      <a:pt x="1254" y="276"/>
                      <a:pt x="978" y="0"/>
                      <a:pt x="6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1"/>
              <p:cNvSpPr/>
              <p:nvPr/>
            </p:nvSpPr>
            <p:spPr>
              <a:xfrm>
                <a:off x="6017533" y="3126862"/>
                <a:ext cx="45478" cy="45514"/>
              </a:xfrm>
              <a:custGeom>
                <a:avLst/>
                <a:gdLst/>
                <a:ahLst/>
                <a:cxnLst/>
                <a:rect l="l" t="t" r="r" b="b"/>
                <a:pathLst>
                  <a:path w="1279" h="1280" extrusionOk="0">
                    <a:moveTo>
                      <a:pt x="627" y="1"/>
                    </a:moveTo>
                    <a:cubicBezTo>
                      <a:pt x="276" y="1"/>
                      <a:pt x="0" y="277"/>
                      <a:pt x="0" y="628"/>
                    </a:cubicBezTo>
                    <a:cubicBezTo>
                      <a:pt x="0" y="978"/>
                      <a:pt x="276" y="1279"/>
                      <a:pt x="627" y="1279"/>
                    </a:cubicBezTo>
                    <a:cubicBezTo>
                      <a:pt x="977" y="1279"/>
                      <a:pt x="1278" y="978"/>
                      <a:pt x="1278" y="628"/>
                    </a:cubicBezTo>
                    <a:cubicBezTo>
                      <a:pt x="1278" y="277"/>
                      <a:pt x="977" y="1"/>
                      <a:pt x="6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1"/>
              <p:cNvSpPr/>
              <p:nvPr/>
            </p:nvSpPr>
            <p:spPr>
              <a:xfrm>
                <a:off x="6091496" y="3188378"/>
                <a:ext cx="44589" cy="45478"/>
              </a:xfrm>
              <a:custGeom>
                <a:avLst/>
                <a:gdLst/>
                <a:ahLst/>
                <a:cxnLst/>
                <a:rect l="l" t="t" r="r" b="b"/>
                <a:pathLst>
                  <a:path w="1254" h="1279" extrusionOk="0">
                    <a:moveTo>
                      <a:pt x="627" y="0"/>
                    </a:moveTo>
                    <a:cubicBezTo>
                      <a:pt x="276" y="0"/>
                      <a:pt x="0" y="301"/>
                      <a:pt x="0" y="652"/>
                    </a:cubicBezTo>
                    <a:cubicBezTo>
                      <a:pt x="0" y="1003"/>
                      <a:pt x="276" y="1278"/>
                      <a:pt x="627" y="1278"/>
                    </a:cubicBezTo>
                    <a:cubicBezTo>
                      <a:pt x="978" y="1278"/>
                      <a:pt x="1253" y="1003"/>
                      <a:pt x="1253" y="652"/>
                    </a:cubicBezTo>
                    <a:cubicBezTo>
                      <a:pt x="1253" y="301"/>
                      <a:pt x="978" y="0"/>
                      <a:pt x="6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0" name="Google Shape;2890;p51"/>
            <p:cNvGrpSpPr/>
            <p:nvPr/>
          </p:nvGrpSpPr>
          <p:grpSpPr>
            <a:xfrm>
              <a:off x="4682481" y="1820363"/>
              <a:ext cx="329798" cy="853821"/>
              <a:chOff x="4682481" y="1820363"/>
              <a:chExt cx="329798" cy="853821"/>
            </a:xfrm>
          </p:grpSpPr>
          <p:sp>
            <p:nvSpPr>
              <p:cNvPr id="2891" name="Google Shape;2891;p51"/>
              <p:cNvSpPr/>
              <p:nvPr/>
            </p:nvSpPr>
            <p:spPr>
              <a:xfrm>
                <a:off x="4833108" y="2185765"/>
                <a:ext cx="90032" cy="90956"/>
              </a:xfrm>
              <a:custGeom>
                <a:avLst/>
                <a:gdLst/>
                <a:ahLst/>
                <a:cxnLst/>
                <a:rect l="l" t="t" r="r" b="b"/>
                <a:pathLst>
                  <a:path w="2532" h="2558" extrusionOk="0">
                    <a:moveTo>
                      <a:pt x="1279" y="1"/>
                    </a:moveTo>
                    <a:cubicBezTo>
                      <a:pt x="577" y="1"/>
                      <a:pt x="1" y="577"/>
                      <a:pt x="1" y="1279"/>
                    </a:cubicBezTo>
                    <a:cubicBezTo>
                      <a:pt x="1" y="1981"/>
                      <a:pt x="577" y="2557"/>
                      <a:pt x="1279" y="2557"/>
                    </a:cubicBezTo>
                    <a:cubicBezTo>
                      <a:pt x="1981" y="2557"/>
                      <a:pt x="2532" y="1981"/>
                      <a:pt x="2532" y="1279"/>
                    </a:cubicBezTo>
                    <a:cubicBezTo>
                      <a:pt x="2532" y="577"/>
                      <a:pt x="1981" y="1"/>
                      <a:pt x="1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1"/>
              <p:cNvSpPr/>
              <p:nvPr/>
            </p:nvSpPr>
            <p:spPr>
              <a:xfrm>
                <a:off x="4833108" y="2185765"/>
                <a:ext cx="90032" cy="90956"/>
              </a:xfrm>
              <a:custGeom>
                <a:avLst/>
                <a:gdLst/>
                <a:ahLst/>
                <a:cxnLst/>
                <a:rect l="l" t="t" r="r" b="b"/>
                <a:pathLst>
                  <a:path w="2532" h="2558" fill="none" extrusionOk="0">
                    <a:moveTo>
                      <a:pt x="2532" y="1279"/>
                    </a:moveTo>
                    <a:cubicBezTo>
                      <a:pt x="2532" y="1981"/>
                      <a:pt x="1981" y="2557"/>
                      <a:pt x="1279" y="2557"/>
                    </a:cubicBezTo>
                    <a:cubicBezTo>
                      <a:pt x="577" y="2557"/>
                      <a:pt x="1" y="1981"/>
                      <a:pt x="1" y="1279"/>
                    </a:cubicBezTo>
                    <a:cubicBezTo>
                      <a:pt x="1" y="577"/>
                      <a:pt x="577" y="1"/>
                      <a:pt x="1279" y="1"/>
                    </a:cubicBezTo>
                    <a:cubicBezTo>
                      <a:pt x="1981" y="1"/>
                      <a:pt x="2532" y="577"/>
                      <a:pt x="2532" y="1279"/>
                    </a:cubicBezTo>
                    <a:close/>
                  </a:path>
                </a:pathLst>
              </a:custGeom>
              <a:noFill/>
              <a:ln w="940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1"/>
              <p:cNvSpPr/>
              <p:nvPr/>
            </p:nvSpPr>
            <p:spPr>
              <a:xfrm>
                <a:off x="4743998" y="2244579"/>
                <a:ext cx="268281" cy="429606"/>
              </a:xfrm>
              <a:custGeom>
                <a:avLst/>
                <a:gdLst/>
                <a:ahLst/>
                <a:cxnLst/>
                <a:rect l="l" t="t" r="r" b="b"/>
                <a:pathLst>
                  <a:path w="7545" h="12082" extrusionOk="0">
                    <a:moveTo>
                      <a:pt x="1880" y="1"/>
                    </a:moveTo>
                    <a:lnTo>
                      <a:pt x="777" y="7119"/>
                    </a:lnTo>
                    <a:lnTo>
                      <a:pt x="401" y="9550"/>
                    </a:lnTo>
                    <a:lnTo>
                      <a:pt x="0" y="12081"/>
                    </a:lnTo>
                    <a:lnTo>
                      <a:pt x="7544" y="12081"/>
                    </a:lnTo>
                    <a:lnTo>
                      <a:pt x="7168" y="9550"/>
                    </a:lnTo>
                    <a:lnTo>
                      <a:pt x="6792" y="7119"/>
                    </a:lnTo>
                    <a:lnTo>
                      <a:pt x="56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1"/>
              <p:cNvSpPr/>
              <p:nvPr/>
            </p:nvSpPr>
            <p:spPr>
              <a:xfrm>
                <a:off x="4743998" y="2244579"/>
                <a:ext cx="268281" cy="429606"/>
              </a:xfrm>
              <a:custGeom>
                <a:avLst/>
                <a:gdLst/>
                <a:ahLst/>
                <a:cxnLst/>
                <a:rect l="l" t="t" r="r" b="b"/>
                <a:pathLst>
                  <a:path w="7545" h="12082" fill="none" extrusionOk="0">
                    <a:moveTo>
                      <a:pt x="7544" y="12081"/>
                    </a:moveTo>
                    <a:lnTo>
                      <a:pt x="0" y="12081"/>
                    </a:lnTo>
                    <a:lnTo>
                      <a:pt x="401" y="9550"/>
                    </a:lnTo>
                    <a:lnTo>
                      <a:pt x="777" y="7119"/>
                    </a:lnTo>
                    <a:lnTo>
                      <a:pt x="1880" y="1"/>
                    </a:lnTo>
                    <a:lnTo>
                      <a:pt x="5690" y="1"/>
                    </a:lnTo>
                    <a:lnTo>
                      <a:pt x="6792" y="7119"/>
                    </a:lnTo>
                    <a:lnTo>
                      <a:pt x="7168" y="9550"/>
                    </a:lnTo>
                    <a:close/>
                  </a:path>
                </a:pathLst>
              </a:custGeom>
              <a:noFill/>
              <a:ln w="1065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1"/>
              <p:cNvSpPr/>
              <p:nvPr/>
            </p:nvSpPr>
            <p:spPr>
              <a:xfrm>
                <a:off x="4758257" y="2497686"/>
                <a:ext cx="240653" cy="86476"/>
              </a:xfrm>
              <a:custGeom>
                <a:avLst/>
                <a:gdLst/>
                <a:ahLst/>
                <a:cxnLst/>
                <a:rect l="l" t="t" r="r" b="b"/>
                <a:pathLst>
                  <a:path w="6768" h="2432" extrusionOk="0">
                    <a:moveTo>
                      <a:pt x="376" y="1"/>
                    </a:moveTo>
                    <a:lnTo>
                      <a:pt x="0" y="2432"/>
                    </a:lnTo>
                    <a:lnTo>
                      <a:pt x="6767" y="2432"/>
                    </a:lnTo>
                    <a:lnTo>
                      <a:pt x="63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1"/>
              <p:cNvSpPr/>
              <p:nvPr/>
            </p:nvSpPr>
            <p:spPr>
              <a:xfrm>
                <a:off x="4758257" y="2497686"/>
                <a:ext cx="240653" cy="86476"/>
              </a:xfrm>
              <a:custGeom>
                <a:avLst/>
                <a:gdLst/>
                <a:ahLst/>
                <a:cxnLst/>
                <a:rect l="l" t="t" r="r" b="b"/>
                <a:pathLst>
                  <a:path w="6768" h="2432" fill="none" extrusionOk="0">
                    <a:moveTo>
                      <a:pt x="6767" y="2432"/>
                    </a:moveTo>
                    <a:lnTo>
                      <a:pt x="0" y="2432"/>
                    </a:lnTo>
                    <a:lnTo>
                      <a:pt x="376" y="1"/>
                    </a:lnTo>
                    <a:lnTo>
                      <a:pt x="6391" y="1"/>
                    </a:ln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51"/>
              <p:cNvSpPr/>
              <p:nvPr/>
            </p:nvSpPr>
            <p:spPr>
              <a:xfrm>
                <a:off x="4682481" y="1987774"/>
                <a:ext cx="155102" cy="140239"/>
              </a:xfrm>
              <a:custGeom>
                <a:avLst/>
                <a:gdLst/>
                <a:ahLst/>
                <a:cxnLst/>
                <a:rect l="l" t="t" r="r" b="b"/>
                <a:pathLst>
                  <a:path w="4362" h="3944" extrusionOk="0">
                    <a:moveTo>
                      <a:pt x="716" y="0"/>
                    </a:moveTo>
                    <a:cubicBezTo>
                      <a:pt x="541" y="0"/>
                      <a:pt x="362" y="70"/>
                      <a:pt x="227" y="205"/>
                    </a:cubicBezTo>
                    <a:cubicBezTo>
                      <a:pt x="1" y="456"/>
                      <a:pt x="26" y="857"/>
                      <a:pt x="277" y="1107"/>
                    </a:cubicBezTo>
                    <a:lnTo>
                      <a:pt x="3209" y="3789"/>
                    </a:lnTo>
                    <a:cubicBezTo>
                      <a:pt x="3336" y="3893"/>
                      <a:pt x="3490" y="3944"/>
                      <a:pt x="3640" y="3944"/>
                    </a:cubicBezTo>
                    <a:cubicBezTo>
                      <a:pt x="3817" y="3944"/>
                      <a:pt x="3990" y="3874"/>
                      <a:pt x="4111" y="3739"/>
                    </a:cubicBezTo>
                    <a:cubicBezTo>
                      <a:pt x="4362" y="3488"/>
                      <a:pt x="4337" y="3087"/>
                      <a:pt x="4061" y="2837"/>
                    </a:cubicBezTo>
                    <a:lnTo>
                      <a:pt x="1129" y="155"/>
                    </a:lnTo>
                    <a:cubicBezTo>
                      <a:pt x="1013" y="51"/>
                      <a:pt x="866" y="0"/>
                      <a:pt x="7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51"/>
              <p:cNvSpPr/>
              <p:nvPr/>
            </p:nvSpPr>
            <p:spPr>
              <a:xfrm>
                <a:off x="4682481" y="1985249"/>
                <a:ext cx="155102" cy="145288"/>
              </a:xfrm>
              <a:custGeom>
                <a:avLst/>
                <a:gdLst/>
                <a:ahLst/>
                <a:cxnLst/>
                <a:rect l="l" t="t" r="r" b="b"/>
                <a:pathLst>
                  <a:path w="4362" h="4086" fill="none" extrusionOk="0">
                    <a:moveTo>
                      <a:pt x="4111" y="3810"/>
                    </a:moveTo>
                    <a:lnTo>
                      <a:pt x="4111" y="3810"/>
                    </a:lnTo>
                    <a:cubicBezTo>
                      <a:pt x="3886" y="4061"/>
                      <a:pt x="3485" y="4086"/>
                      <a:pt x="3209" y="3860"/>
                    </a:cubicBezTo>
                    <a:lnTo>
                      <a:pt x="277" y="1178"/>
                    </a:lnTo>
                    <a:cubicBezTo>
                      <a:pt x="26" y="928"/>
                      <a:pt x="1" y="527"/>
                      <a:pt x="227" y="276"/>
                    </a:cubicBezTo>
                    <a:cubicBezTo>
                      <a:pt x="477" y="26"/>
                      <a:pt x="878" y="1"/>
                      <a:pt x="1129" y="226"/>
                    </a:cubicBezTo>
                    <a:lnTo>
                      <a:pt x="4061" y="2908"/>
                    </a:lnTo>
                    <a:cubicBezTo>
                      <a:pt x="4337" y="3158"/>
                      <a:pt x="4362" y="3559"/>
                      <a:pt x="4111" y="3810"/>
                    </a:cubicBezTo>
                    <a:close/>
                  </a:path>
                </a:pathLst>
              </a:custGeom>
              <a:noFill/>
              <a:ln w="940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51"/>
              <p:cNvSpPr/>
              <p:nvPr/>
            </p:nvSpPr>
            <p:spPr>
              <a:xfrm>
                <a:off x="4787664" y="2060989"/>
                <a:ext cx="181841" cy="142621"/>
              </a:xfrm>
              <a:custGeom>
                <a:avLst/>
                <a:gdLst/>
                <a:ahLst/>
                <a:cxnLst/>
                <a:rect l="l" t="t" r="r" b="b"/>
                <a:pathLst>
                  <a:path w="5114" h="4011" extrusionOk="0">
                    <a:moveTo>
                      <a:pt x="0" y="1"/>
                    </a:moveTo>
                    <a:lnTo>
                      <a:pt x="752" y="4011"/>
                    </a:lnTo>
                    <a:lnTo>
                      <a:pt x="4361" y="4011"/>
                    </a:lnTo>
                    <a:lnTo>
                      <a:pt x="51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51"/>
              <p:cNvSpPr/>
              <p:nvPr/>
            </p:nvSpPr>
            <p:spPr>
              <a:xfrm>
                <a:off x="4787664" y="2060989"/>
                <a:ext cx="181841" cy="142621"/>
              </a:xfrm>
              <a:custGeom>
                <a:avLst/>
                <a:gdLst/>
                <a:ahLst/>
                <a:cxnLst/>
                <a:rect l="l" t="t" r="r" b="b"/>
                <a:pathLst>
                  <a:path w="5114" h="4011" fill="none" extrusionOk="0">
                    <a:moveTo>
                      <a:pt x="4361" y="4011"/>
                    </a:moveTo>
                    <a:lnTo>
                      <a:pt x="752" y="4011"/>
                    </a:lnTo>
                    <a:lnTo>
                      <a:pt x="0" y="1"/>
                    </a:lnTo>
                    <a:lnTo>
                      <a:pt x="5113" y="1"/>
                    </a:lnTo>
                    <a:close/>
                  </a:path>
                </a:pathLst>
              </a:custGeom>
              <a:noFill/>
              <a:ln w="940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51"/>
              <p:cNvSpPr/>
              <p:nvPr/>
            </p:nvSpPr>
            <p:spPr>
              <a:xfrm>
                <a:off x="4925809" y="1921990"/>
                <a:ext cx="45478" cy="152399"/>
              </a:xfrm>
              <a:custGeom>
                <a:avLst/>
                <a:gdLst/>
                <a:ahLst/>
                <a:cxnLst/>
                <a:rect l="l" t="t" r="r" b="b"/>
                <a:pathLst>
                  <a:path w="1279" h="4286" extrusionOk="0">
                    <a:moveTo>
                      <a:pt x="627" y="0"/>
                    </a:moveTo>
                    <a:cubicBezTo>
                      <a:pt x="276" y="0"/>
                      <a:pt x="0" y="276"/>
                      <a:pt x="0" y="627"/>
                    </a:cubicBezTo>
                    <a:lnTo>
                      <a:pt x="0" y="3659"/>
                    </a:lnTo>
                    <a:cubicBezTo>
                      <a:pt x="0" y="4010"/>
                      <a:pt x="276" y="4286"/>
                      <a:pt x="627" y="4286"/>
                    </a:cubicBezTo>
                    <a:lnTo>
                      <a:pt x="677" y="4286"/>
                    </a:lnTo>
                    <a:cubicBezTo>
                      <a:pt x="1003" y="4286"/>
                      <a:pt x="1278" y="4010"/>
                      <a:pt x="1278" y="3659"/>
                    </a:cubicBezTo>
                    <a:lnTo>
                      <a:pt x="1278" y="627"/>
                    </a:lnTo>
                    <a:cubicBezTo>
                      <a:pt x="1278" y="276"/>
                      <a:pt x="1003" y="0"/>
                      <a:pt x="6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51"/>
              <p:cNvSpPr/>
              <p:nvPr/>
            </p:nvSpPr>
            <p:spPr>
              <a:xfrm>
                <a:off x="4925809" y="1921990"/>
                <a:ext cx="45478" cy="152399"/>
              </a:xfrm>
              <a:custGeom>
                <a:avLst/>
                <a:gdLst/>
                <a:ahLst/>
                <a:cxnLst/>
                <a:rect l="l" t="t" r="r" b="b"/>
                <a:pathLst>
                  <a:path w="1279" h="4286" fill="none" extrusionOk="0">
                    <a:moveTo>
                      <a:pt x="677" y="4286"/>
                    </a:moveTo>
                    <a:lnTo>
                      <a:pt x="627" y="4286"/>
                    </a:lnTo>
                    <a:cubicBezTo>
                      <a:pt x="276" y="4286"/>
                      <a:pt x="0" y="4010"/>
                      <a:pt x="0" y="3659"/>
                    </a:cubicBezTo>
                    <a:lnTo>
                      <a:pt x="0" y="627"/>
                    </a:lnTo>
                    <a:cubicBezTo>
                      <a:pt x="0" y="276"/>
                      <a:pt x="276" y="0"/>
                      <a:pt x="627" y="0"/>
                    </a:cubicBezTo>
                    <a:lnTo>
                      <a:pt x="677" y="0"/>
                    </a:lnTo>
                    <a:cubicBezTo>
                      <a:pt x="1003" y="0"/>
                      <a:pt x="1278" y="276"/>
                      <a:pt x="1278" y="627"/>
                    </a:cubicBezTo>
                    <a:lnTo>
                      <a:pt x="1278" y="3659"/>
                    </a:lnTo>
                    <a:cubicBezTo>
                      <a:pt x="1278" y="4010"/>
                      <a:pt x="1003" y="4286"/>
                      <a:pt x="677" y="4286"/>
                    </a:cubicBezTo>
                    <a:close/>
                  </a:path>
                </a:pathLst>
              </a:custGeom>
              <a:noFill/>
              <a:ln w="81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51"/>
              <p:cNvSpPr/>
              <p:nvPr/>
            </p:nvSpPr>
            <p:spPr>
              <a:xfrm>
                <a:off x="4881219" y="1820363"/>
                <a:ext cx="44625" cy="253134"/>
              </a:xfrm>
              <a:custGeom>
                <a:avLst/>
                <a:gdLst/>
                <a:ahLst/>
                <a:cxnLst/>
                <a:rect l="l" t="t" r="r" b="b"/>
                <a:pathLst>
                  <a:path w="1255" h="7119" extrusionOk="0">
                    <a:moveTo>
                      <a:pt x="602" y="1"/>
                    </a:moveTo>
                    <a:cubicBezTo>
                      <a:pt x="252" y="1"/>
                      <a:pt x="1" y="277"/>
                      <a:pt x="1" y="602"/>
                    </a:cubicBezTo>
                    <a:lnTo>
                      <a:pt x="1" y="6492"/>
                    </a:lnTo>
                    <a:cubicBezTo>
                      <a:pt x="1" y="6843"/>
                      <a:pt x="252" y="7119"/>
                      <a:pt x="602" y="7119"/>
                    </a:cubicBezTo>
                    <a:lnTo>
                      <a:pt x="653" y="7119"/>
                    </a:lnTo>
                    <a:cubicBezTo>
                      <a:pt x="978" y="7119"/>
                      <a:pt x="1254" y="6843"/>
                      <a:pt x="1254" y="6492"/>
                    </a:cubicBezTo>
                    <a:lnTo>
                      <a:pt x="1254" y="602"/>
                    </a:lnTo>
                    <a:cubicBezTo>
                      <a:pt x="1254" y="277"/>
                      <a:pt x="978" y="1"/>
                      <a:pt x="6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51"/>
              <p:cNvSpPr/>
              <p:nvPr/>
            </p:nvSpPr>
            <p:spPr>
              <a:xfrm>
                <a:off x="4881219" y="1820363"/>
                <a:ext cx="44625" cy="253134"/>
              </a:xfrm>
              <a:custGeom>
                <a:avLst/>
                <a:gdLst/>
                <a:ahLst/>
                <a:cxnLst/>
                <a:rect l="l" t="t" r="r" b="b"/>
                <a:pathLst>
                  <a:path w="1255" h="7119" fill="none" extrusionOk="0">
                    <a:moveTo>
                      <a:pt x="653" y="7119"/>
                    </a:moveTo>
                    <a:lnTo>
                      <a:pt x="602" y="7119"/>
                    </a:lnTo>
                    <a:cubicBezTo>
                      <a:pt x="252" y="7119"/>
                      <a:pt x="1" y="6843"/>
                      <a:pt x="1" y="6492"/>
                    </a:cubicBezTo>
                    <a:lnTo>
                      <a:pt x="1" y="602"/>
                    </a:lnTo>
                    <a:cubicBezTo>
                      <a:pt x="1" y="277"/>
                      <a:pt x="252" y="1"/>
                      <a:pt x="602" y="1"/>
                    </a:cubicBezTo>
                    <a:lnTo>
                      <a:pt x="653" y="1"/>
                    </a:lnTo>
                    <a:cubicBezTo>
                      <a:pt x="978" y="1"/>
                      <a:pt x="1254" y="277"/>
                      <a:pt x="1254" y="602"/>
                    </a:cubicBezTo>
                    <a:lnTo>
                      <a:pt x="1254" y="6492"/>
                    </a:lnTo>
                    <a:cubicBezTo>
                      <a:pt x="1254" y="6843"/>
                      <a:pt x="978" y="7119"/>
                      <a:pt x="653" y="7119"/>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51"/>
              <p:cNvSpPr/>
              <p:nvPr/>
            </p:nvSpPr>
            <p:spPr>
              <a:xfrm>
                <a:off x="4835775" y="1852473"/>
                <a:ext cx="45478" cy="221025"/>
              </a:xfrm>
              <a:custGeom>
                <a:avLst/>
                <a:gdLst/>
                <a:ahLst/>
                <a:cxnLst/>
                <a:rect l="l" t="t" r="r" b="b"/>
                <a:pathLst>
                  <a:path w="1279" h="6216" extrusionOk="0">
                    <a:moveTo>
                      <a:pt x="602" y="0"/>
                    </a:moveTo>
                    <a:cubicBezTo>
                      <a:pt x="276" y="0"/>
                      <a:pt x="1" y="276"/>
                      <a:pt x="1" y="627"/>
                    </a:cubicBezTo>
                    <a:lnTo>
                      <a:pt x="1" y="5589"/>
                    </a:lnTo>
                    <a:cubicBezTo>
                      <a:pt x="1" y="5940"/>
                      <a:pt x="276" y="6216"/>
                      <a:pt x="602" y="6216"/>
                    </a:cubicBezTo>
                    <a:lnTo>
                      <a:pt x="652" y="6216"/>
                    </a:lnTo>
                    <a:cubicBezTo>
                      <a:pt x="1003" y="6216"/>
                      <a:pt x="1279" y="5940"/>
                      <a:pt x="1279" y="5589"/>
                    </a:cubicBezTo>
                    <a:lnTo>
                      <a:pt x="1279" y="627"/>
                    </a:lnTo>
                    <a:cubicBezTo>
                      <a:pt x="1279" y="276"/>
                      <a:pt x="1003" y="0"/>
                      <a:pt x="6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51"/>
              <p:cNvSpPr/>
              <p:nvPr/>
            </p:nvSpPr>
            <p:spPr>
              <a:xfrm>
                <a:off x="4835775" y="1852473"/>
                <a:ext cx="45478" cy="221025"/>
              </a:xfrm>
              <a:custGeom>
                <a:avLst/>
                <a:gdLst/>
                <a:ahLst/>
                <a:cxnLst/>
                <a:rect l="l" t="t" r="r" b="b"/>
                <a:pathLst>
                  <a:path w="1279" h="6216" fill="none" extrusionOk="0">
                    <a:moveTo>
                      <a:pt x="652" y="6216"/>
                    </a:moveTo>
                    <a:lnTo>
                      <a:pt x="602" y="6216"/>
                    </a:lnTo>
                    <a:cubicBezTo>
                      <a:pt x="276" y="6216"/>
                      <a:pt x="1" y="5940"/>
                      <a:pt x="1" y="5589"/>
                    </a:cubicBezTo>
                    <a:lnTo>
                      <a:pt x="1" y="627"/>
                    </a:lnTo>
                    <a:cubicBezTo>
                      <a:pt x="1" y="276"/>
                      <a:pt x="276" y="0"/>
                      <a:pt x="602" y="0"/>
                    </a:cubicBezTo>
                    <a:lnTo>
                      <a:pt x="652" y="0"/>
                    </a:lnTo>
                    <a:cubicBezTo>
                      <a:pt x="1003" y="0"/>
                      <a:pt x="1279" y="276"/>
                      <a:pt x="1279" y="627"/>
                    </a:cubicBezTo>
                    <a:lnTo>
                      <a:pt x="1279" y="5589"/>
                    </a:lnTo>
                    <a:cubicBezTo>
                      <a:pt x="1279" y="5940"/>
                      <a:pt x="1003" y="6216"/>
                      <a:pt x="652" y="6216"/>
                    </a:cubicBezTo>
                    <a:close/>
                  </a:path>
                </a:pathLst>
              </a:custGeom>
              <a:noFill/>
              <a:ln w="10025"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51"/>
              <p:cNvSpPr/>
              <p:nvPr/>
            </p:nvSpPr>
            <p:spPr>
              <a:xfrm>
                <a:off x="4790331" y="1887213"/>
                <a:ext cx="45478" cy="187175"/>
              </a:xfrm>
              <a:custGeom>
                <a:avLst/>
                <a:gdLst/>
                <a:ahLst/>
                <a:cxnLst/>
                <a:rect l="l" t="t" r="r" b="b"/>
                <a:pathLst>
                  <a:path w="1279" h="5264" extrusionOk="0">
                    <a:moveTo>
                      <a:pt x="602" y="1"/>
                    </a:moveTo>
                    <a:cubicBezTo>
                      <a:pt x="276" y="1"/>
                      <a:pt x="1" y="276"/>
                      <a:pt x="1" y="602"/>
                    </a:cubicBezTo>
                    <a:lnTo>
                      <a:pt x="1" y="4637"/>
                    </a:lnTo>
                    <a:cubicBezTo>
                      <a:pt x="1" y="4988"/>
                      <a:pt x="276" y="5264"/>
                      <a:pt x="602" y="5264"/>
                    </a:cubicBezTo>
                    <a:lnTo>
                      <a:pt x="652" y="5264"/>
                    </a:lnTo>
                    <a:cubicBezTo>
                      <a:pt x="1003" y="5264"/>
                      <a:pt x="1279" y="4988"/>
                      <a:pt x="1279" y="4637"/>
                    </a:cubicBezTo>
                    <a:lnTo>
                      <a:pt x="1279" y="602"/>
                    </a:lnTo>
                    <a:cubicBezTo>
                      <a:pt x="1279" y="276"/>
                      <a:pt x="1003" y="1"/>
                      <a:pt x="6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51"/>
              <p:cNvSpPr/>
              <p:nvPr/>
            </p:nvSpPr>
            <p:spPr>
              <a:xfrm>
                <a:off x="4790331" y="1887213"/>
                <a:ext cx="45478" cy="187175"/>
              </a:xfrm>
              <a:custGeom>
                <a:avLst/>
                <a:gdLst/>
                <a:ahLst/>
                <a:cxnLst/>
                <a:rect l="l" t="t" r="r" b="b"/>
                <a:pathLst>
                  <a:path w="1279" h="5264" fill="none" extrusionOk="0">
                    <a:moveTo>
                      <a:pt x="652" y="5264"/>
                    </a:moveTo>
                    <a:lnTo>
                      <a:pt x="602" y="5264"/>
                    </a:lnTo>
                    <a:cubicBezTo>
                      <a:pt x="276" y="5264"/>
                      <a:pt x="1" y="4988"/>
                      <a:pt x="1" y="4637"/>
                    </a:cubicBezTo>
                    <a:lnTo>
                      <a:pt x="1" y="602"/>
                    </a:lnTo>
                    <a:cubicBezTo>
                      <a:pt x="1" y="276"/>
                      <a:pt x="276" y="1"/>
                      <a:pt x="602" y="1"/>
                    </a:cubicBezTo>
                    <a:lnTo>
                      <a:pt x="652" y="1"/>
                    </a:lnTo>
                    <a:cubicBezTo>
                      <a:pt x="1003" y="1"/>
                      <a:pt x="1279" y="276"/>
                      <a:pt x="1279" y="602"/>
                    </a:cubicBezTo>
                    <a:lnTo>
                      <a:pt x="1279" y="4637"/>
                    </a:lnTo>
                    <a:cubicBezTo>
                      <a:pt x="1279" y="4988"/>
                      <a:pt x="1003" y="5264"/>
                      <a:pt x="652" y="5264"/>
                    </a:cubicBezTo>
                    <a:close/>
                  </a:path>
                </a:pathLst>
              </a:custGeom>
              <a:noFill/>
              <a:ln w="940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51"/>
              <p:cNvSpPr/>
              <p:nvPr/>
            </p:nvSpPr>
            <p:spPr>
              <a:xfrm>
                <a:off x="4792109" y="1987027"/>
                <a:ext cx="41922" cy="11378"/>
              </a:xfrm>
              <a:custGeom>
                <a:avLst/>
                <a:gdLst/>
                <a:ahLst/>
                <a:cxnLst/>
                <a:rect l="l" t="t" r="r" b="b"/>
                <a:pathLst>
                  <a:path w="1179" h="320" extrusionOk="0">
                    <a:moveTo>
                      <a:pt x="1179" y="1"/>
                    </a:moveTo>
                    <a:lnTo>
                      <a:pt x="1" y="26"/>
                    </a:lnTo>
                    <a:cubicBezTo>
                      <a:pt x="1" y="26"/>
                      <a:pt x="240" y="319"/>
                      <a:pt x="582" y="319"/>
                    </a:cubicBezTo>
                    <a:cubicBezTo>
                      <a:pt x="760" y="319"/>
                      <a:pt x="965" y="240"/>
                      <a:pt x="11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51"/>
              <p:cNvSpPr/>
              <p:nvPr/>
            </p:nvSpPr>
            <p:spPr>
              <a:xfrm>
                <a:off x="4792109" y="1987027"/>
                <a:ext cx="41922" cy="24997"/>
              </a:xfrm>
              <a:custGeom>
                <a:avLst/>
                <a:gdLst/>
                <a:ahLst/>
                <a:cxnLst/>
                <a:rect l="l" t="t" r="r" b="b"/>
                <a:pathLst>
                  <a:path w="1179" h="703" fill="none" extrusionOk="0">
                    <a:moveTo>
                      <a:pt x="1" y="26"/>
                    </a:moveTo>
                    <a:cubicBezTo>
                      <a:pt x="1" y="26"/>
                      <a:pt x="552" y="702"/>
                      <a:pt x="1179" y="1"/>
                    </a:cubicBezTo>
                  </a:path>
                </a:pathLst>
              </a:custGeom>
              <a:noFill/>
              <a:ln w="940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51"/>
              <p:cNvSpPr/>
              <p:nvPr/>
            </p:nvSpPr>
            <p:spPr>
              <a:xfrm>
                <a:off x="4792109" y="1930880"/>
                <a:ext cx="41922" cy="12018"/>
              </a:xfrm>
              <a:custGeom>
                <a:avLst/>
                <a:gdLst/>
                <a:ahLst/>
                <a:cxnLst/>
                <a:rect l="l" t="t" r="r" b="b"/>
                <a:pathLst>
                  <a:path w="1179" h="338" extrusionOk="0">
                    <a:moveTo>
                      <a:pt x="1179" y="1"/>
                    </a:moveTo>
                    <a:lnTo>
                      <a:pt x="1" y="51"/>
                    </a:lnTo>
                    <a:cubicBezTo>
                      <a:pt x="1" y="51"/>
                      <a:pt x="234" y="337"/>
                      <a:pt x="570" y="337"/>
                    </a:cubicBezTo>
                    <a:cubicBezTo>
                      <a:pt x="750" y="337"/>
                      <a:pt x="960" y="255"/>
                      <a:pt x="11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51"/>
              <p:cNvSpPr/>
              <p:nvPr/>
            </p:nvSpPr>
            <p:spPr>
              <a:xfrm>
                <a:off x="4792109" y="1930880"/>
                <a:ext cx="41922" cy="25886"/>
              </a:xfrm>
              <a:custGeom>
                <a:avLst/>
                <a:gdLst/>
                <a:ahLst/>
                <a:cxnLst/>
                <a:rect l="l" t="t" r="r" b="b"/>
                <a:pathLst>
                  <a:path w="1179" h="728" fill="none" extrusionOk="0">
                    <a:moveTo>
                      <a:pt x="1" y="51"/>
                    </a:moveTo>
                    <a:cubicBezTo>
                      <a:pt x="1" y="51"/>
                      <a:pt x="552" y="728"/>
                      <a:pt x="1179" y="1"/>
                    </a:cubicBezTo>
                  </a:path>
                </a:pathLst>
              </a:custGeom>
              <a:noFill/>
              <a:ln w="940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51"/>
              <p:cNvSpPr/>
              <p:nvPr/>
            </p:nvSpPr>
            <p:spPr>
              <a:xfrm>
                <a:off x="4837553" y="1990583"/>
                <a:ext cx="42811" cy="12018"/>
              </a:xfrm>
              <a:custGeom>
                <a:avLst/>
                <a:gdLst/>
                <a:ahLst/>
                <a:cxnLst/>
                <a:rect l="l" t="t" r="r" b="b"/>
                <a:pathLst>
                  <a:path w="1204" h="338" extrusionOk="0">
                    <a:moveTo>
                      <a:pt x="1204" y="1"/>
                    </a:moveTo>
                    <a:lnTo>
                      <a:pt x="1" y="51"/>
                    </a:lnTo>
                    <a:cubicBezTo>
                      <a:pt x="1" y="51"/>
                      <a:pt x="234" y="337"/>
                      <a:pt x="577" y="337"/>
                    </a:cubicBezTo>
                    <a:cubicBezTo>
                      <a:pt x="761" y="337"/>
                      <a:pt x="976" y="255"/>
                      <a:pt x="12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51"/>
              <p:cNvSpPr/>
              <p:nvPr/>
            </p:nvSpPr>
            <p:spPr>
              <a:xfrm>
                <a:off x="4837553" y="1990583"/>
                <a:ext cx="42811" cy="25886"/>
              </a:xfrm>
              <a:custGeom>
                <a:avLst/>
                <a:gdLst/>
                <a:ahLst/>
                <a:cxnLst/>
                <a:rect l="l" t="t" r="r" b="b"/>
                <a:pathLst>
                  <a:path w="1204" h="728" fill="none" extrusionOk="0">
                    <a:moveTo>
                      <a:pt x="1" y="51"/>
                    </a:moveTo>
                    <a:cubicBezTo>
                      <a:pt x="1" y="51"/>
                      <a:pt x="552" y="728"/>
                      <a:pt x="1204" y="1"/>
                    </a:cubicBezTo>
                  </a:path>
                </a:pathLst>
              </a:custGeom>
              <a:noFill/>
              <a:ln w="940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51"/>
              <p:cNvSpPr/>
              <p:nvPr/>
            </p:nvSpPr>
            <p:spPr>
              <a:xfrm>
                <a:off x="4836664" y="1906806"/>
                <a:ext cx="41922" cy="12018"/>
              </a:xfrm>
              <a:custGeom>
                <a:avLst/>
                <a:gdLst/>
                <a:ahLst/>
                <a:cxnLst/>
                <a:rect l="l" t="t" r="r" b="b"/>
                <a:pathLst>
                  <a:path w="1179" h="338" extrusionOk="0">
                    <a:moveTo>
                      <a:pt x="1179" y="1"/>
                    </a:moveTo>
                    <a:lnTo>
                      <a:pt x="1" y="51"/>
                    </a:lnTo>
                    <a:cubicBezTo>
                      <a:pt x="1" y="51"/>
                      <a:pt x="234" y="338"/>
                      <a:pt x="570" y="338"/>
                    </a:cubicBezTo>
                    <a:cubicBezTo>
                      <a:pt x="750" y="338"/>
                      <a:pt x="960" y="255"/>
                      <a:pt x="11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51"/>
              <p:cNvSpPr/>
              <p:nvPr/>
            </p:nvSpPr>
            <p:spPr>
              <a:xfrm>
                <a:off x="4836664" y="1906806"/>
                <a:ext cx="41922" cy="25886"/>
              </a:xfrm>
              <a:custGeom>
                <a:avLst/>
                <a:gdLst/>
                <a:ahLst/>
                <a:cxnLst/>
                <a:rect l="l" t="t" r="r" b="b"/>
                <a:pathLst>
                  <a:path w="1179" h="728" fill="none" extrusionOk="0">
                    <a:moveTo>
                      <a:pt x="1" y="51"/>
                    </a:moveTo>
                    <a:cubicBezTo>
                      <a:pt x="1" y="51"/>
                      <a:pt x="552" y="728"/>
                      <a:pt x="1179" y="1"/>
                    </a:cubicBezTo>
                  </a:path>
                </a:pathLst>
              </a:custGeom>
              <a:noFill/>
              <a:ln w="940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51"/>
              <p:cNvSpPr/>
              <p:nvPr/>
            </p:nvSpPr>
            <p:spPr>
              <a:xfrm>
                <a:off x="4883032" y="1987027"/>
                <a:ext cx="41922" cy="11378"/>
              </a:xfrm>
              <a:custGeom>
                <a:avLst/>
                <a:gdLst/>
                <a:ahLst/>
                <a:cxnLst/>
                <a:rect l="l" t="t" r="r" b="b"/>
                <a:pathLst>
                  <a:path w="1179" h="320" extrusionOk="0">
                    <a:moveTo>
                      <a:pt x="1178" y="1"/>
                    </a:moveTo>
                    <a:lnTo>
                      <a:pt x="0" y="26"/>
                    </a:lnTo>
                    <a:cubicBezTo>
                      <a:pt x="0" y="26"/>
                      <a:pt x="239" y="319"/>
                      <a:pt x="581" y="319"/>
                    </a:cubicBezTo>
                    <a:cubicBezTo>
                      <a:pt x="759" y="319"/>
                      <a:pt x="964" y="240"/>
                      <a:pt x="1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51"/>
              <p:cNvSpPr/>
              <p:nvPr/>
            </p:nvSpPr>
            <p:spPr>
              <a:xfrm>
                <a:off x="4883032" y="1987027"/>
                <a:ext cx="41922" cy="24997"/>
              </a:xfrm>
              <a:custGeom>
                <a:avLst/>
                <a:gdLst/>
                <a:ahLst/>
                <a:cxnLst/>
                <a:rect l="l" t="t" r="r" b="b"/>
                <a:pathLst>
                  <a:path w="1179" h="703" fill="none" extrusionOk="0">
                    <a:moveTo>
                      <a:pt x="0" y="26"/>
                    </a:moveTo>
                    <a:cubicBezTo>
                      <a:pt x="0" y="26"/>
                      <a:pt x="551" y="702"/>
                      <a:pt x="1178" y="1"/>
                    </a:cubicBezTo>
                  </a:path>
                </a:pathLst>
              </a:custGeom>
              <a:noFill/>
              <a:ln w="940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51"/>
              <p:cNvSpPr/>
              <p:nvPr/>
            </p:nvSpPr>
            <p:spPr>
              <a:xfrm>
                <a:off x="4929365" y="1987027"/>
                <a:ext cx="41033" cy="11378"/>
              </a:xfrm>
              <a:custGeom>
                <a:avLst/>
                <a:gdLst/>
                <a:ahLst/>
                <a:cxnLst/>
                <a:rect l="l" t="t" r="r" b="b"/>
                <a:pathLst>
                  <a:path w="1154" h="320" extrusionOk="0">
                    <a:moveTo>
                      <a:pt x="1153" y="1"/>
                    </a:moveTo>
                    <a:lnTo>
                      <a:pt x="0" y="26"/>
                    </a:lnTo>
                    <a:cubicBezTo>
                      <a:pt x="0" y="26"/>
                      <a:pt x="229" y="319"/>
                      <a:pt x="563" y="319"/>
                    </a:cubicBezTo>
                    <a:cubicBezTo>
                      <a:pt x="737" y="319"/>
                      <a:pt x="939" y="240"/>
                      <a:pt x="11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51"/>
              <p:cNvSpPr/>
              <p:nvPr/>
            </p:nvSpPr>
            <p:spPr>
              <a:xfrm>
                <a:off x="4929365" y="1987027"/>
                <a:ext cx="41033" cy="24997"/>
              </a:xfrm>
              <a:custGeom>
                <a:avLst/>
                <a:gdLst/>
                <a:ahLst/>
                <a:cxnLst/>
                <a:rect l="l" t="t" r="r" b="b"/>
                <a:pathLst>
                  <a:path w="1154" h="703" fill="none" extrusionOk="0">
                    <a:moveTo>
                      <a:pt x="0" y="26"/>
                    </a:moveTo>
                    <a:cubicBezTo>
                      <a:pt x="0" y="26"/>
                      <a:pt x="527" y="702"/>
                      <a:pt x="1153" y="1"/>
                    </a:cubicBezTo>
                  </a:path>
                </a:pathLst>
              </a:custGeom>
              <a:noFill/>
              <a:ln w="8775"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51"/>
              <p:cNvSpPr/>
              <p:nvPr/>
            </p:nvSpPr>
            <p:spPr>
              <a:xfrm>
                <a:off x="4881219" y="1868510"/>
                <a:ext cx="42811" cy="11343"/>
              </a:xfrm>
              <a:custGeom>
                <a:avLst/>
                <a:gdLst/>
                <a:ahLst/>
                <a:cxnLst/>
                <a:rect l="l" t="t" r="r" b="b"/>
                <a:pathLst>
                  <a:path w="1204" h="319" extrusionOk="0">
                    <a:moveTo>
                      <a:pt x="1204" y="0"/>
                    </a:moveTo>
                    <a:lnTo>
                      <a:pt x="1" y="25"/>
                    </a:lnTo>
                    <a:cubicBezTo>
                      <a:pt x="1" y="25"/>
                      <a:pt x="240" y="319"/>
                      <a:pt x="589" y="319"/>
                    </a:cubicBezTo>
                    <a:cubicBezTo>
                      <a:pt x="771" y="319"/>
                      <a:pt x="981" y="240"/>
                      <a:pt x="12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51"/>
              <p:cNvSpPr/>
              <p:nvPr/>
            </p:nvSpPr>
            <p:spPr>
              <a:xfrm>
                <a:off x="4881219" y="1868510"/>
                <a:ext cx="42811" cy="24997"/>
              </a:xfrm>
              <a:custGeom>
                <a:avLst/>
                <a:gdLst/>
                <a:ahLst/>
                <a:cxnLst/>
                <a:rect l="l" t="t" r="r" b="b"/>
                <a:pathLst>
                  <a:path w="1204" h="703" fill="none" extrusionOk="0">
                    <a:moveTo>
                      <a:pt x="1" y="25"/>
                    </a:moveTo>
                    <a:cubicBezTo>
                      <a:pt x="1" y="25"/>
                      <a:pt x="552" y="702"/>
                      <a:pt x="1204" y="0"/>
                    </a:cubicBezTo>
                  </a:path>
                </a:pathLst>
              </a:custGeom>
              <a:noFill/>
              <a:ln w="940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51"/>
              <p:cNvSpPr/>
              <p:nvPr/>
            </p:nvSpPr>
            <p:spPr>
              <a:xfrm>
                <a:off x="4726183" y="2021803"/>
                <a:ext cx="31219" cy="33886"/>
              </a:xfrm>
              <a:custGeom>
                <a:avLst/>
                <a:gdLst/>
                <a:ahLst/>
                <a:cxnLst/>
                <a:rect l="l" t="t" r="r" b="b"/>
                <a:pathLst>
                  <a:path w="878" h="953" fill="none" extrusionOk="0">
                    <a:moveTo>
                      <a:pt x="0" y="952"/>
                    </a:moveTo>
                    <a:cubicBezTo>
                      <a:pt x="0" y="952"/>
                      <a:pt x="877" y="927"/>
                      <a:pt x="677" y="0"/>
                    </a:cubicBezTo>
                  </a:path>
                </a:pathLst>
              </a:custGeom>
              <a:noFill/>
              <a:ln w="9400" cap="rnd" cmpd="sng">
                <a:solidFill>
                  <a:srgbClr val="6060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4" name="Google Shape;2924;p51"/>
            <p:cNvSpPr/>
            <p:nvPr/>
          </p:nvSpPr>
          <p:spPr>
            <a:xfrm>
              <a:off x="6019311" y="1706291"/>
              <a:ext cx="146177" cy="772700"/>
            </a:xfrm>
            <a:custGeom>
              <a:avLst/>
              <a:gdLst/>
              <a:ahLst/>
              <a:cxnLst/>
              <a:rect l="l" t="t" r="r" b="b"/>
              <a:pathLst>
                <a:path w="4111" h="21731" fill="none" extrusionOk="0">
                  <a:moveTo>
                    <a:pt x="0" y="21730"/>
                  </a:moveTo>
                  <a:lnTo>
                    <a:pt x="0" y="14562"/>
                  </a:lnTo>
                  <a:lnTo>
                    <a:pt x="4110" y="10427"/>
                  </a:lnTo>
                  <a:lnTo>
                    <a:pt x="4110" y="1"/>
                  </a:lnTo>
                </a:path>
              </a:pathLst>
            </a:custGeom>
            <a:noFill/>
            <a:ln w="10650" cap="rnd" cmpd="sng">
              <a:solidFill>
                <a:schemeClr val="accent6"/>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51"/>
            <p:cNvSpPr/>
            <p:nvPr/>
          </p:nvSpPr>
          <p:spPr>
            <a:xfrm>
              <a:off x="6132495" y="1680475"/>
              <a:ext cx="66848" cy="67737"/>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51"/>
            <p:cNvSpPr/>
            <p:nvPr/>
          </p:nvSpPr>
          <p:spPr>
            <a:xfrm>
              <a:off x="4702998" y="3012789"/>
              <a:ext cx="843068" cy="90067"/>
            </a:xfrm>
            <a:custGeom>
              <a:avLst/>
              <a:gdLst/>
              <a:ahLst/>
              <a:cxnLst/>
              <a:rect l="l" t="t" r="r" b="b"/>
              <a:pathLst>
                <a:path w="23710" h="2533" fill="none" extrusionOk="0">
                  <a:moveTo>
                    <a:pt x="23710" y="1"/>
                  </a:moveTo>
                  <a:lnTo>
                    <a:pt x="18371" y="2532"/>
                  </a:lnTo>
                  <a:lnTo>
                    <a:pt x="0" y="2532"/>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51"/>
            <p:cNvSpPr/>
            <p:nvPr/>
          </p:nvSpPr>
          <p:spPr>
            <a:xfrm>
              <a:off x="4789442" y="2991419"/>
              <a:ext cx="566822" cy="36"/>
            </a:xfrm>
            <a:custGeom>
              <a:avLst/>
              <a:gdLst/>
              <a:ahLst/>
              <a:cxnLst/>
              <a:rect l="l" t="t" r="r" b="b"/>
              <a:pathLst>
                <a:path w="15941" h="1" fill="none" extrusionOk="0">
                  <a:moveTo>
                    <a:pt x="0" y="0"/>
                  </a:moveTo>
                  <a:lnTo>
                    <a:pt x="15940" y="0"/>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51"/>
            <p:cNvSpPr/>
            <p:nvPr/>
          </p:nvSpPr>
          <p:spPr>
            <a:xfrm>
              <a:off x="5307212" y="2957567"/>
              <a:ext cx="67773" cy="67737"/>
            </a:xfrm>
            <a:custGeom>
              <a:avLst/>
              <a:gdLst/>
              <a:ahLst/>
              <a:cxnLst/>
              <a:rect l="l" t="t" r="r" b="b"/>
              <a:pathLst>
                <a:path w="1906" h="1905" extrusionOk="0">
                  <a:moveTo>
                    <a:pt x="953" y="0"/>
                  </a:moveTo>
                  <a:cubicBezTo>
                    <a:pt x="427" y="0"/>
                    <a:pt x="1" y="426"/>
                    <a:pt x="1" y="952"/>
                  </a:cubicBezTo>
                  <a:cubicBezTo>
                    <a:pt x="1" y="1479"/>
                    <a:pt x="427" y="1905"/>
                    <a:pt x="953" y="1905"/>
                  </a:cubicBezTo>
                  <a:cubicBezTo>
                    <a:pt x="1480" y="1905"/>
                    <a:pt x="1906" y="1479"/>
                    <a:pt x="1906" y="952"/>
                  </a:cubicBezTo>
                  <a:cubicBezTo>
                    <a:pt x="1906" y="426"/>
                    <a:pt x="1480" y="0"/>
                    <a:pt x="9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51"/>
            <p:cNvSpPr/>
            <p:nvPr/>
          </p:nvSpPr>
          <p:spPr>
            <a:xfrm>
              <a:off x="5307212" y="2957567"/>
              <a:ext cx="67773" cy="67737"/>
            </a:xfrm>
            <a:custGeom>
              <a:avLst/>
              <a:gdLst/>
              <a:ahLst/>
              <a:cxnLst/>
              <a:rect l="l" t="t" r="r" b="b"/>
              <a:pathLst>
                <a:path w="1906" h="1905" fill="none" extrusionOk="0">
                  <a:moveTo>
                    <a:pt x="1906" y="952"/>
                  </a:moveTo>
                  <a:cubicBezTo>
                    <a:pt x="1906" y="1479"/>
                    <a:pt x="1480" y="1905"/>
                    <a:pt x="953" y="1905"/>
                  </a:cubicBezTo>
                  <a:cubicBezTo>
                    <a:pt x="427" y="1905"/>
                    <a:pt x="1" y="1479"/>
                    <a:pt x="1" y="952"/>
                  </a:cubicBezTo>
                  <a:cubicBezTo>
                    <a:pt x="1" y="426"/>
                    <a:pt x="427" y="0"/>
                    <a:pt x="953" y="0"/>
                  </a:cubicBezTo>
                  <a:cubicBezTo>
                    <a:pt x="1480" y="0"/>
                    <a:pt x="1906" y="426"/>
                    <a:pt x="1906" y="952"/>
                  </a:cubicBezTo>
                  <a:close/>
                </a:path>
              </a:pathLst>
            </a:custGeom>
            <a:noFill/>
            <a:ln w="10650" cap="flat"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51"/>
            <p:cNvSpPr/>
            <p:nvPr/>
          </p:nvSpPr>
          <p:spPr>
            <a:xfrm>
              <a:off x="4625445" y="2876457"/>
              <a:ext cx="906361" cy="52625"/>
            </a:xfrm>
            <a:custGeom>
              <a:avLst/>
              <a:gdLst/>
              <a:ahLst/>
              <a:cxnLst/>
              <a:rect l="l" t="t" r="r" b="b"/>
              <a:pathLst>
                <a:path w="25490" h="1480" fill="none" extrusionOk="0">
                  <a:moveTo>
                    <a:pt x="1" y="1479"/>
                  </a:moveTo>
                  <a:lnTo>
                    <a:pt x="13710" y="1479"/>
                  </a:lnTo>
                  <a:lnTo>
                    <a:pt x="15164" y="0"/>
                  </a:lnTo>
                  <a:lnTo>
                    <a:pt x="25490" y="0"/>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51"/>
            <p:cNvSpPr/>
            <p:nvPr/>
          </p:nvSpPr>
          <p:spPr>
            <a:xfrm>
              <a:off x="4587148" y="2895161"/>
              <a:ext cx="67737" cy="67773"/>
            </a:xfrm>
            <a:custGeom>
              <a:avLst/>
              <a:gdLst/>
              <a:ahLst/>
              <a:cxnLst/>
              <a:rect l="l" t="t" r="r" b="b"/>
              <a:pathLst>
                <a:path w="1905" h="1906" extrusionOk="0">
                  <a:moveTo>
                    <a:pt x="953" y="1"/>
                  </a:moveTo>
                  <a:cubicBezTo>
                    <a:pt x="426" y="1"/>
                    <a:pt x="0" y="427"/>
                    <a:pt x="0" y="953"/>
                  </a:cubicBezTo>
                  <a:cubicBezTo>
                    <a:pt x="0" y="1479"/>
                    <a:pt x="426" y="1905"/>
                    <a:pt x="953" y="1905"/>
                  </a:cubicBezTo>
                  <a:cubicBezTo>
                    <a:pt x="1479" y="1905"/>
                    <a:pt x="1905" y="1479"/>
                    <a:pt x="1905" y="953"/>
                  </a:cubicBezTo>
                  <a:cubicBezTo>
                    <a:pt x="1905" y="427"/>
                    <a:pt x="1479" y="1"/>
                    <a:pt x="953" y="1"/>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51"/>
            <p:cNvSpPr/>
            <p:nvPr/>
          </p:nvSpPr>
          <p:spPr>
            <a:xfrm>
              <a:off x="4669146" y="3068937"/>
              <a:ext cx="66848" cy="67773"/>
            </a:xfrm>
            <a:custGeom>
              <a:avLst/>
              <a:gdLst/>
              <a:ahLst/>
              <a:cxnLst/>
              <a:rect l="l" t="t" r="r" b="b"/>
              <a:pathLst>
                <a:path w="1880" h="1906" extrusionOk="0">
                  <a:moveTo>
                    <a:pt x="952" y="1"/>
                  </a:moveTo>
                  <a:cubicBezTo>
                    <a:pt x="426" y="1"/>
                    <a:pt x="0" y="427"/>
                    <a:pt x="0" y="953"/>
                  </a:cubicBezTo>
                  <a:cubicBezTo>
                    <a:pt x="0" y="1480"/>
                    <a:pt x="426" y="1906"/>
                    <a:pt x="952" y="1906"/>
                  </a:cubicBezTo>
                  <a:cubicBezTo>
                    <a:pt x="1454" y="1906"/>
                    <a:pt x="1880" y="1480"/>
                    <a:pt x="1880" y="953"/>
                  </a:cubicBezTo>
                  <a:cubicBezTo>
                    <a:pt x="1880" y="427"/>
                    <a:pt x="1454" y="1"/>
                    <a:pt x="952" y="1"/>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51"/>
            <p:cNvSpPr/>
            <p:nvPr/>
          </p:nvSpPr>
          <p:spPr>
            <a:xfrm>
              <a:off x="4755590" y="2957567"/>
              <a:ext cx="67737" cy="67737"/>
            </a:xfrm>
            <a:custGeom>
              <a:avLst/>
              <a:gdLst/>
              <a:ahLst/>
              <a:cxnLst/>
              <a:rect l="l" t="t" r="r" b="b"/>
              <a:pathLst>
                <a:path w="1905" h="1905" extrusionOk="0">
                  <a:moveTo>
                    <a:pt x="952" y="0"/>
                  </a:moveTo>
                  <a:cubicBezTo>
                    <a:pt x="426" y="0"/>
                    <a:pt x="0" y="426"/>
                    <a:pt x="0" y="952"/>
                  </a:cubicBezTo>
                  <a:cubicBezTo>
                    <a:pt x="0" y="1479"/>
                    <a:pt x="426" y="1905"/>
                    <a:pt x="952" y="1905"/>
                  </a:cubicBezTo>
                  <a:cubicBezTo>
                    <a:pt x="1479" y="1905"/>
                    <a:pt x="1905" y="1479"/>
                    <a:pt x="1905" y="952"/>
                  </a:cubicBezTo>
                  <a:cubicBezTo>
                    <a:pt x="1905" y="426"/>
                    <a:pt x="1479" y="0"/>
                    <a:pt x="9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51"/>
            <p:cNvSpPr/>
            <p:nvPr/>
          </p:nvSpPr>
          <p:spPr>
            <a:xfrm>
              <a:off x="4755590" y="2957567"/>
              <a:ext cx="67737" cy="67737"/>
            </a:xfrm>
            <a:custGeom>
              <a:avLst/>
              <a:gdLst/>
              <a:ahLst/>
              <a:cxnLst/>
              <a:rect l="l" t="t" r="r" b="b"/>
              <a:pathLst>
                <a:path w="1905" h="1905" fill="none" extrusionOk="0">
                  <a:moveTo>
                    <a:pt x="1905" y="952"/>
                  </a:moveTo>
                  <a:cubicBezTo>
                    <a:pt x="1905" y="1479"/>
                    <a:pt x="1479" y="1905"/>
                    <a:pt x="952" y="1905"/>
                  </a:cubicBezTo>
                  <a:cubicBezTo>
                    <a:pt x="426" y="1905"/>
                    <a:pt x="0" y="1479"/>
                    <a:pt x="0" y="952"/>
                  </a:cubicBezTo>
                  <a:cubicBezTo>
                    <a:pt x="0" y="426"/>
                    <a:pt x="426" y="0"/>
                    <a:pt x="952" y="0"/>
                  </a:cubicBezTo>
                  <a:cubicBezTo>
                    <a:pt x="1479" y="0"/>
                    <a:pt x="1905" y="426"/>
                    <a:pt x="1905" y="952"/>
                  </a:cubicBezTo>
                  <a:close/>
                </a:path>
              </a:pathLst>
            </a:custGeom>
            <a:noFill/>
            <a:ln w="10650" cap="flat" cmpd="sng">
              <a:solidFill>
                <a:schemeClr val="accent4"/>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51"/>
            <p:cNvSpPr/>
            <p:nvPr/>
          </p:nvSpPr>
          <p:spPr>
            <a:xfrm>
              <a:off x="6410529" y="2126061"/>
              <a:ext cx="281651" cy="280762"/>
            </a:xfrm>
            <a:custGeom>
              <a:avLst/>
              <a:gdLst/>
              <a:ahLst/>
              <a:cxnLst/>
              <a:rect l="l" t="t" r="r" b="b"/>
              <a:pathLst>
                <a:path w="7921" h="7896" extrusionOk="0">
                  <a:moveTo>
                    <a:pt x="3660" y="0"/>
                  </a:moveTo>
                  <a:lnTo>
                    <a:pt x="3359" y="677"/>
                  </a:lnTo>
                  <a:cubicBezTo>
                    <a:pt x="3058" y="727"/>
                    <a:pt x="2758" y="828"/>
                    <a:pt x="2482" y="978"/>
                  </a:cubicBezTo>
                  <a:lnTo>
                    <a:pt x="1855" y="602"/>
                  </a:lnTo>
                  <a:cubicBezTo>
                    <a:pt x="1504" y="828"/>
                    <a:pt x="1229" y="1078"/>
                    <a:pt x="953" y="1379"/>
                  </a:cubicBezTo>
                  <a:lnTo>
                    <a:pt x="1229" y="2056"/>
                  </a:lnTo>
                  <a:cubicBezTo>
                    <a:pt x="1053" y="2306"/>
                    <a:pt x="903" y="2582"/>
                    <a:pt x="803" y="2883"/>
                  </a:cubicBezTo>
                  <a:lnTo>
                    <a:pt x="101" y="3083"/>
                  </a:lnTo>
                  <a:cubicBezTo>
                    <a:pt x="51" y="3359"/>
                    <a:pt x="1" y="3660"/>
                    <a:pt x="1" y="3960"/>
                  </a:cubicBezTo>
                  <a:cubicBezTo>
                    <a:pt x="1" y="4061"/>
                    <a:pt x="26" y="4161"/>
                    <a:pt x="26" y="4261"/>
                  </a:cubicBezTo>
                  <a:lnTo>
                    <a:pt x="702" y="4537"/>
                  </a:lnTo>
                  <a:cubicBezTo>
                    <a:pt x="753" y="4863"/>
                    <a:pt x="853" y="5163"/>
                    <a:pt x="978" y="5414"/>
                  </a:cubicBezTo>
                  <a:lnTo>
                    <a:pt x="627" y="6066"/>
                  </a:lnTo>
                  <a:cubicBezTo>
                    <a:pt x="828" y="6391"/>
                    <a:pt x="1103" y="6692"/>
                    <a:pt x="1379" y="6943"/>
                  </a:cubicBezTo>
                  <a:lnTo>
                    <a:pt x="2081" y="6692"/>
                  </a:lnTo>
                  <a:cubicBezTo>
                    <a:pt x="2332" y="6868"/>
                    <a:pt x="2607" y="6993"/>
                    <a:pt x="2908" y="7093"/>
                  </a:cubicBezTo>
                  <a:lnTo>
                    <a:pt x="3083" y="7820"/>
                  </a:lnTo>
                  <a:cubicBezTo>
                    <a:pt x="3384" y="7870"/>
                    <a:pt x="3660" y="7895"/>
                    <a:pt x="3961" y="7895"/>
                  </a:cubicBezTo>
                  <a:lnTo>
                    <a:pt x="4261" y="7895"/>
                  </a:lnTo>
                  <a:lnTo>
                    <a:pt x="4562" y="7219"/>
                  </a:lnTo>
                  <a:cubicBezTo>
                    <a:pt x="4863" y="7168"/>
                    <a:pt x="5164" y="7068"/>
                    <a:pt x="5439" y="6918"/>
                  </a:cubicBezTo>
                  <a:lnTo>
                    <a:pt x="6066" y="7294"/>
                  </a:lnTo>
                  <a:cubicBezTo>
                    <a:pt x="6417" y="7068"/>
                    <a:pt x="6718" y="6818"/>
                    <a:pt x="6968" y="6517"/>
                  </a:cubicBezTo>
                  <a:lnTo>
                    <a:pt x="6692" y="5840"/>
                  </a:lnTo>
                  <a:cubicBezTo>
                    <a:pt x="6868" y="5589"/>
                    <a:pt x="7018" y="5314"/>
                    <a:pt x="7119" y="5013"/>
                  </a:cubicBezTo>
                  <a:lnTo>
                    <a:pt x="7820" y="4812"/>
                  </a:lnTo>
                  <a:cubicBezTo>
                    <a:pt x="7895" y="4537"/>
                    <a:pt x="7921" y="4236"/>
                    <a:pt x="7921" y="3960"/>
                  </a:cubicBezTo>
                  <a:cubicBezTo>
                    <a:pt x="7921" y="3835"/>
                    <a:pt x="7921" y="3735"/>
                    <a:pt x="7895" y="3635"/>
                  </a:cubicBezTo>
                  <a:lnTo>
                    <a:pt x="7244" y="3359"/>
                  </a:lnTo>
                  <a:cubicBezTo>
                    <a:pt x="7169" y="3033"/>
                    <a:pt x="7068" y="2757"/>
                    <a:pt x="6943" y="2482"/>
                  </a:cubicBezTo>
                  <a:lnTo>
                    <a:pt x="7294" y="1830"/>
                  </a:lnTo>
                  <a:cubicBezTo>
                    <a:pt x="7093" y="1504"/>
                    <a:pt x="6843" y="1203"/>
                    <a:pt x="6542" y="953"/>
                  </a:cubicBezTo>
                  <a:lnTo>
                    <a:pt x="5840" y="1203"/>
                  </a:lnTo>
                  <a:cubicBezTo>
                    <a:pt x="5590" y="1028"/>
                    <a:pt x="5314" y="903"/>
                    <a:pt x="5013" y="802"/>
                  </a:cubicBezTo>
                  <a:lnTo>
                    <a:pt x="4838" y="101"/>
                  </a:lnTo>
                  <a:cubicBezTo>
                    <a:pt x="4562" y="25"/>
                    <a:pt x="4261" y="0"/>
                    <a:pt x="39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51"/>
            <p:cNvSpPr/>
            <p:nvPr/>
          </p:nvSpPr>
          <p:spPr>
            <a:xfrm>
              <a:off x="6410529" y="2126061"/>
              <a:ext cx="281651" cy="280762"/>
            </a:xfrm>
            <a:custGeom>
              <a:avLst/>
              <a:gdLst/>
              <a:ahLst/>
              <a:cxnLst/>
              <a:rect l="l" t="t" r="r" b="b"/>
              <a:pathLst>
                <a:path w="7921" h="7896" fill="none" extrusionOk="0">
                  <a:moveTo>
                    <a:pt x="7921" y="3960"/>
                  </a:moveTo>
                  <a:cubicBezTo>
                    <a:pt x="7921" y="4236"/>
                    <a:pt x="7895" y="4537"/>
                    <a:pt x="7820" y="4812"/>
                  </a:cubicBezTo>
                  <a:lnTo>
                    <a:pt x="7119" y="5013"/>
                  </a:lnTo>
                  <a:cubicBezTo>
                    <a:pt x="7018" y="5314"/>
                    <a:pt x="6868" y="5589"/>
                    <a:pt x="6692" y="5840"/>
                  </a:cubicBezTo>
                  <a:lnTo>
                    <a:pt x="6968" y="6517"/>
                  </a:lnTo>
                  <a:cubicBezTo>
                    <a:pt x="6718" y="6818"/>
                    <a:pt x="6417" y="7068"/>
                    <a:pt x="6066" y="7294"/>
                  </a:cubicBezTo>
                  <a:lnTo>
                    <a:pt x="5439" y="6918"/>
                  </a:lnTo>
                  <a:cubicBezTo>
                    <a:pt x="5164" y="7068"/>
                    <a:pt x="4863" y="7168"/>
                    <a:pt x="4562" y="7219"/>
                  </a:cubicBezTo>
                  <a:lnTo>
                    <a:pt x="4261" y="7895"/>
                  </a:lnTo>
                  <a:cubicBezTo>
                    <a:pt x="4161" y="7895"/>
                    <a:pt x="4061" y="7895"/>
                    <a:pt x="3961" y="7895"/>
                  </a:cubicBezTo>
                  <a:cubicBezTo>
                    <a:pt x="3660" y="7895"/>
                    <a:pt x="3384" y="7870"/>
                    <a:pt x="3083" y="7820"/>
                  </a:cubicBezTo>
                  <a:lnTo>
                    <a:pt x="2908" y="7093"/>
                  </a:lnTo>
                  <a:cubicBezTo>
                    <a:pt x="2607" y="6993"/>
                    <a:pt x="2332" y="6868"/>
                    <a:pt x="2081" y="6692"/>
                  </a:cubicBezTo>
                  <a:lnTo>
                    <a:pt x="1379" y="6943"/>
                  </a:lnTo>
                  <a:cubicBezTo>
                    <a:pt x="1103" y="6692"/>
                    <a:pt x="828" y="6391"/>
                    <a:pt x="627" y="6066"/>
                  </a:cubicBezTo>
                  <a:lnTo>
                    <a:pt x="978" y="5414"/>
                  </a:lnTo>
                  <a:cubicBezTo>
                    <a:pt x="853" y="5163"/>
                    <a:pt x="753" y="4863"/>
                    <a:pt x="702" y="4537"/>
                  </a:cubicBezTo>
                  <a:lnTo>
                    <a:pt x="26" y="4261"/>
                  </a:lnTo>
                  <a:cubicBezTo>
                    <a:pt x="26" y="4161"/>
                    <a:pt x="1" y="4061"/>
                    <a:pt x="1" y="3960"/>
                  </a:cubicBezTo>
                  <a:cubicBezTo>
                    <a:pt x="1" y="3660"/>
                    <a:pt x="51" y="3359"/>
                    <a:pt x="101" y="3083"/>
                  </a:cubicBezTo>
                  <a:lnTo>
                    <a:pt x="803" y="2883"/>
                  </a:lnTo>
                  <a:cubicBezTo>
                    <a:pt x="903" y="2582"/>
                    <a:pt x="1053" y="2306"/>
                    <a:pt x="1229" y="2056"/>
                  </a:cubicBezTo>
                  <a:lnTo>
                    <a:pt x="953" y="1379"/>
                  </a:lnTo>
                  <a:cubicBezTo>
                    <a:pt x="1229" y="1078"/>
                    <a:pt x="1504" y="828"/>
                    <a:pt x="1855" y="602"/>
                  </a:cubicBezTo>
                  <a:lnTo>
                    <a:pt x="2482" y="978"/>
                  </a:lnTo>
                  <a:cubicBezTo>
                    <a:pt x="2758" y="828"/>
                    <a:pt x="3058" y="727"/>
                    <a:pt x="3359" y="677"/>
                  </a:cubicBezTo>
                  <a:lnTo>
                    <a:pt x="3660" y="0"/>
                  </a:lnTo>
                  <a:cubicBezTo>
                    <a:pt x="3760" y="0"/>
                    <a:pt x="3860" y="0"/>
                    <a:pt x="3961" y="0"/>
                  </a:cubicBezTo>
                  <a:cubicBezTo>
                    <a:pt x="4261" y="0"/>
                    <a:pt x="4562" y="25"/>
                    <a:pt x="4838" y="101"/>
                  </a:cubicBezTo>
                  <a:lnTo>
                    <a:pt x="5013" y="802"/>
                  </a:lnTo>
                  <a:cubicBezTo>
                    <a:pt x="5314" y="903"/>
                    <a:pt x="5590" y="1028"/>
                    <a:pt x="5840" y="1203"/>
                  </a:cubicBezTo>
                  <a:lnTo>
                    <a:pt x="6542" y="953"/>
                  </a:lnTo>
                  <a:cubicBezTo>
                    <a:pt x="6843" y="1203"/>
                    <a:pt x="7093" y="1504"/>
                    <a:pt x="7294" y="1830"/>
                  </a:cubicBezTo>
                  <a:lnTo>
                    <a:pt x="6943" y="2482"/>
                  </a:lnTo>
                  <a:cubicBezTo>
                    <a:pt x="7068" y="2757"/>
                    <a:pt x="7169" y="3033"/>
                    <a:pt x="7244" y="3359"/>
                  </a:cubicBezTo>
                  <a:lnTo>
                    <a:pt x="7895" y="3635"/>
                  </a:lnTo>
                  <a:cubicBezTo>
                    <a:pt x="7921" y="3735"/>
                    <a:pt x="7921" y="3835"/>
                    <a:pt x="7921" y="3960"/>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51"/>
            <p:cNvSpPr/>
            <p:nvPr/>
          </p:nvSpPr>
          <p:spPr>
            <a:xfrm>
              <a:off x="6471121" y="2185765"/>
              <a:ext cx="161360" cy="161360"/>
            </a:xfrm>
            <a:custGeom>
              <a:avLst/>
              <a:gdLst/>
              <a:ahLst/>
              <a:cxnLst/>
              <a:rect l="l" t="t" r="r" b="b"/>
              <a:pathLst>
                <a:path w="4538" h="4538" extrusionOk="0">
                  <a:moveTo>
                    <a:pt x="2257" y="1"/>
                  </a:moveTo>
                  <a:cubicBezTo>
                    <a:pt x="1003" y="1"/>
                    <a:pt x="1" y="1028"/>
                    <a:pt x="1" y="2281"/>
                  </a:cubicBezTo>
                  <a:cubicBezTo>
                    <a:pt x="1" y="3534"/>
                    <a:pt x="1003" y="4537"/>
                    <a:pt x="2257" y="4537"/>
                  </a:cubicBezTo>
                  <a:cubicBezTo>
                    <a:pt x="3510" y="4537"/>
                    <a:pt x="4537" y="3534"/>
                    <a:pt x="4537" y="2281"/>
                  </a:cubicBezTo>
                  <a:cubicBezTo>
                    <a:pt x="4537" y="1028"/>
                    <a:pt x="3510" y="1"/>
                    <a:pt x="22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51"/>
            <p:cNvSpPr/>
            <p:nvPr/>
          </p:nvSpPr>
          <p:spPr>
            <a:xfrm>
              <a:off x="6471121" y="2185765"/>
              <a:ext cx="161360" cy="161360"/>
            </a:xfrm>
            <a:custGeom>
              <a:avLst/>
              <a:gdLst/>
              <a:ahLst/>
              <a:cxnLst/>
              <a:rect l="l" t="t" r="r" b="b"/>
              <a:pathLst>
                <a:path w="4538" h="4538" fill="none" extrusionOk="0">
                  <a:moveTo>
                    <a:pt x="4537" y="2281"/>
                  </a:moveTo>
                  <a:cubicBezTo>
                    <a:pt x="4537" y="3534"/>
                    <a:pt x="3510" y="4537"/>
                    <a:pt x="2257" y="4537"/>
                  </a:cubicBezTo>
                  <a:cubicBezTo>
                    <a:pt x="1003" y="4537"/>
                    <a:pt x="1" y="3534"/>
                    <a:pt x="1" y="2281"/>
                  </a:cubicBezTo>
                  <a:cubicBezTo>
                    <a:pt x="1" y="1028"/>
                    <a:pt x="1003" y="1"/>
                    <a:pt x="2257" y="1"/>
                  </a:cubicBezTo>
                  <a:cubicBezTo>
                    <a:pt x="3510" y="1"/>
                    <a:pt x="4537" y="1028"/>
                    <a:pt x="4537" y="2281"/>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51"/>
            <p:cNvSpPr/>
            <p:nvPr/>
          </p:nvSpPr>
          <p:spPr>
            <a:xfrm>
              <a:off x="6496972" y="2211616"/>
              <a:ext cx="108770" cy="109659"/>
            </a:xfrm>
            <a:custGeom>
              <a:avLst/>
              <a:gdLst/>
              <a:ahLst/>
              <a:cxnLst/>
              <a:rect l="l" t="t" r="r" b="b"/>
              <a:pathLst>
                <a:path w="3059" h="3084" extrusionOk="0">
                  <a:moveTo>
                    <a:pt x="1530" y="0"/>
                  </a:moveTo>
                  <a:cubicBezTo>
                    <a:pt x="677" y="0"/>
                    <a:pt x="1" y="702"/>
                    <a:pt x="1" y="1554"/>
                  </a:cubicBezTo>
                  <a:cubicBezTo>
                    <a:pt x="1" y="2381"/>
                    <a:pt x="677" y="3083"/>
                    <a:pt x="1530" y="3083"/>
                  </a:cubicBezTo>
                  <a:cubicBezTo>
                    <a:pt x="2382" y="3083"/>
                    <a:pt x="3058" y="2381"/>
                    <a:pt x="3058" y="1554"/>
                  </a:cubicBezTo>
                  <a:cubicBezTo>
                    <a:pt x="3058" y="702"/>
                    <a:pt x="2382" y="0"/>
                    <a:pt x="1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51"/>
            <p:cNvSpPr/>
            <p:nvPr/>
          </p:nvSpPr>
          <p:spPr>
            <a:xfrm>
              <a:off x="6496972" y="2211616"/>
              <a:ext cx="108770" cy="109659"/>
            </a:xfrm>
            <a:custGeom>
              <a:avLst/>
              <a:gdLst/>
              <a:ahLst/>
              <a:cxnLst/>
              <a:rect l="l" t="t" r="r" b="b"/>
              <a:pathLst>
                <a:path w="3059" h="3084" fill="none" extrusionOk="0">
                  <a:moveTo>
                    <a:pt x="3058" y="1554"/>
                  </a:moveTo>
                  <a:cubicBezTo>
                    <a:pt x="3058" y="2381"/>
                    <a:pt x="2382" y="3083"/>
                    <a:pt x="1530" y="3083"/>
                  </a:cubicBezTo>
                  <a:cubicBezTo>
                    <a:pt x="677" y="3083"/>
                    <a:pt x="1" y="2381"/>
                    <a:pt x="1" y="1554"/>
                  </a:cubicBezTo>
                  <a:cubicBezTo>
                    <a:pt x="1" y="702"/>
                    <a:pt x="677" y="0"/>
                    <a:pt x="1530" y="0"/>
                  </a:cubicBezTo>
                  <a:cubicBezTo>
                    <a:pt x="2382" y="0"/>
                    <a:pt x="3058" y="702"/>
                    <a:pt x="3058" y="1554"/>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51"/>
            <p:cNvSpPr/>
            <p:nvPr/>
          </p:nvSpPr>
          <p:spPr>
            <a:xfrm>
              <a:off x="6492527" y="2437983"/>
              <a:ext cx="179174" cy="179174"/>
            </a:xfrm>
            <a:custGeom>
              <a:avLst/>
              <a:gdLst/>
              <a:ahLst/>
              <a:cxnLst/>
              <a:rect l="l" t="t" r="r" b="b"/>
              <a:pathLst>
                <a:path w="5039" h="5039" extrusionOk="0">
                  <a:moveTo>
                    <a:pt x="2306" y="0"/>
                  </a:moveTo>
                  <a:lnTo>
                    <a:pt x="2131" y="426"/>
                  </a:lnTo>
                  <a:cubicBezTo>
                    <a:pt x="1930" y="477"/>
                    <a:pt x="1755" y="527"/>
                    <a:pt x="1579" y="627"/>
                  </a:cubicBezTo>
                  <a:lnTo>
                    <a:pt x="1153" y="376"/>
                  </a:lnTo>
                  <a:cubicBezTo>
                    <a:pt x="953" y="527"/>
                    <a:pt x="752" y="677"/>
                    <a:pt x="602" y="878"/>
                  </a:cubicBezTo>
                  <a:lnTo>
                    <a:pt x="752" y="1304"/>
                  </a:lnTo>
                  <a:cubicBezTo>
                    <a:pt x="652" y="1479"/>
                    <a:pt x="577" y="1655"/>
                    <a:pt x="502" y="1830"/>
                  </a:cubicBezTo>
                  <a:lnTo>
                    <a:pt x="51" y="1955"/>
                  </a:lnTo>
                  <a:cubicBezTo>
                    <a:pt x="0" y="2156"/>
                    <a:pt x="0" y="2331"/>
                    <a:pt x="0" y="2532"/>
                  </a:cubicBezTo>
                  <a:cubicBezTo>
                    <a:pt x="0" y="2582"/>
                    <a:pt x="0" y="2657"/>
                    <a:pt x="0" y="2707"/>
                  </a:cubicBezTo>
                  <a:lnTo>
                    <a:pt x="427" y="2908"/>
                  </a:lnTo>
                  <a:cubicBezTo>
                    <a:pt x="452" y="3108"/>
                    <a:pt x="527" y="3284"/>
                    <a:pt x="602" y="3459"/>
                  </a:cubicBezTo>
                  <a:lnTo>
                    <a:pt x="376" y="3860"/>
                  </a:lnTo>
                  <a:cubicBezTo>
                    <a:pt x="502" y="4086"/>
                    <a:pt x="677" y="4286"/>
                    <a:pt x="878" y="4437"/>
                  </a:cubicBezTo>
                  <a:lnTo>
                    <a:pt x="1304" y="4261"/>
                  </a:lnTo>
                  <a:cubicBezTo>
                    <a:pt x="1479" y="4386"/>
                    <a:pt x="1655" y="4462"/>
                    <a:pt x="1830" y="4537"/>
                  </a:cubicBezTo>
                  <a:lnTo>
                    <a:pt x="1955" y="4988"/>
                  </a:lnTo>
                  <a:cubicBezTo>
                    <a:pt x="2131" y="5038"/>
                    <a:pt x="2331" y="5038"/>
                    <a:pt x="2507" y="5038"/>
                  </a:cubicBezTo>
                  <a:lnTo>
                    <a:pt x="2707" y="5038"/>
                  </a:lnTo>
                  <a:lnTo>
                    <a:pt x="2908" y="4612"/>
                  </a:lnTo>
                  <a:cubicBezTo>
                    <a:pt x="3083" y="4587"/>
                    <a:pt x="3284" y="4512"/>
                    <a:pt x="3459" y="4437"/>
                  </a:cubicBezTo>
                  <a:lnTo>
                    <a:pt x="3860" y="4662"/>
                  </a:lnTo>
                  <a:cubicBezTo>
                    <a:pt x="4086" y="4512"/>
                    <a:pt x="4261" y="4361"/>
                    <a:pt x="4437" y="4161"/>
                  </a:cubicBezTo>
                  <a:lnTo>
                    <a:pt x="4261" y="3735"/>
                  </a:lnTo>
                  <a:cubicBezTo>
                    <a:pt x="4361" y="3559"/>
                    <a:pt x="4462" y="3384"/>
                    <a:pt x="4537" y="3208"/>
                  </a:cubicBezTo>
                  <a:lnTo>
                    <a:pt x="4988" y="3083"/>
                  </a:lnTo>
                  <a:cubicBezTo>
                    <a:pt x="5013" y="2908"/>
                    <a:pt x="5038" y="2707"/>
                    <a:pt x="5038" y="2532"/>
                  </a:cubicBezTo>
                  <a:cubicBezTo>
                    <a:pt x="5038" y="2457"/>
                    <a:pt x="5038" y="2381"/>
                    <a:pt x="5038" y="2331"/>
                  </a:cubicBezTo>
                  <a:lnTo>
                    <a:pt x="4612" y="2131"/>
                  </a:lnTo>
                  <a:cubicBezTo>
                    <a:pt x="4562" y="1930"/>
                    <a:pt x="4512" y="1755"/>
                    <a:pt x="4412" y="1579"/>
                  </a:cubicBezTo>
                  <a:lnTo>
                    <a:pt x="4637" y="1178"/>
                  </a:lnTo>
                  <a:cubicBezTo>
                    <a:pt x="4512" y="953"/>
                    <a:pt x="4336" y="777"/>
                    <a:pt x="4161" y="602"/>
                  </a:cubicBezTo>
                  <a:lnTo>
                    <a:pt x="3710" y="777"/>
                  </a:lnTo>
                  <a:cubicBezTo>
                    <a:pt x="3559" y="652"/>
                    <a:pt x="3384" y="577"/>
                    <a:pt x="3183" y="502"/>
                  </a:cubicBezTo>
                  <a:lnTo>
                    <a:pt x="3058" y="51"/>
                  </a:lnTo>
                  <a:cubicBezTo>
                    <a:pt x="2883" y="25"/>
                    <a:pt x="2707" y="0"/>
                    <a:pt x="2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51"/>
            <p:cNvSpPr/>
            <p:nvPr/>
          </p:nvSpPr>
          <p:spPr>
            <a:xfrm>
              <a:off x="6492527" y="2437983"/>
              <a:ext cx="179174" cy="179174"/>
            </a:xfrm>
            <a:custGeom>
              <a:avLst/>
              <a:gdLst/>
              <a:ahLst/>
              <a:cxnLst/>
              <a:rect l="l" t="t" r="r" b="b"/>
              <a:pathLst>
                <a:path w="5039" h="5039" fill="none" extrusionOk="0">
                  <a:moveTo>
                    <a:pt x="5038" y="2532"/>
                  </a:moveTo>
                  <a:cubicBezTo>
                    <a:pt x="5038" y="2707"/>
                    <a:pt x="5013" y="2908"/>
                    <a:pt x="4988" y="3083"/>
                  </a:cubicBezTo>
                  <a:lnTo>
                    <a:pt x="4537" y="3208"/>
                  </a:lnTo>
                  <a:cubicBezTo>
                    <a:pt x="4462" y="3384"/>
                    <a:pt x="4361" y="3559"/>
                    <a:pt x="4261" y="3735"/>
                  </a:cubicBezTo>
                  <a:lnTo>
                    <a:pt x="4437" y="4161"/>
                  </a:lnTo>
                  <a:cubicBezTo>
                    <a:pt x="4261" y="4361"/>
                    <a:pt x="4086" y="4512"/>
                    <a:pt x="3860" y="4662"/>
                  </a:cubicBezTo>
                  <a:lnTo>
                    <a:pt x="3459" y="4437"/>
                  </a:lnTo>
                  <a:cubicBezTo>
                    <a:pt x="3284" y="4512"/>
                    <a:pt x="3083" y="4587"/>
                    <a:pt x="2908" y="4612"/>
                  </a:cubicBezTo>
                  <a:lnTo>
                    <a:pt x="2707" y="5038"/>
                  </a:lnTo>
                  <a:cubicBezTo>
                    <a:pt x="2632" y="5038"/>
                    <a:pt x="2582" y="5038"/>
                    <a:pt x="2507" y="5038"/>
                  </a:cubicBezTo>
                  <a:cubicBezTo>
                    <a:pt x="2331" y="5038"/>
                    <a:pt x="2131" y="5038"/>
                    <a:pt x="1955" y="4988"/>
                  </a:cubicBezTo>
                  <a:lnTo>
                    <a:pt x="1830" y="4537"/>
                  </a:lnTo>
                  <a:cubicBezTo>
                    <a:pt x="1655" y="4462"/>
                    <a:pt x="1479" y="4386"/>
                    <a:pt x="1304" y="4261"/>
                  </a:cubicBezTo>
                  <a:lnTo>
                    <a:pt x="878" y="4437"/>
                  </a:lnTo>
                  <a:cubicBezTo>
                    <a:pt x="677" y="4286"/>
                    <a:pt x="502" y="4086"/>
                    <a:pt x="376" y="3860"/>
                  </a:cubicBezTo>
                  <a:lnTo>
                    <a:pt x="602" y="3459"/>
                  </a:lnTo>
                  <a:cubicBezTo>
                    <a:pt x="527" y="3284"/>
                    <a:pt x="452" y="3108"/>
                    <a:pt x="427" y="2908"/>
                  </a:cubicBezTo>
                  <a:lnTo>
                    <a:pt x="0" y="2707"/>
                  </a:lnTo>
                  <a:cubicBezTo>
                    <a:pt x="0" y="2657"/>
                    <a:pt x="0" y="2582"/>
                    <a:pt x="0" y="2532"/>
                  </a:cubicBezTo>
                  <a:cubicBezTo>
                    <a:pt x="0" y="2331"/>
                    <a:pt x="0" y="2156"/>
                    <a:pt x="51" y="1955"/>
                  </a:cubicBezTo>
                  <a:lnTo>
                    <a:pt x="502" y="1830"/>
                  </a:lnTo>
                  <a:cubicBezTo>
                    <a:pt x="577" y="1655"/>
                    <a:pt x="652" y="1479"/>
                    <a:pt x="752" y="1304"/>
                  </a:cubicBezTo>
                  <a:lnTo>
                    <a:pt x="602" y="878"/>
                  </a:lnTo>
                  <a:cubicBezTo>
                    <a:pt x="752" y="677"/>
                    <a:pt x="953" y="527"/>
                    <a:pt x="1153" y="376"/>
                  </a:cubicBezTo>
                  <a:lnTo>
                    <a:pt x="1579" y="627"/>
                  </a:lnTo>
                  <a:cubicBezTo>
                    <a:pt x="1755" y="527"/>
                    <a:pt x="1930" y="477"/>
                    <a:pt x="2131" y="426"/>
                  </a:cubicBezTo>
                  <a:lnTo>
                    <a:pt x="2306" y="0"/>
                  </a:lnTo>
                  <a:cubicBezTo>
                    <a:pt x="2381" y="0"/>
                    <a:pt x="2457" y="0"/>
                    <a:pt x="2507" y="0"/>
                  </a:cubicBezTo>
                  <a:cubicBezTo>
                    <a:pt x="2707" y="0"/>
                    <a:pt x="2883" y="25"/>
                    <a:pt x="3058" y="51"/>
                  </a:cubicBezTo>
                  <a:lnTo>
                    <a:pt x="3183" y="502"/>
                  </a:lnTo>
                  <a:cubicBezTo>
                    <a:pt x="3384" y="577"/>
                    <a:pt x="3559" y="652"/>
                    <a:pt x="3710" y="777"/>
                  </a:cubicBezTo>
                  <a:lnTo>
                    <a:pt x="4161" y="602"/>
                  </a:lnTo>
                  <a:cubicBezTo>
                    <a:pt x="4336" y="777"/>
                    <a:pt x="4512" y="953"/>
                    <a:pt x="4637" y="1178"/>
                  </a:cubicBezTo>
                  <a:lnTo>
                    <a:pt x="4412" y="1579"/>
                  </a:lnTo>
                  <a:cubicBezTo>
                    <a:pt x="4512" y="1755"/>
                    <a:pt x="4562" y="1930"/>
                    <a:pt x="4612" y="2131"/>
                  </a:cubicBezTo>
                  <a:lnTo>
                    <a:pt x="5038" y="2331"/>
                  </a:lnTo>
                  <a:cubicBezTo>
                    <a:pt x="5038" y="2381"/>
                    <a:pt x="5038" y="2457"/>
                    <a:pt x="5038" y="2532"/>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51"/>
            <p:cNvSpPr/>
            <p:nvPr/>
          </p:nvSpPr>
          <p:spPr>
            <a:xfrm>
              <a:off x="6529970" y="2476315"/>
              <a:ext cx="103401" cy="102512"/>
            </a:xfrm>
            <a:custGeom>
              <a:avLst/>
              <a:gdLst/>
              <a:ahLst/>
              <a:cxnLst/>
              <a:rect l="l" t="t" r="r" b="b"/>
              <a:pathLst>
                <a:path w="2908" h="2883" extrusionOk="0">
                  <a:moveTo>
                    <a:pt x="1454" y="0"/>
                  </a:moveTo>
                  <a:cubicBezTo>
                    <a:pt x="652" y="0"/>
                    <a:pt x="0" y="652"/>
                    <a:pt x="0" y="1454"/>
                  </a:cubicBezTo>
                  <a:cubicBezTo>
                    <a:pt x="0" y="2231"/>
                    <a:pt x="652" y="2882"/>
                    <a:pt x="1454" y="2882"/>
                  </a:cubicBezTo>
                  <a:cubicBezTo>
                    <a:pt x="2256" y="2882"/>
                    <a:pt x="2907" y="2231"/>
                    <a:pt x="2907" y="1454"/>
                  </a:cubicBezTo>
                  <a:cubicBezTo>
                    <a:pt x="2907" y="652"/>
                    <a:pt x="2256" y="0"/>
                    <a:pt x="14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51"/>
            <p:cNvSpPr/>
            <p:nvPr/>
          </p:nvSpPr>
          <p:spPr>
            <a:xfrm>
              <a:off x="6529970" y="2476315"/>
              <a:ext cx="103401" cy="102512"/>
            </a:xfrm>
            <a:custGeom>
              <a:avLst/>
              <a:gdLst/>
              <a:ahLst/>
              <a:cxnLst/>
              <a:rect l="l" t="t" r="r" b="b"/>
              <a:pathLst>
                <a:path w="2908" h="2883" fill="none" extrusionOk="0">
                  <a:moveTo>
                    <a:pt x="2907" y="1454"/>
                  </a:moveTo>
                  <a:cubicBezTo>
                    <a:pt x="2907" y="2231"/>
                    <a:pt x="2256" y="2882"/>
                    <a:pt x="1454" y="2882"/>
                  </a:cubicBezTo>
                  <a:cubicBezTo>
                    <a:pt x="652" y="2882"/>
                    <a:pt x="0" y="2231"/>
                    <a:pt x="0" y="1454"/>
                  </a:cubicBezTo>
                  <a:cubicBezTo>
                    <a:pt x="0" y="652"/>
                    <a:pt x="652" y="0"/>
                    <a:pt x="1454" y="0"/>
                  </a:cubicBezTo>
                  <a:cubicBezTo>
                    <a:pt x="2256" y="0"/>
                    <a:pt x="2907" y="652"/>
                    <a:pt x="2907" y="1454"/>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51"/>
            <p:cNvSpPr/>
            <p:nvPr/>
          </p:nvSpPr>
          <p:spPr>
            <a:xfrm>
              <a:off x="6673450" y="2269541"/>
              <a:ext cx="280762" cy="280762"/>
            </a:xfrm>
            <a:custGeom>
              <a:avLst/>
              <a:gdLst/>
              <a:ahLst/>
              <a:cxnLst/>
              <a:rect l="l" t="t" r="r" b="b"/>
              <a:pathLst>
                <a:path w="7896" h="7896" extrusionOk="0">
                  <a:moveTo>
                    <a:pt x="3860" y="1"/>
                  </a:moveTo>
                  <a:cubicBezTo>
                    <a:pt x="3584" y="1"/>
                    <a:pt x="3283" y="51"/>
                    <a:pt x="3008" y="101"/>
                  </a:cubicBezTo>
                  <a:cubicBezTo>
                    <a:pt x="2908" y="126"/>
                    <a:pt x="2807" y="151"/>
                    <a:pt x="2707" y="201"/>
                  </a:cubicBezTo>
                  <a:lnTo>
                    <a:pt x="2582" y="903"/>
                  </a:lnTo>
                  <a:cubicBezTo>
                    <a:pt x="2306" y="1053"/>
                    <a:pt x="2030" y="1204"/>
                    <a:pt x="1805" y="1404"/>
                  </a:cubicBezTo>
                  <a:lnTo>
                    <a:pt x="1103" y="1204"/>
                  </a:lnTo>
                  <a:cubicBezTo>
                    <a:pt x="827" y="1479"/>
                    <a:pt x="602" y="1805"/>
                    <a:pt x="426" y="2156"/>
                  </a:cubicBezTo>
                  <a:lnTo>
                    <a:pt x="827" y="2757"/>
                  </a:lnTo>
                  <a:cubicBezTo>
                    <a:pt x="727" y="3058"/>
                    <a:pt x="652" y="3359"/>
                    <a:pt x="627" y="3660"/>
                  </a:cubicBezTo>
                  <a:lnTo>
                    <a:pt x="0" y="4011"/>
                  </a:lnTo>
                  <a:cubicBezTo>
                    <a:pt x="0" y="4311"/>
                    <a:pt x="25" y="4587"/>
                    <a:pt x="100" y="4888"/>
                  </a:cubicBezTo>
                  <a:cubicBezTo>
                    <a:pt x="126" y="4988"/>
                    <a:pt x="151" y="5088"/>
                    <a:pt x="201" y="5189"/>
                  </a:cubicBezTo>
                  <a:lnTo>
                    <a:pt x="902" y="5314"/>
                  </a:lnTo>
                  <a:cubicBezTo>
                    <a:pt x="1028" y="5590"/>
                    <a:pt x="1203" y="5865"/>
                    <a:pt x="1404" y="6091"/>
                  </a:cubicBezTo>
                  <a:lnTo>
                    <a:pt x="1203" y="6793"/>
                  </a:lnTo>
                  <a:cubicBezTo>
                    <a:pt x="1479" y="7068"/>
                    <a:pt x="1805" y="7294"/>
                    <a:pt x="2156" y="7469"/>
                  </a:cubicBezTo>
                  <a:lnTo>
                    <a:pt x="2757" y="7068"/>
                  </a:lnTo>
                  <a:cubicBezTo>
                    <a:pt x="3033" y="7169"/>
                    <a:pt x="3334" y="7244"/>
                    <a:pt x="3659" y="7269"/>
                  </a:cubicBezTo>
                  <a:lnTo>
                    <a:pt x="4010" y="7895"/>
                  </a:lnTo>
                  <a:cubicBezTo>
                    <a:pt x="4311" y="7895"/>
                    <a:pt x="4587" y="7870"/>
                    <a:pt x="4887" y="7795"/>
                  </a:cubicBezTo>
                  <a:cubicBezTo>
                    <a:pt x="4988" y="7770"/>
                    <a:pt x="5088" y="7745"/>
                    <a:pt x="5163" y="7695"/>
                  </a:cubicBezTo>
                  <a:lnTo>
                    <a:pt x="5314" y="6993"/>
                  </a:lnTo>
                  <a:cubicBezTo>
                    <a:pt x="5589" y="6868"/>
                    <a:pt x="5840" y="6692"/>
                    <a:pt x="6090" y="6492"/>
                  </a:cubicBezTo>
                  <a:lnTo>
                    <a:pt x="6792" y="6692"/>
                  </a:lnTo>
                  <a:cubicBezTo>
                    <a:pt x="7068" y="6417"/>
                    <a:pt x="7294" y="6091"/>
                    <a:pt x="7469" y="5740"/>
                  </a:cubicBezTo>
                  <a:lnTo>
                    <a:pt x="7043" y="5138"/>
                  </a:lnTo>
                  <a:cubicBezTo>
                    <a:pt x="7168" y="4863"/>
                    <a:pt x="7218" y="4537"/>
                    <a:pt x="7268" y="4236"/>
                  </a:cubicBezTo>
                  <a:lnTo>
                    <a:pt x="7895" y="3885"/>
                  </a:lnTo>
                  <a:cubicBezTo>
                    <a:pt x="7895" y="3585"/>
                    <a:pt x="7845" y="3309"/>
                    <a:pt x="7795" y="3008"/>
                  </a:cubicBezTo>
                  <a:cubicBezTo>
                    <a:pt x="7770" y="2908"/>
                    <a:pt x="7720" y="2808"/>
                    <a:pt x="7695" y="2732"/>
                  </a:cubicBezTo>
                  <a:lnTo>
                    <a:pt x="6968" y="2582"/>
                  </a:lnTo>
                  <a:cubicBezTo>
                    <a:pt x="6842" y="2306"/>
                    <a:pt x="6692" y="2031"/>
                    <a:pt x="6491" y="1805"/>
                  </a:cubicBezTo>
                  <a:lnTo>
                    <a:pt x="6692" y="1103"/>
                  </a:lnTo>
                  <a:cubicBezTo>
                    <a:pt x="6391" y="828"/>
                    <a:pt x="6090" y="602"/>
                    <a:pt x="5740" y="427"/>
                  </a:cubicBezTo>
                  <a:lnTo>
                    <a:pt x="5138" y="853"/>
                  </a:lnTo>
                  <a:cubicBezTo>
                    <a:pt x="4837" y="727"/>
                    <a:pt x="4537" y="652"/>
                    <a:pt x="4236" y="627"/>
                  </a:cubicBezTo>
                  <a:lnTo>
                    <a:pt x="386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51"/>
            <p:cNvSpPr/>
            <p:nvPr/>
          </p:nvSpPr>
          <p:spPr>
            <a:xfrm>
              <a:off x="6673450" y="2269541"/>
              <a:ext cx="280762" cy="280762"/>
            </a:xfrm>
            <a:custGeom>
              <a:avLst/>
              <a:gdLst/>
              <a:ahLst/>
              <a:cxnLst/>
              <a:rect l="l" t="t" r="r" b="b"/>
              <a:pathLst>
                <a:path w="7896" h="7896" fill="none" extrusionOk="0">
                  <a:moveTo>
                    <a:pt x="7795" y="3008"/>
                  </a:moveTo>
                  <a:cubicBezTo>
                    <a:pt x="7845" y="3309"/>
                    <a:pt x="7895" y="3585"/>
                    <a:pt x="7895" y="3885"/>
                  </a:cubicBezTo>
                  <a:lnTo>
                    <a:pt x="7268" y="4236"/>
                  </a:lnTo>
                  <a:cubicBezTo>
                    <a:pt x="7218" y="4537"/>
                    <a:pt x="7168" y="4863"/>
                    <a:pt x="7043" y="5138"/>
                  </a:cubicBezTo>
                  <a:lnTo>
                    <a:pt x="7469" y="5740"/>
                  </a:lnTo>
                  <a:cubicBezTo>
                    <a:pt x="7294" y="6091"/>
                    <a:pt x="7068" y="6417"/>
                    <a:pt x="6792" y="6692"/>
                  </a:cubicBezTo>
                  <a:lnTo>
                    <a:pt x="6090" y="6492"/>
                  </a:lnTo>
                  <a:cubicBezTo>
                    <a:pt x="5840" y="6692"/>
                    <a:pt x="5589" y="6868"/>
                    <a:pt x="5314" y="6993"/>
                  </a:cubicBezTo>
                  <a:lnTo>
                    <a:pt x="5163" y="7695"/>
                  </a:lnTo>
                  <a:cubicBezTo>
                    <a:pt x="5088" y="7745"/>
                    <a:pt x="4988" y="7770"/>
                    <a:pt x="4887" y="7795"/>
                  </a:cubicBezTo>
                  <a:cubicBezTo>
                    <a:pt x="4587" y="7870"/>
                    <a:pt x="4311" y="7895"/>
                    <a:pt x="4010" y="7895"/>
                  </a:cubicBezTo>
                  <a:lnTo>
                    <a:pt x="3659" y="7269"/>
                  </a:lnTo>
                  <a:cubicBezTo>
                    <a:pt x="3334" y="7244"/>
                    <a:pt x="3033" y="7169"/>
                    <a:pt x="2757" y="7068"/>
                  </a:cubicBezTo>
                  <a:lnTo>
                    <a:pt x="2156" y="7469"/>
                  </a:lnTo>
                  <a:cubicBezTo>
                    <a:pt x="1805" y="7294"/>
                    <a:pt x="1479" y="7068"/>
                    <a:pt x="1203" y="6793"/>
                  </a:cubicBezTo>
                  <a:lnTo>
                    <a:pt x="1404" y="6091"/>
                  </a:lnTo>
                  <a:cubicBezTo>
                    <a:pt x="1203" y="5865"/>
                    <a:pt x="1028" y="5590"/>
                    <a:pt x="902" y="5314"/>
                  </a:cubicBezTo>
                  <a:lnTo>
                    <a:pt x="201" y="5189"/>
                  </a:lnTo>
                  <a:cubicBezTo>
                    <a:pt x="151" y="5088"/>
                    <a:pt x="126" y="4988"/>
                    <a:pt x="100" y="4888"/>
                  </a:cubicBezTo>
                  <a:cubicBezTo>
                    <a:pt x="25" y="4587"/>
                    <a:pt x="0" y="4311"/>
                    <a:pt x="0" y="4011"/>
                  </a:cubicBezTo>
                  <a:lnTo>
                    <a:pt x="627" y="3660"/>
                  </a:lnTo>
                  <a:cubicBezTo>
                    <a:pt x="652" y="3359"/>
                    <a:pt x="727" y="3058"/>
                    <a:pt x="827" y="2757"/>
                  </a:cubicBezTo>
                  <a:lnTo>
                    <a:pt x="426" y="2156"/>
                  </a:lnTo>
                  <a:cubicBezTo>
                    <a:pt x="602" y="1805"/>
                    <a:pt x="827" y="1479"/>
                    <a:pt x="1103" y="1204"/>
                  </a:cubicBezTo>
                  <a:lnTo>
                    <a:pt x="1805" y="1404"/>
                  </a:lnTo>
                  <a:cubicBezTo>
                    <a:pt x="2030" y="1204"/>
                    <a:pt x="2306" y="1053"/>
                    <a:pt x="2582" y="903"/>
                  </a:cubicBezTo>
                  <a:lnTo>
                    <a:pt x="2707" y="201"/>
                  </a:lnTo>
                  <a:cubicBezTo>
                    <a:pt x="2807" y="151"/>
                    <a:pt x="2908" y="126"/>
                    <a:pt x="3008" y="101"/>
                  </a:cubicBezTo>
                  <a:cubicBezTo>
                    <a:pt x="3283" y="51"/>
                    <a:pt x="3584" y="1"/>
                    <a:pt x="3860" y="1"/>
                  </a:cubicBezTo>
                  <a:lnTo>
                    <a:pt x="4236" y="627"/>
                  </a:lnTo>
                  <a:cubicBezTo>
                    <a:pt x="4537" y="652"/>
                    <a:pt x="4837" y="727"/>
                    <a:pt x="5138" y="853"/>
                  </a:cubicBezTo>
                  <a:lnTo>
                    <a:pt x="5740" y="427"/>
                  </a:lnTo>
                  <a:cubicBezTo>
                    <a:pt x="6090" y="602"/>
                    <a:pt x="6391" y="828"/>
                    <a:pt x="6692" y="1103"/>
                  </a:cubicBezTo>
                  <a:lnTo>
                    <a:pt x="6491" y="1805"/>
                  </a:lnTo>
                  <a:cubicBezTo>
                    <a:pt x="6692" y="2031"/>
                    <a:pt x="6842" y="2306"/>
                    <a:pt x="6968" y="2582"/>
                  </a:cubicBezTo>
                  <a:lnTo>
                    <a:pt x="7695" y="2732"/>
                  </a:lnTo>
                  <a:cubicBezTo>
                    <a:pt x="7720" y="2808"/>
                    <a:pt x="7770" y="2908"/>
                    <a:pt x="7795" y="3008"/>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51"/>
            <p:cNvSpPr/>
            <p:nvPr/>
          </p:nvSpPr>
          <p:spPr>
            <a:xfrm>
              <a:off x="6725117" y="2329564"/>
              <a:ext cx="177396" cy="160755"/>
            </a:xfrm>
            <a:custGeom>
              <a:avLst/>
              <a:gdLst/>
              <a:ahLst/>
              <a:cxnLst/>
              <a:rect l="l" t="t" r="r" b="b"/>
              <a:pathLst>
                <a:path w="4989" h="4521" extrusionOk="0">
                  <a:moveTo>
                    <a:pt x="2493" y="1"/>
                  </a:moveTo>
                  <a:cubicBezTo>
                    <a:pt x="2315" y="1"/>
                    <a:pt x="2135" y="22"/>
                    <a:pt x="1956" y="67"/>
                  </a:cubicBezTo>
                  <a:cubicBezTo>
                    <a:pt x="728" y="368"/>
                    <a:pt x="1" y="1596"/>
                    <a:pt x="277" y="2799"/>
                  </a:cubicBezTo>
                  <a:cubicBezTo>
                    <a:pt x="532" y="3840"/>
                    <a:pt x="1453" y="4521"/>
                    <a:pt x="2476" y="4521"/>
                  </a:cubicBezTo>
                  <a:cubicBezTo>
                    <a:pt x="2659" y="4521"/>
                    <a:pt x="2846" y="4499"/>
                    <a:pt x="3033" y="4453"/>
                  </a:cubicBezTo>
                  <a:cubicBezTo>
                    <a:pt x="4236" y="4177"/>
                    <a:pt x="4988" y="2949"/>
                    <a:pt x="4688" y="1721"/>
                  </a:cubicBezTo>
                  <a:cubicBezTo>
                    <a:pt x="4432" y="698"/>
                    <a:pt x="3505" y="1"/>
                    <a:pt x="2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51"/>
            <p:cNvSpPr/>
            <p:nvPr/>
          </p:nvSpPr>
          <p:spPr>
            <a:xfrm>
              <a:off x="6725117" y="2321243"/>
              <a:ext cx="177396" cy="177361"/>
            </a:xfrm>
            <a:custGeom>
              <a:avLst/>
              <a:gdLst/>
              <a:ahLst/>
              <a:cxnLst/>
              <a:rect l="l" t="t" r="r" b="b"/>
              <a:pathLst>
                <a:path w="4989" h="4988" fill="none" extrusionOk="0">
                  <a:moveTo>
                    <a:pt x="4688" y="1955"/>
                  </a:moveTo>
                  <a:cubicBezTo>
                    <a:pt x="4988" y="3183"/>
                    <a:pt x="4236" y="4411"/>
                    <a:pt x="3033" y="4687"/>
                  </a:cubicBezTo>
                  <a:cubicBezTo>
                    <a:pt x="1805" y="4988"/>
                    <a:pt x="577" y="4261"/>
                    <a:pt x="277" y="3033"/>
                  </a:cubicBezTo>
                  <a:cubicBezTo>
                    <a:pt x="1" y="1830"/>
                    <a:pt x="728" y="602"/>
                    <a:pt x="1956" y="301"/>
                  </a:cubicBezTo>
                  <a:cubicBezTo>
                    <a:pt x="3159" y="0"/>
                    <a:pt x="4387" y="752"/>
                    <a:pt x="4688" y="1955"/>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51"/>
            <p:cNvSpPr/>
            <p:nvPr/>
          </p:nvSpPr>
          <p:spPr>
            <a:xfrm>
              <a:off x="6753635" y="2355309"/>
              <a:ext cx="120362" cy="109233"/>
            </a:xfrm>
            <a:custGeom>
              <a:avLst/>
              <a:gdLst/>
              <a:ahLst/>
              <a:cxnLst/>
              <a:rect l="l" t="t" r="r" b="b"/>
              <a:pathLst>
                <a:path w="3385" h="3072" extrusionOk="0">
                  <a:moveTo>
                    <a:pt x="1696" y="1"/>
                  </a:moveTo>
                  <a:cubicBezTo>
                    <a:pt x="1575" y="1"/>
                    <a:pt x="1452" y="15"/>
                    <a:pt x="1329" y="45"/>
                  </a:cubicBezTo>
                  <a:cubicBezTo>
                    <a:pt x="502" y="245"/>
                    <a:pt x="1" y="1072"/>
                    <a:pt x="201" y="1899"/>
                  </a:cubicBezTo>
                  <a:cubicBezTo>
                    <a:pt x="372" y="2603"/>
                    <a:pt x="997" y="3071"/>
                    <a:pt x="1689" y="3071"/>
                  </a:cubicBezTo>
                  <a:cubicBezTo>
                    <a:pt x="1810" y="3071"/>
                    <a:pt x="1933" y="3057"/>
                    <a:pt x="2056" y="3027"/>
                  </a:cubicBezTo>
                  <a:cubicBezTo>
                    <a:pt x="2883" y="2827"/>
                    <a:pt x="3384" y="2000"/>
                    <a:pt x="3184" y="1173"/>
                  </a:cubicBezTo>
                  <a:cubicBezTo>
                    <a:pt x="3013" y="469"/>
                    <a:pt x="2389" y="1"/>
                    <a:pt x="16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51"/>
            <p:cNvSpPr/>
            <p:nvPr/>
          </p:nvSpPr>
          <p:spPr>
            <a:xfrm>
              <a:off x="6753635" y="2349761"/>
              <a:ext cx="120362" cy="120327"/>
            </a:xfrm>
            <a:custGeom>
              <a:avLst/>
              <a:gdLst/>
              <a:ahLst/>
              <a:cxnLst/>
              <a:rect l="l" t="t" r="r" b="b"/>
              <a:pathLst>
                <a:path w="3385" h="3384" fill="none" extrusionOk="0">
                  <a:moveTo>
                    <a:pt x="3184" y="1329"/>
                  </a:moveTo>
                  <a:cubicBezTo>
                    <a:pt x="3384" y="2156"/>
                    <a:pt x="2883" y="2983"/>
                    <a:pt x="2056" y="3183"/>
                  </a:cubicBezTo>
                  <a:cubicBezTo>
                    <a:pt x="1229" y="3384"/>
                    <a:pt x="402" y="2882"/>
                    <a:pt x="201" y="2055"/>
                  </a:cubicBezTo>
                  <a:cubicBezTo>
                    <a:pt x="1" y="1228"/>
                    <a:pt x="502" y="401"/>
                    <a:pt x="1329" y="201"/>
                  </a:cubicBezTo>
                  <a:cubicBezTo>
                    <a:pt x="2156" y="0"/>
                    <a:pt x="2983" y="501"/>
                    <a:pt x="3184" y="1329"/>
                  </a:cubicBezTo>
                  <a:close/>
                </a:path>
              </a:pathLst>
            </a:custGeom>
            <a:noFill/>
            <a:ln w="10650" cap="flat" cmpd="sng">
              <a:solidFill>
                <a:srgbClr val="606060"/>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51"/>
            <p:cNvSpPr/>
            <p:nvPr/>
          </p:nvSpPr>
          <p:spPr>
            <a:xfrm>
              <a:off x="6783042" y="2381942"/>
              <a:ext cx="61550" cy="55968"/>
            </a:xfrm>
            <a:custGeom>
              <a:avLst/>
              <a:gdLst/>
              <a:ahLst/>
              <a:cxnLst/>
              <a:rect l="l" t="t" r="r" b="b"/>
              <a:pathLst>
                <a:path w="1731" h="1574" extrusionOk="0">
                  <a:moveTo>
                    <a:pt x="866" y="0"/>
                  </a:moveTo>
                  <a:cubicBezTo>
                    <a:pt x="804" y="0"/>
                    <a:pt x="741" y="8"/>
                    <a:pt x="678" y="23"/>
                  </a:cubicBezTo>
                  <a:cubicBezTo>
                    <a:pt x="252" y="123"/>
                    <a:pt x="1" y="549"/>
                    <a:pt x="101" y="975"/>
                  </a:cubicBezTo>
                  <a:cubicBezTo>
                    <a:pt x="187" y="1338"/>
                    <a:pt x="508" y="1573"/>
                    <a:pt x="865" y="1573"/>
                  </a:cubicBezTo>
                  <a:cubicBezTo>
                    <a:pt x="927" y="1573"/>
                    <a:pt x="990" y="1566"/>
                    <a:pt x="1054" y="1551"/>
                  </a:cubicBezTo>
                  <a:cubicBezTo>
                    <a:pt x="1455" y="1451"/>
                    <a:pt x="1730" y="1025"/>
                    <a:pt x="1630" y="599"/>
                  </a:cubicBezTo>
                  <a:cubicBezTo>
                    <a:pt x="1545" y="236"/>
                    <a:pt x="1223" y="0"/>
                    <a:pt x="866" y="0"/>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51"/>
            <p:cNvSpPr/>
            <p:nvPr/>
          </p:nvSpPr>
          <p:spPr>
            <a:xfrm>
              <a:off x="6757226" y="1867621"/>
              <a:ext cx="599784" cy="499085"/>
            </a:xfrm>
            <a:custGeom>
              <a:avLst/>
              <a:gdLst/>
              <a:ahLst/>
              <a:cxnLst/>
              <a:rect l="l" t="t" r="r" b="b"/>
              <a:pathLst>
                <a:path w="16868" h="14036" fill="none" extrusionOk="0">
                  <a:moveTo>
                    <a:pt x="2456" y="6717"/>
                  </a:moveTo>
                  <a:cubicBezTo>
                    <a:pt x="1629" y="6517"/>
                    <a:pt x="777" y="6216"/>
                    <a:pt x="351" y="5514"/>
                  </a:cubicBezTo>
                  <a:cubicBezTo>
                    <a:pt x="0" y="4913"/>
                    <a:pt x="25" y="4186"/>
                    <a:pt x="125" y="3509"/>
                  </a:cubicBezTo>
                  <a:cubicBezTo>
                    <a:pt x="176" y="3108"/>
                    <a:pt x="276" y="2657"/>
                    <a:pt x="526" y="2331"/>
                  </a:cubicBezTo>
                  <a:cubicBezTo>
                    <a:pt x="802" y="2005"/>
                    <a:pt x="1278" y="1805"/>
                    <a:pt x="1654" y="1980"/>
                  </a:cubicBezTo>
                  <a:cubicBezTo>
                    <a:pt x="2156" y="1128"/>
                    <a:pt x="3158" y="627"/>
                    <a:pt x="4135" y="702"/>
                  </a:cubicBezTo>
                  <a:cubicBezTo>
                    <a:pt x="4236" y="702"/>
                    <a:pt x="4361" y="727"/>
                    <a:pt x="4486" y="727"/>
                  </a:cubicBezTo>
                  <a:cubicBezTo>
                    <a:pt x="4612" y="702"/>
                    <a:pt x="4737" y="652"/>
                    <a:pt x="4862" y="602"/>
                  </a:cubicBezTo>
                  <a:cubicBezTo>
                    <a:pt x="6466" y="0"/>
                    <a:pt x="8296" y="0"/>
                    <a:pt x="9925" y="602"/>
                  </a:cubicBezTo>
                  <a:cubicBezTo>
                    <a:pt x="10050" y="627"/>
                    <a:pt x="10151" y="677"/>
                    <a:pt x="10276" y="702"/>
                  </a:cubicBezTo>
                  <a:cubicBezTo>
                    <a:pt x="10426" y="702"/>
                    <a:pt x="10552" y="677"/>
                    <a:pt x="10702" y="652"/>
                  </a:cubicBezTo>
                  <a:cubicBezTo>
                    <a:pt x="11053" y="627"/>
                    <a:pt x="11429" y="677"/>
                    <a:pt x="11780" y="752"/>
                  </a:cubicBezTo>
                  <a:cubicBezTo>
                    <a:pt x="12657" y="953"/>
                    <a:pt x="13559" y="1253"/>
                    <a:pt x="14261" y="1855"/>
                  </a:cubicBezTo>
                  <a:cubicBezTo>
                    <a:pt x="14963" y="2431"/>
                    <a:pt x="15439" y="3309"/>
                    <a:pt x="15339" y="4211"/>
                  </a:cubicBezTo>
                  <a:cubicBezTo>
                    <a:pt x="15339" y="4361"/>
                    <a:pt x="15314" y="4486"/>
                    <a:pt x="15389" y="4587"/>
                  </a:cubicBezTo>
                  <a:cubicBezTo>
                    <a:pt x="15439" y="4662"/>
                    <a:pt x="15489" y="4687"/>
                    <a:pt x="15564" y="4712"/>
                  </a:cubicBezTo>
                  <a:cubicBezTo>
                    <a:pt x="16191" y="5038"/>
                    <a:pt x="16517" y="5740"/>
                    <a:pt x="16642" y="6441"/>
                  </a:cubicBezTo>
                  <a:cubicBezTo>
                    <a:pt x="16867" y="7544"/>
                    <a:pt x="16692" y="8697"/>
                    <a:pt x="16166" y="9674"/>
                  </a:cubicBezTo>
                  <a:cubicBezTo>
                    <a:pt x="15990" y="10000"/>
                    <a:pt x="15765" y="10326"/>
                    <a:pt x="15464" y="10527"/>
                  </a:cubicBezTo>
                  <a:cubicBezTo>
                    <a:pt x="15163" y="10727"/>
                    <a:pt x="14787" y="10827"/>
                    <a:pt x="14436" y="10702"/>
                  </a:cubicBezTo>
                  <a:cubicBezTo>
                    <a:pt x="14236" y="11103"/>
                    <a:pt x="14161" y="11554"/>
                    <a:pt x="13885" y="11880"/>
                  </a:cubicBezTo>
                  <a:cubicBezTo>
                    <a:pt x="13584" y="12281"/>
                    <a:pt x="13058" y="12481"/>
                    <a:pt x="12557" y="12507"/>
                  </a:cubicBezTo>
                  <a:cubicBezTo>
                    <a:pt x="12080" y="12557"/>
                    <a:pt x="10777" y="11404"/>
                    <a:pt x="10552" y="11404"/>
                  </a:cubicBezTo>
                  <a:cubicBezTo>
                    <a:pt x="10326" y="11404"/>
                    <a:pt x="10126" y="11504"/>
                    <a:pt x="9925" y="11579"/>
                  </a:cubicBezTo>
                  <a:cubicBezTo>
                    <a:pt x="9875" y="11604"/>
                    <a:pt x="9825" y="11654"/>
                    <a:pt x="9800" y="11705"/>
                  </a:cubicBezTo>
                  <a:cubicBezTo>
                    <a:pt x="9775" y="11755"/>
                    <a:pt x="9800" y="11830"/>
                    <a:pt x="9825" y="11880"/>
                  </a:cubicBezTo>
                  <a:cubicBezTo>
                    <a:pt x="9900" y="12106"/>
                    <a:pt x="10652" y="13409"/>
                    <a:pt x="10727" y="13634"/>
                  </a:cubicBezTo>
                  <a:cubicBezTo>
                    <a:pt x="10401" y="13810"/>
                    <a:pt x="9023" y="14035"/>
                    <a:pt x="8672" y="14035"/>
                  </a:cubicBezTo>
                  <a:cubicBezTo>
                    <a:pt x="8697" y="13108"/>
                    <a:pt x="8547" y="11679"/>
                    <a:pt x="8120" y="10852"/>
                  </a:cubicBezTo>
                  <a:cubicBezTo>
                    <a:pt x="7970" y="10552"/>
                    <a:pt x="8020" y="10151"/>
                    <a:pt x="7694" y="10201"/>
                  </a:cubicBezTo>
                  <a:cubicBezTo>
                    <a:pt x="7569" y="10226"/>
                    <a:pt x="7444" y="10301"/>
                    <a:pt x="7318" y="10351"/>
                  </a:cubicBezTo>
                  <a:cubicBezTo>
                    <a:pt x="6968" y="10552"/>
                    <a:pt x="6516" y="10577"/>
                    <a:pt x="6115" y="10451"/>
                  </a:cubicBezTo>
                  <a:cubicBezTo>
                    <a:pt x="5890" y="10376"/>
                    <a:pt x="5664" y="10251"/>
                    <a:pt x="5539" y="10050"/>
                  </a:cubicBezTo>
                  <a:cubicBezTo>
                    <a:pt x="5414" y="9825"/>
                    <a:pt x="5414" y="9524"/>
                    <a:pt x="5564" y="9349"/>
                  </a:cubicBezTo>
                  <a:cubicBezTo>
                    <a:pt x="5063" y="9624"/>
                    <a:pt x="4386" y="9173"/>
                    <a:pt x="4286" y="8597"/>
                  </a:cubicBezTo>
                  <a:cubicBezTo>
                    <a:pt x="4211" y="8296"/>
                    <a:pt x="4261" y="7995"/>
                    <a:pt x="4336" y="7720"/>
                  </a:cubicBezTo>
                  <a:cubicBezTo>
                    <a:pt x="4436" y="7494"/>
                    <a:pt x="4637" y="7268"/>
                    <a:pt x="4361" y="7093"/>
                  </a:cubicBezTo>
                  <a:cubicBezTo>
                    <a:pt x="4161" y="6968"/>
                    <a:pt x="3684" y="6993"/>
                    <a:pt x="3434" y="6943"/>
                  </a:cubicBezTo>
                  <a:cubicBezTo>
                    <a:pt x="3108" y="6867"/>
                    <a:pt x="2782" y="6817"/>
                    <a:pt x="2456" y="6717"/>
                  </a:cubicBezTo>
                  <a:close/>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51"/>
            <p:cNvSpPr/>
            <p:nvPr/>
          </p:nvSpPr>
          <p:spPr>
            <a:xfrm>
              <a:off x="6814262" y="1938027"/>
              <a:ext cx="80218" cy="58848"/>
            </a:xfrm>
            <a:custGeom>
              <a:avLst/>
              <a:gdLst/>
              <a:ahLst/>
              <a:cxnLst/>
              <a:rect l="l" t="t" r="r" b="b"/>
              <a:pathLst>
                <a:path w="2256" h="1655" fill="none" extrusionOk="0">
                  <a:moveTo>
                    <a:pt x="50" y="0"/>
                  </a:moveTo>
                  <a:cubicBezTo>
                    <a:pt x="50" y="0"/>
                    <a:pt x="0" y="1654"/>
                    <a:pt x="2256" y="1654"/>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51"/>
            <p:cNvSpPr/>
            <p:nvPr/>
          </p:nvSpPr>
          <p:spPr>
            <a:xfrm>
              <a:off x="6947928" y="1877399"/>
              <a:ext cx="47256" cy="68662"/>
            </a:xfrm>
            <a:custGeom>
              <a:avLst/>
              <a:gdLst/>
              <a:ahLst/>
              <a:cxnLst/>
              <a:rect l="l" t="t" r="r" b="b"/>
              <a:pathLst>
                <a:path w="1329" h="1931" fill="none" extrusionOk="0">
                  <a:moveTo>
                    <a:pt x="702" y="1"/>
                  </a:moveTo>
                  <a:cubicBezTo>
                    <a:pt x="702" y="1"/>
                    <a:pt x="1329" y="1279"/>
                    <a:pt x="1" y="193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51"/>
            <p:cNvSpPr/>
            <p:nvPr/>
          </p:nvSpPr>
          <p:spPr>
            <a:xfrm>
              <a:off x="6912298" y="1996841"/>
              <a:ext cx="152399" cy="122993"/>
            </a:xfrm>
            <a:custGeom>
              <a:avLst/>
              <a:gdLst/>
              <a:ahLst/>
              <a:cxnLst/>
              <a:rect l="l" t="t" r="r" b="b"/>
              <a:pathLst>
                <a:path w="4286" h="3459" fill="none" extrusionOk="0">
                  <a:moveTo>
                    <a:pt x="0" y="3459"/>
                  </a:moveTo>
                  <a:cubicBezTo>
                    <a:pt x="0" y="3459"/>
                    <a:pt x="3008" y="3033"/>
                    <a:pt x="4286" y="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51"/>
            <p:cNvSpPr/>
            <p:nvPr/>
          </p:nvSpPr>
          <p:spPr>
            <a:xfrm>
              <a:off x="6958631" y="1985249"/>
              <a:ext cx="47256" cy="90921"/>
            </a:xfrm>
            <a:custGeom>
              <a:avLst/>
              <a:gdLst/>
              <a:ahLst/>
              <a:cxnLst/>
              <a:rect l="l" t="t" r="r" b="b"/>
              <a:pathLst>
                <a:path w="1329" h="2557" fill="none" extrusionOk="0">
                  <a:moveTo>
                    <a:pt x="552" y="1"/>
                  </a:moveTo>
                  <a:cubicBezTo>
                    <a:pt x="552" y="1"/>
                    <a:pt x="0" y="2231"/>
                    <a:pt x="1329" y="2557"/>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51"/>
            <p:cNvSpPr/>
            <p:nvPr/>
          </p:nvSpPr>
          <p:spPr>
            <a:xfrm>
              <a:off x="7122592" y="1892547"/>
              <a:ext cx="82031" cy="123918"/>
            </a:xfrm>
            <a:custGeom>
              <a:avLst/>
              <a:gdLst/>
              <a:ahLst/>
              <a:cxnLst/>
              <a:rect l="l" t="t" r="r" b="b"/>
              <a:pathLst>
                <a:path w="2307" h="3485" fill="none" extrusionOk="0">
                  <a:moveTo>
                    <a:pt x="1" y="1"/>
                  </a:moveTo>
                  <a:cubicBezTo>
                    <a:pt x="1" y="1"/>
                    <a:pt x="2307" y="1806"/>
                    <a:pt x="1104" y="3485"/>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51"/>
            <p:cNvSpPr/>
            <p:nvPr/>
          </p:nvSpPr>
          <p:spPr>
            <a:xfrm>
              <a:off x="7241145" y="2013767"/>
              <a:ext cx="56181" cy="44589"/>
            </a:xfrm>
            <a:custGeom>
              <a:avLst/>
              <a:gdLst/>
              <a:ahLst/>
              <a:cxnLst/>
              <a:rect l="l" t="t" r="r" b="b"/>
              <a:pathLst>
                <a:path w="1580" h="1254" fill="none" extrusionOk="0">
                  <a:moveTo>
                    <a:pt x="1579" y="477"/>
                  </a:moveTo>
                  <a:cubicBezTo>
                    <a:pt x="1579" y="477"/>
                    <a:pt x="226" y="1"/>
                    <a:pt x="0" y="1254"/>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51"/>
            <p:cNvSpPr/>
            <p:nvPr/>
          </p:nvSpPr>
          <p:spPr>
            <a:xfrm>
              <a:off x="7111924" y="2076137"/>
              <a:ext cx="158658" cy="172063"/>
            </a:xfrm>
            <a:custGeom>
              <a:avLst/>
              <a:gdLst/>
              <a:ahLst/>
              <a:cxnLst/>
              <a:rect l="l" t="t" r="r" b="b"/>
              <a:pathLst>
                <a:path w="4462" h="4839" fill="none" extrusionOk="0">
                  <a:moveTo>
                    <a:pt x="4461" y="4838"/>
                  </a:moveTo>
                  <a:cubicBezTo>
                    <a:pt x="4211" y="4763"/>
                    <a:pt x="0" y="3334"/>
                    <a:pt x="577" y="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51"/>
            <p:cNvSpPr/>
            <p:nvPr/>
          </p:nvSpPr>
          <p:spPr>
            <a:xfrm>
              <a:off x="7189442" y="2110913"/>
              <a:ext cx="56181" cy="94512"/>
            </a:xfrm>
            <a:custGeom>
              <a:avLst/>
              <a:gdLst/>
              <a:ahLst/>
              <a:cxnLst/>
              <a:rect l="l" t="t" r="r" b="b"/>
              <a:pathLst>
                <a:path w="1580" h="2658" fill="none" extrusionOk="0">
                  <a:moveTo>
                    <a:pt x="752" y="0"/>
                  </a:moveTo>
                  <a:cubicBezTo>
                    <a:pt x="752" y="0"/>
                    <a:pt x="1580" y="1604"/>
                    <a:pt x="1" y="2657"/>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51"/>
            <p:cNvSpPr/>
            <p:nvPr/>
          </p:nvSpPr>
          <p:spPr>
            <a:xfrm>
              <a:off x="7291923" y="2133173"/>
              <a:ext cx="57070" cy="33033"/>
            </a:xfrm>
            <a:custGeom>
              <a:avLst/>
              <a:gdLst/>
              <a:ahLst/>
              <a:cxnLst/>
              <a:rect l="l" t="t" r="r" b="b"/>
              <a:pathLst>
                <a:path w="1605" h="929" fill="none" extrusionOk="0">
                  <a:moveTo>
                    <a:pt x="1" y="1"/>
                  </a:moveTo>
                  <a:cubicBezTo>
                    <a:pt x="1" y="1"/>
                    <a:pt x="176" y="928"/>
                    <a:pt x="1605" y="903"/>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51"/>
            <p:cNvSpPr/>
            <p:nvPr/>
          </p:nvSpPr>
          <p:spPr>
            <a:xfrm>
              <a:off x="7036149" y="2139432"/>
              <a:ext cx="40144" cy="88254"/>
            </a:xfrm>
            <a:custGeom>
              <a:avLst/>
              <a:gdLst/>
              <a:ahLst/>
              <a:cxnLst/>
              <a:rect l="l" t="t" r="r" b="b"/>
              <a:pathLst>
                <a:path w="1129" h="2482" fill="none" extrusionOk="0">
                  <a:moveTo>
                    <a:pt x="1" y="2482"/>
                  </a:moveTo>
                  <a:cubicBezTo>
                    <a:pt x="1" y="2482"/>
                    <a:pt x="1129" y="1755"/>
                    <a:pt x="978" y="0"/>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51"/>
            <p:cNvSpPr/>
            <p:nvPr/>
          </p:nvSpPr>
          <p:spPr>
            <a:xfrm>
              <a:off x="6813373" y="2058322"/>
              <a:ext cx="81107" cy="43700"/>
            </a:xfrm>
            <a:custGeom>
              <a:avLst/>
              <a:gdLst/>
              <a:ahLst/>
              <a:cxnLst/>
              <a:rect l="l" t="t" r="r" b="b"/>
              <a:pathLst>
                <a:path w="2281" h="1229" fill="none" extrusionOk="0">
                  <a:moveTo>
                    <a:pt x="0" y="1103"/>
                  </a:moveTo>
                  <a:cubicBezTo>
                    <a:pt x="0" y="1103"/>
                    <a:pt x="2030" y="1229"/>
                    <a:pt x="2281" y="1"/>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51"/>
            <p:cNvSpPr/>
            <p:nvPr/>
          </p:nvSpPr>
          <p:spPr>
            <a:xfrm>
              <a:off x="7049519" y="1881880"/>
              <a:ext cx="98068" cy="56181"/>
            </a:xfrm>
            <a:custGeom>
              <a:avLst/>
              <a:gdLst/>
              <a:ahLst/>
              <a:cxnLst/>
              <a:rect l="l" t="t" r="r" b="b"/>
              <a:pathLst>
                <a:path w="2758" h="1580" fill="none" extrusionOk="0">
                  <a:moveTo>
                    <a:pt x="2758" y="1003"/>
                  </a:moveTo>
                  <a:cubicBezTo>
                    <a:pt x="2532" y="1053"/>
                    <a:pt x="728" y="0"/>
                    <a:pt x="1" y="1579"/>
                  </a:cubicBez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51"/>
            <p:cNvSpPr/>
            <p:nvPr/>
          </p:nvSpPr>
          <p:spPr>
            <a:xfrm>
              <a:off x="6239420" y="2364020"/>
              <a:ext cx="245098" cy="279838"/>
            </a:xfrm>
            <a:custGeom>
              <a:avLst/>
              <a:gdLst/>
              <a:ahLst/>
              <a:cxnLst/>
              <a:rect l="l" t="t" r="r" b="b"/>
              <a:pathLst>
                <a:path w="6893" h="7870" fill="none" extrusionOk="0">
                  <a:moveTo>
                    <a:pt x="6893" y="0"/>
                  </a:moveTo>
                  <a:lnTo>
                    <a:pt x="1" y="7870"/>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51"/>
            <p:cNvSpPr/>
            <p:nvPr/>
          </p:nvSpPr>
          <p:spPr>
            <a:xfrm>
              <a:off x="5470320" y="3307785"/>
              <a:ext cx="164916" cy="140843"/>
            </a:xfrm>
            <a:custGeom>
              <a:avLst/>
              <a:gdLst/>
              <a:ahLst/>
              <a:cxnLst/>
              <a:rect l="l" t="t" r="r" b="b"/>
              <a:pathLst>
                <a:path w="4638" h="3961" fill="none" extrusionOk="0">
                  <a:moveTo>
                    <a:pt x="0" y="3961"/>
                  </a:moveTo>
                  <a:lnTo>
                    <a:pt x="4637" y="1"/>
                  </a:lnTo>
                </a:path>
              </a:pathLst>
            </a:custGeom>
            <a:noFill/>
            <a:ln w="106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51"/>
            <p:cNvSpPr/>
            <p:nvPr/>
          </p:nvSpPr>
          <p:spPr>
            <a:xfrm>
              <a:off x="5679761" y="4379916"/>
              <a:ext cx="67737" cy="66848"/>
            </a:xfrm>
            <a:custGeom>
              <a:avLst/>
              <a:gdLst/>
              <a:ahLst/>
              <a:cxnLst/>
              <a:rect l="l" t="t" r="r" b="b"/>
              <a:pathLst>
                <a:path w="1905" h="1880" extrusionOk="0">
                  <a:moveTo>
                    <a:pt x="953" y="0"/>
                  </a:moveTo>
                  <a:cubicBezTo>
                    <a:pt x="426" y="0"/>
                    <a:pt x="0" y="426"/>
                    <a:pt x="0" y="953"/>
                  </a:cubicBezTo>
                  <a:cubicBezTo>
                    <a:pt x="0" y="1454"/>
                    <a:pt x="426" y="1880"/>
                    <a:pt x="953" y="1880"/>
                  </a:cubicBezTo>
                  <a:cubicBezTo>
                    <a:pt x="1479" y="1880"/>
                    <a:pt x="1905" y="1454"/>
                    <a:pt x="1905" y="953"/>
                  </a:cubicBezTo>
                  <a:cubicBezTo>
                    <a:pt x="1905" y="426"/>
                    <a:pt x="1479" y="0"/>
                    <a:pt x="953" y="0"/>
                  </a:cubicBez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 name="Google Shape;2325;p39"/>
          <p:cNvSpPr txBox="1">
            <a:spLocks/>
          </p:cNvSpPr>
          <p:nvPr/>
        </p:nvSpPr>
        <p:spPr>
          <a:xfrm>
            <a:off x="537787" y="1159652"/>
            <a:ext cx="5376097" cy="3203008"/>
          </a:xfrm>
          <a:prstGeom prst="rect">
            <a:avLst/>
          </a:prstGeom>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1600" dirty="0" smtClean="0">
                <a:solidFill>
                  <a:schemeClr val="tx1"/>
                </a:solidFill>
                <a:latin typeface="Roboto" panose="020B0604020202020204" charset="0"/>
                <a:ea typeface="Roboto" panose="020B0604020202020204" charset="0"/>
              </a:rPr>
              <a:t> </a:t>
            </a:r>
            <a:r>
              <a:rPr lang="en-US" sz="1800" dirty="0">
                <a:solidFill>
                  <a:schemeClr val="tx1"/>
                </a:solidFill>
                <a:latin typeface="Roboto" panose="020B0604020202020204" charset="0"/>
                <a:ea typeface="Roboto" panose="020B0604020202020204" charset="0"/>
              </a:rPr>
              <a:t>Today due to high internet penetration, cybersecurity is one of the biggest need of the world as cybersecurity threats are very dangerous to the country’s security. Not only the government but also the citizens should spread awareness among the people to always update your system and network security settings and to the use proper </a:t>
            </a:r>
            <a:r>
              <a:rPr lang="en-US" sz="1800" dirty="0" smtClean="0">
                <a:solidFill>
                  <a:schemeClr val="tx1"/>
                </a:solidFill>
                <a:latin typeface="Roboto" panose="020B0604020202020204" charset="0"/>
                <a:ea typeface="Roboto" panose="020B0604020202020204" charset="0"/>
              </a:rPr>
              <a:t>awareness </a:t>
            </a:r>
            <a:r>
              <a:rPr lang="en-US" sz="1800" dirty="0">
                <a:solidFill>
                  <a:schemeClr val="tx1"/>
                </a:solidFill>
                <a:latin typeface="Roboto" panose="020B0604020202020204" charset="0"/>
                <a:ea typeface="Roboto" panose="020B0604020202020204" charset="0"/>
              </a:rPr>
              <a:t>so that your system and network security settings stay virus and malware-free.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43"/>
        <p:cNvGrpSpPr/>
        <p:nvPr/>
      </p:nvGrpSpPr>
      <p:grpSpPr>
        <a:xfrm>
          <a:off x="0" y="0"/>
          <a:ext cx="0" cy="0"/>
          <a:chOff x="0" y="0"/>
          <a:chExt cx="0" cy="0"/>
        </a:xfrm>
      </p:grpSpPr>
      <p:sp>
        <p:nvSpPr>
          <p:cNvPr id="6" name="Google Shape;2660;p50"/>
          <p:cNvSpPr txBox="1">
            <a:spLocks noGrp="1"/>
          </p:cNvSpPr>
          <p:nvPr>
            <p:ph type="title"/>
          </p:nvPr>
        </p:nvSpPr>
        <p:spPr>
          <a:xfrm>
            <a:off x="727435" y="1758227"/>
            <a:ext cx="7704000" cy="893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6600" dirty="0" smtClean="0"/>
              <a:t>Thank You!</a:t>
            </a:r>
            <a:endParaRPr sz="6600" dirty="0"/>
          </a:p>
        </p:txBody>
      </p:sp>
      <p:sp>
        <p:nvSpPr>
          <p:cNvPr id="7" name="Google Shape;2972;p52"/>
          <p:cNvSpPr txBox="1">
            <a:spLocks/>
          </p:cNvSpPr>
          <p:nvPr/>
        </p:nvSpPr>
        <p:spPr>
          <a:xfrm>
            <a:off x="6084555" y="3919446"/>
            <a:ext cx="1495376" cy="4884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2400"/>
              <a:buFont typeface="Bebas Neue"/>
              <a:buNone/>
              <a:defRPr sz="2000" b="0" i="0" u="none" strike="noStrike" cap="none">
                <a:solidFill>
                  <a:schemeClr val="dk2"/>
                </a:solidFill>
                <a:latin typeface="Bebas Neue"/>
                <a:ea typeface="Bebas Neue"/>
                <a:cs typeface="Bebas Neue"/>
                <a:sym typeface="Bebas Neue"/>
              </a:defRPr>
            </a:lvl1pPr>
            <a:lvl2pPr marR="0" lvl="1"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9pPr>
          </a:lstStyle>
          <a:p>
            <a:pPr algn="ctr"/>
            <a:r>
              <a:rPr lang="en-IN" dirty="0" smtClean="0"/>
              <a:t>RESOURCES</a:t>
            </a:r>
            <a:endParaRPr lang="en-IN" dirty="0"/>
          </a:p>
        </p:txBody>
      </p:sp>
      <p:sp>
        <p:nvSpPr>
          <p:cNvPr id="8" name="Google Shape;2097;p33"/>
          <p:cNvSpPr txBox="1">
            <a:spLocks noGrp="1"/>
          </p:cNvSpPr>
          <p:nvPr>
            <p:ph type="subTitle" idx="1"/>
          </p:nvPr>
        </p:nvSpPr>
        <p:spPr>
          <a:xfrm>
            <a:off x="6409522" y="4303223"/>
            <a:ext cx="2122295" cy="651771"/>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400" dirty="0" smtClean="0"/>
              <a:t>Theme: slidesgo.com</a:t>
            </a:r>
          </a:p>
          <a:p>
            <a:pPr marL="0" lvl="0" indent="0" algn="l" rtl="0">
              <a:spcBef>
                <a:spcPts val="0"/>
              </a:spcBef>
              <a:spcAft>
                <a:spcPts val="0"/>
              </a:spcAft>
              <a:buNone/>
            </a:pPr>
            <a:r>
              <a:rPr lang="en" sz="1400" dirty="0" smtClean="0"/>
              <a:t>Content: youtube.com</a:t>
            </a:r>
            <a:endParaRPr lang="en" sz="1400" dirty="0"/>
          </a:p>
          <a:p>
            <a:pPr marL="0" lvl="0" indent="0" algn="l" rtl="0">
              <a:spcBef>
                <a:spcPts val="0"/>
              </a:spcBef>
              <a:spcAft>
                <a:spcPts val="0"/>
              </a:spcAft>
              <a:buNone/>
            </a:pPr>
            <a:r>
              <a:rPr lang="en" sz="1400" dirty="0" smtClean="0"/>
              <a:t>Statistics: livemint.com</a:t>
            </a:r>
            <a:endParaRPr sz="1400" dirty="0"/>
          </a:p>
        </p:txBody>
      </p:sp>
      <p:grpSp>
        <p:nvGrpSpPr>
          <p:cNvPr id="9" name="Google Shape;10857;p62"/>
          <p:cNvGrpSpPr/>
          <p:nvPr/>
        </p:nvGrpSpPr>
        <p:grpSpPr>
          <a:xfrm>
            <a:off x="727435" y="2651627"/>
            <a:ext cx="1636117" cy="1526144"/>
            <a:chOff x="729238" y="1179665"/>
            <a:chExt cx="1636117" cy="1526144"/>
          </a:xfrm>
        </p:grpSpPr>
        <p:grpSp>
          <p:nvGrpSpPr>
            <p:cNvPr id="10" name="Google Shape;10858;p62"/>
            <p:cNvGrpSpPr/>
            <p:nvPr/>
          </p:nvGrpSpPr>
          <p:grpSpPr>
            <a:xfrm>
              <a:off x="729238" y="1179665"/>
              <a:ext cx="80700" cy="1526144"/>
              <a:chOff x="729238" y="1179665"/>
              <a:chExt cx="80700" cy="1526144"/>
            </a:xfrm>
          </p:grpSpPr>
          <p:sp>
            <p:nvSpPr>
              <p:cNvPr id="110" name="Google Shape;10859;p62"/>
              <p:cNvSpPr/>
              <p:nvPr/>
            </p:nvSpPr>
            <p:spPr>
              <a:xfrm>
                <a:off x="729238"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0860;p62"/>
              <p:cNvSpPr/>
              <p:nvPr/>
            </p:nvSpPr>
            <p:spPr>
              <a:xfrm>
                <a:off x="729238"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0861;p62"/>
              <p:cNvSpPr/>
              <p:nvPr/>
            </p:nvSpPr>
            <p:spPr>
              <a:xfrm>
                <a:off x="729238"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0862;p62"/>
              <p:cNvSpPr/>
              <p:nvPr/>
            </p:nvSpPr>
            <p:spPr>
              <a:xfrm>
                <a:off x="729238"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0863;p62"/>
              <p:cNvSpPr/>
              <p:nvPr/>
            </p:nvSpPr>
            <p:spPr>
              <a:xfrm>
                <a:off x="729238"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0864;p62"/>
              <p:cNvSpPr/>
              <p:nvPr/>
            </p:nvSpPr>
            <p:spPr>
              <a:xfrm>
                <a:off x="729238"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0865;p62"/>
              <p:cNvSpPr/>
              <p:nvPr/>
            </p:nvSpPr>
            <p:spPr>
              <a:xfrm>
                <a:off x="72923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0866;p62"/>
              <p:cNvSpPr/>
              <p:nvPr/>
            </p:nvSpPr>
            <p:spPr>
              <a:xfrm>
                <a:off x="72923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0867;p62"/>
              <p:cNvSpPr/>
              <p:nvPr/>
            </p:nvSpPr>
            <p:spPr>
              <a:xfrm>
                <a:off x="72923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0868;p62"/>
              <p:cNvSpPr/>
              <p:nvPr/>
            </p:nvSpPr>
            <p:spPr>
              <a:xfrm>
                <a:off x="72923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10869;p62"/>
            <p:cNvGrpSpPr/>
            <p:nvPr/>
          </p:nvGrpSpPr>
          <p:grpSpPr>
            <a:xfrm>
              <a:off x="903098" y="1179665"/>
              <a:ext cx="80700" cy="1526144"/>
              <a:chOff x="903098" y="1179665"/>
              <a:chExt cx="80700" cy="1526144"/>
            </a:xfrm>
          </p:grpSpPr>
          <p:sp>
            <p:nvSpPr>
              <p:cNvPr id="100" name="Google Shape;10870;p62"/>
              <p:cNvSpPr/>
              <p:nvPr/>
            </p:nvSpPr>
            <p:spPr>
              <a:xfrm>
                <a:off x="903098"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871;p62"/>
              <p:cNvSpPr/>
              <p:nvPr/>
            </p:nvSpPr>
            <p:spPr>
              <a:xfrm>
                <a:off x="903098"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872;p62"/>
              <p:cNvSpPr/>
              <p:nvPr/>
            </p:nvSpPr>
            <p:spPr>
              <a:xfrm>
                <a:off x="903098"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873;p62"/>
              <p:cNvSpPr/>
              <p:nvPr/>
            </p:nvSpPr>
            <p:spPr>
              <a:xfrm>
                <a:off x="903098"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874;p62"/>
              <p:cNvSpPr/>
              <p:nvPr/>
            </p:nvSpPr>
            <p:spPr>
              <a:xfrm>
                <a:off x="903098"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875;p62"/>
              <p:cNvSpPr/>
              <p:nvPr/>
            </p:nvSpPr>
            <p:spPr>
              <a:xfrm>
                <a:off x="903098"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876;p62"/>
              <p:cNvSpPr/>
              <p:nvPr/>
            </p:nvSpPr>
            <p:spPr>
              <a:xfrm>
                <a:off x="90309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877;p62"/>
              <p:cNvSpPr/>
              <p:nvPr/>
            </p:nvSpPr>
            <p:spPr>
              <a:xfrm>
                <a:off x="90309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78;p62"/>
              <p:cNvSpPr/>
              <p:nvPr/>
            </p:nvSpPr>
            <p:spPr>
              <a:xfrm>
                <a:off x="90309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879;p62"/>
              <p:cNvSpPr/>
              <p:nvPr/>
            </p:nvSpPr>
            <p:spPr>
              <a:xfrm>
                <a:off x="90309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10880;p62"/>
            <p:cNvGrpSpPr/>
            <p:nvPr/>
          </p:nvGrpSpPr>
          <p:grpSpPr>
            <a:xfrm>
              <a:off x="1076958" y="1179665"/>
              <a:ext cx="80700" cy="1526144"/>
              <a:chOff x="1076958" y="1179665"/>
              <a:chExt cx="80700" cy="1526144"/>
            </a:xfrm>
          </p:grpSpPr>
          <p:sp>
            <p:nvSpPr>
              <p:cNvPr id="90" name="Google Shape;10881;p62"/>
              <p:cNvSpPr/>
              <p:nvPr/>
            </p:nvSpPr>
            <p:spPr>
              <a:xfrm>
                <a:off x="1076958"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0882;p62"/>
              <p:cNvSpPr/>
              <p:nvPr/>
            </p:nvSpPr>
            <p:spPr>
              <a:xfrm>
                <a:off x="1076958"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0883;p62"/>
              <p:cNvSpPr/>
              <p:nvPr/>
            </p:nvSpPr>
            <p:spPr>
              <a:xfrm>
                <a:off x="1076958"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0884;p62"/>
              <p:cNvSpPr/>
              <p:nvPr/>
            </p:nvSpPr>
            <p:spPr>
              <a:xfrm>
                <a:off x="1076958"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0885;p62"/>
              <p:cNvSpPr/>
              <p:nvPr/>
            </p:nvSpPr>
            <p:spPr>
              <a:xfrm>
                <a:off x="1076958"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0886;p62"/>
              <p:cNvSpPr/>
              <p:nvPr/>
            </p:nvSpPr>
            <p:spPr>
              <a:xfrm>
                <a:off x="1076958"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0887;p62"/>
              <p:cNvSpPr/>
              <p:nvPr/>
            </p:nvSpPr>
            <p:spPr>
              <a:xfrm>
                <a:off x="1076958" y="214302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0888;p62"/>
              <p:cNvSpPr/>
              <p:nvPr/>
            </p:nvSpPr>
            <p:spPr>
              <a:xfrm>
                <a:off x="107695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0889;p62"/>
              <p:cNvSpPr/>
              <p:nvPr/>
            </p:nvSpPr>
            <p:spPr>
              <a:xfrm>
                <a:off x="107695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0890;p62"/>
              <p:cNvSpPr/>
              <p:nvPr/>
            </p:nvSpPr>
            <p:spPr>
              <a:xfrm>
                <a:off x="107695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0891;p62"/>
            <p:cNvGrpSpPr/>
            <p:nvPr/>
          </p:nvGrpSpPr>
          <p:grpSpPr>
            <a:xfrm>
              <a:off x="1247707" y="1179665"/>
              <a:ext cx="80700" cy="1526144"/>
              <a:chOff x="1247707" y="1179665"/>
              <a:chExt cx="80700" cy="1526144"/>
            </a:xfrm>
          </p:grpSpPr>
          <p:sp>
            <p:nvSpPr>
              <p:cNvPr id="80" name="Google Shape;10892;p62"/>
              <p:cNvSpPr/>
              <p:nvPr/>
            </p:nvSpPr>
            <p:spPr>
              <a:xfrm>
                <a:off x="124770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0893;p62"/>
              <p:cNvSpPr/>
              <p:nvPr/>
            </p:nvSpPr>
            <p:spPr>
              <a:xfrm>
                <a:off x="124770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0894;p62"/>
              <p:cNvSpPr/>
              <p:nvPr/>
            </p:nvSpPr>
            <p:spPr>
              <a:xfrm>
                <a:off x="124770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0895;p62"/>
              <p:cNvSpPr/>
              <p:nvPr/>
            </p:nvSpPr>
            <p:spPr>
              <a:xfrm>
                <a:off x="1247707" y="166175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0896;p62"/>
              <p:cNvSpPr/>
              <p:nvPr/>
            </p:nvSpPr>
            <p:spPr>
              <a:xfrm>
                <a:off x="1247707"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0897;p62"/>
              <p:cNvSpPr/>
              <p:nvPr/>
            </p:nvSpPr>
            <p:spPr>
              <a:xfrm>
                <a:off x="1247707"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0898;p62"/>
              <p:cNvSpPr/>
              <p:nvPr/>
            </p:nvSpPr>
            <p:spPr>
              <a:xfrm>
                <a:off x="124770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0899;p62"/>
              <p:cNvSpPr/>
              <p:nvPr/>
            </p:nvSpPr>
            <p:spPr>
              <a:xfrm>
                <a:off x="124770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0900;p62"/>
              <p:cNvSpPr/>
              <p:nvPr/>
            </p:nvSpPr>
            <p:spPr>
              <a:xfrm>
                <a:off x="124770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0901;p62"/>
              <p:cNvSpPr/>
              <p:nvPr/>
            </p:nvSpPr>
            <p:spPr>
              <a:xfrm>
                <a:off x="124770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0902;p62"/>
            <p:cNvGrpSpPr/>
            <p:nvPr/>
          </p:nvGrpSpPr>
          <p:grpSpPr>
            <a:xfrm>
              <a:off x="1421567" y="1179665"/>
              <a:ext cx="80700" cy="1526144"/>
              <a:chOff x="1421567" y="1179665"/>
              <a:chExt cx="80700" cy="1526144"/>
            </a:xfrm>
          </p:grpSpPr>
          <p:sp>
            <p:nvSpPr>
              <p:cNvPr id="70" name="Google Shape;10903;p62"/>
              <p:cNvSpPr/>
              <p:nvPr/>
            </p:nvSpPr>
            <p:spPr>
              <a:xfrm>
                <a:off x="142156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0904;p62"/>
              <p:cNvSpPr/>
              <p:nvPr/>
            </p:nvSpPr>
            <p:spPr>
              <a:xfrm>
                <a:off x="142156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0905;p62"/>
              <p:cNvSpPr/>
              <p:nvPr/>
            </p:nvSpPr>
            <p:spPr>
              <a:xfrm>
                <a:off x="142156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0906;p62"/>
              <p:cNvSpPr/>
              <p:nvPr/>
            </p:nvSpPr>
            <p:spPr>
              <a:xfrm>
                <a:off x="1421567"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0907;p62"/>
              <p:cNvSpPr/>
              <p:nvPr/>
            </p:nvSpPr>
            <p:spPr>
              <a:xfrm>
                <a:off x="1421567"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0908;p62"/>
              <p:cNvSpPr/>
              <p:nvPr/>
            </p:nvSpPr>
            <p:spPr>
              <a:xfrm>
                <a:off x="1421567"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0909;p62"/>
              <p:cNvSpPr/>
              <p:nvPr/>
            </p:nvSpPr>
            <p:spPr>
              <a:xfrm>
                <a:off x="1421567" y="214302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0910;p62"/>
              <p:cNvSpPr/>
              <p:nvPr/>
            </p:nvSpPr>
            <p:spPr>
              <a:xfrm>
                <a:off x="1421567" y="2303717"/>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0911;p62"/>
              <p:cNvSpPr/>
              <p:nvPr/>
            </p:nvSpPr>
            <p:spPr>
              <a:xfrm>
                <a:off x="142156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0912;p62"/>
              <p:cNvSpPr/>
              <p:nvPr/>
            </p:nvSpPr>
            <p:spPr>
              <a:xfrm>
                <a:off x="142156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0913;p62"/>
            <p:cNvGrpSpPr/>
            <p:nvPr/>
          </p:nvGrpSpPr>
          <p:grpSpPr>
            <a:xfrm>
              <a:off x="1592327" y="1179665"/>
              <a:ext cx="80700" cy="1526144"/>
              <a:chOff x="1592327" y="1179665"/>
              <a:chExt cx="80700" cy="1526144"/>
            </a:xfrm>
          </p:grpSpPr>
          <p:sp>
            <p:nvSpPr>
              <p:cNvPr id="60" name="Google Shape;10914;p62"/>
              <p:cNvSpPr/>
              <p:nvPr/>
            </p:nvSpPr>
            <p:spPr>
              <a:xfrm>
                <a:off x="159232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0915;p62"/>
              <p:cNvSpPr/>
              <p:nvPr/>
            </p:nvSpPr>
            <p:spPr>
              <a:xfrm>
                <a:off x="159232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916;p62"/>
              <p:cNvSpPr/>
              <p:nvPr/>
            </p:nvSpPr>
            <p:spPr>
              <a:xfrm>
                <a:off x="159232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0917;p62"/>
              <p:cNvSpPr/>
              <p:nvPr/>
            </p:nvSpPr>
            <p:spPr>
              <a:xfrm>
                <a:off x="1592327"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0918;p62"/>
              <p:cNvSpPr/>
              <p:nvPr/>
            </p:nvSpPr>
            <p:spPr>
              <a:xfrm>
                <a:off x="1592327"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0919;p62"/>
              <p:cNvSpPr/>
              <p:nvPr/>
            </p:nvSpPr>
            <p:spPr>
              <a:xfrm>
                <a:off x="1592327"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0920;p62"/>
              <p:cNvSpPr/>
              <p:nvPr/>
            </p:nvSpPr>
            <p:spPr>
              <a:xfrm>
                <a:off x="159232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0921;p62"/>
              <p:cNvSpPr/>
              <p:nvPr/>
            </p:nvSpPr>
            <p:spPr>
              <a:xfrm>
                <a:off x="159232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0922;p62"/>
              <p:cNvSpPr/>
              <p:nvPr/>
            </p:nvSpPr>
            <p:spPr>
              <a:xfrm>
                <a:off x="159232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0923;p62"/>
              <p:cNvSpPr/>
              <p:nvPr/>
            </p:nvSpPr>
            <p:spPr>
              <a:xfrm>
                <a:off x="159232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0924;p62"/>
            <p:cNvGrpSpPr/>
            <p:nvPr/>
          </p:nvGrpSpPr>
          <p:grpSpPr>
            <a:xfrm>
              <a:off x="1766187" y="1179665"/>
              <a:ext cx="80700" cy="1526144"/>
              <a:chOff x="1766187" y="1179665"/>
              <a:chExt cx="80700" cy="1526144"/>
            </a:xfrm>
          </p:grpSpPr>
          <p:sp>
            <p:nvSpPr>
              <p:cNvPr id="50" name="Google Shape;10925;p62"/>
              <p:cNvSpPr/>
              <p:nvPr/>
            </p:nvSpPr>
            <p:spPr>
              <a:xfrm>
                <a:off x="1766187"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926;p62"/>
              <p:cNvSpPr/>
              <p:nvPr/>
            </p:nvSpPr>
            <p:spPr>
              <a:xfrm>
                <a:off x="1766187"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927;p62"/>
              <p:cNvSpPr/>
              <p:nvPr/>
            </p:nvSpPr>
            <p:spPr>
              <a:xfrm>
                <a:off x="1766187"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928;p62"/>
              <p:cNvSpPr/>
              <p:nvPr/>
            </p:nvSpPr>
            <p:spPr>
              <a:xfrm>
                <a:off x="1766187"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929;p62"/>
              <p:cNvSpPr/>
              <p:nvPr/>
            </p:nvSpPr>
            <p:spPr>
              <a:xfrm>
                <a:off x="1766187"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930;p62"/>
              <p:cNvSpPr/>
              <p:nvPr/>
            </p:nvSpPr>
            <p:spPr>
              <a:xfrm>
                <a:off x="1766187"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0931;p62"/>
              <p:cNvSpPr/>
              <p:nvPr/>
            </p:nvSpPr>
            <p:spPr>
              <a:xfrm>
                <a:off x="1766187" y="214302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932;p62"/>
              <p:cNvSpPr/>
              <p:nvPr/>
            </p:nvSpPr>
            <p:spPr>
              <a:xfrm>
                <a:off x="1766187" y="2303717"/>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0933;p62"/>
              <p:cNvSpPr/>
              <p:nvPr/>
            </p:nvSpPr>
            <p:spPr>
              <a:xfrm>
                <a:off x="1766187" y="2464413"/>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934;p62"/>
              <p:cNvSpPr/>
              <p:nvPr/>
            </p:nvSpPr>
            <p:spPr>
              <a:xfrm>
                <a:off x="176618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0935;p62"/>
            <p:cNvGrpSpPr/>
            <p:nvPr/>
          </p:nvGrpSpPr>
          <p:grpSpPr>
            <a:xfrm>
              <a:off x="1936935" y="1179665"/>
              <a:ext cx="80700" cy="1526144"/>
              <a:chOff x="1936935" y="1179665"/>
              <a:chExt cx="80700" cy="1526144"/>
            </a:xfrm>
          </p:grpSpPr>
          <p:sp>
            <p:nvSpPr>
              <p:cNvPr id="40" name="Google Shape;10936;p62"/>
              <p:cNvSpPr/>
              <p:nvPr/>
            </p:nvSpPr>
            <p:spPr>
              <a:xfrm>
                <a:off x="1936935"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937;p62"/>
              <p:cNvSpPr/>
              <p:nvPr/>
            </p:nvSpPr>
            <p:spPr>
              <a:xfrm>
                <a:off x="1936935"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0938;p62"/>
              <p:cNvSpPr/>
              <p:nvPr/>
            </p:nvSpPr>
            <p:spPr>
              <a:xfrm>
                <a:off x="1936935"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939;p62"/>
              <p:cNvSpPr/>
              <p:nvPr/>
            </p:nvSpPr>
            <p:spPr>
              <a:xfrm>
                <a:off x="1936935"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940;p62"/>
              <p:cNvSpPr/>
              <p:nvPr/>
            </p:nvSpPr>
            <p:spPr>
              <a:xfrm>
                <a:off x="1936935"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941;p62"/>
              <p:cNvSpPr/>
              <p:nvPr/>
            </p:nvSpPr>
            <p:spPr>
              <a:xfrm>
                <a:off x="193693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0942;p62"/>
              <p:cNvSpPr/>
              <p:nvPr/>
            </p:nvSpPr>
            <p:spPr>
              <a:xfrm>
                <a:off x="193693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943;p62"/>
              <p:cNvSpPr/>
              <p:nvPr/>
            </p:nvSpPr>
            <p:spPr>
              <a:xfrm>
                <a:off x="193693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944;p62"/>
              <p:cNvSpPr/>
              <p:nvPr/>
            </p:nvSpPr>
            <p:spPr>
              <a:xfrm>
                <a:off x="193693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945;p62"/>
              <p:cNvSpPr/>
              <p:nvPr/>
            </p:nvSpPr>
            <p:spPr>
              <a:xfrm>
                <a:off x="193693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0946;p62"/>
            <p:cNvGrpSpPr/>
            <p:nvPr/>
          </p:nvGrpSpPr>
          <p:grpSpPr>
            <a:xfrm>
              <a:off x="2110795" y="1179665"/>
              <a:ext cx="80700" cy="1526144"/>
              <a:chOff x="2110795" y="1179665"/>
              <a:chExt cx="80700" cy="1526144"/>
            </a:xfrm>
          </p:grpSpPr>
          <p:sp>
            <p:nvSpPr>
              <p:cNvPr id="30" name="Google Shape;10947;p62"/>
              <p:cNvSpPr/>
              <p:nvPr/>
            </p:nvSpPr>
            <p:spPr>
              <a:xfrm>
                <a:off x="2110795"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948;p62"/>
              <p:cNvSpPr/>
              <p:nvPr/>
            </p:nvSpPr>
            <p:spPr>
              <a:xfrm>
                <a:off x="2110795"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949;p62"/>
              <p:cNvSpPr/>
              <p:nvPr/>
            </p:nvSpPr>
            <p:spPr>
              <a:xfrm>
                <a:off x="2110795"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950;p62"/>
              <p:cNvSpPr/>
              <p:nvPr/>
            </p:nvSpPr>
            <p:spPr>
              <a:xfrm>
                <a:off x="2110795"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951;p62"/>
              <p:cNvSpPr/>
              <p:nvPr/>
            </p:nvSpPr>
            <p:spPr>
              <a:xfrm>
                <a:off x="2110795"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952;p62"/>
              <p:cNvSpPr/>
              <p:nvPr/>
            </p:nvSpPr>
            <p:spPr>
              <a:xfrm>
                <a:off x="211079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953;p62"/>
              <p:cNvSpPr/>
              <p:nvPr/>
            </p:nvSpPr>
            <p:spPr>
              <a:xfrm>
                <a:off x="211079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954;p62"/>
              <p:cNvSpPr/>
              <p:nvPr/>
            </p:nvSpPr>
            <p:spPr>
              <a:xfrm>
                <a:off x="211079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955;p62"/>
              <p:cNvSpPr/>
              <p:nvPr/>
            </p:nvSpPr>
            <p:spPr>
              <a:xfrm>
                <a:off x="211079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956;p62"/>
              <p:cNvSpPr/>
              <p:nvPr/>
            </p:nvSpPr>
            <p:spPr>
              <a:xfrm>
                <a:off x="211079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0957;p62"/>
            <p:cNvGrpSpPr/>
            <p:nvPr/>
          </p:nvGrpSpPr>
          <p:grpSpPr>
            <a:xfrm>
              <a:off x="2284655" y="1179665"/>
              <a:ext cx="80700" cy="1526144"/>
              <a:chOff x="2284655" y="1179665"/>
              <a:chExt cx="80700" cy="1526144"/>
            </a:xfrm>
          </p:grpSpPr>
          <p:sp>
            <p:nvSpPr>
              <p:cNvPr id="20" name="Google Shape;10958;p62"/>
              <p:cNvSpPr/>
              <p:nvPr/>
            </p:nvSpPr>
            <p:spPr>
              <a:xfrm>
                <a:off x="2284655" y="1179665"/>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959;p62"/>
              <p:cNvSpPr/>
              <p:nvPr/>
            </p:nvSpPr>
            <p:spPr>
              <a:xfrm>
                <a:off x="2284655" y="134036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960;p62"/>
              <p:cNvSpPr/>
              <p:nvPr/>
            </p:nvSpPr>
            <p:spPr>
              <a:xfrm>
                <a:off x="2284655" y="150105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961;p62"/>
              <p:cNvSpPr/>
              <p:nvPr/>
            </p:nvSpPr>
            <p:spPr>
              <a:xfrm>
                <a:off x="2284655" y="1661752"/>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962;p62"/>
              <p:cNvSpPr/>
              <p:nvPr/>
            </p:nvSpPr>
            <p:spPr>
              <a:xfrm>
                <a:off x="2284655" y="1821630"/>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963;p62"/>
              <p:cNvSpPr/>
              <p:nvPr/>
            </p:nvSpPr>
            <p:spPr>
              <a:xfrm>
                <a:off x="2284655" y="1982326"/>
                <a:ext cx="80700" cy="80700"/>
              </a:xfrm>
              <a:prstGeom prst="rect">
                <a:avLst/>
              </a:pr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964;p62"/>
              <p:cNvSpPr/>
              <p:nvPr/>
            </p:nvSpPr>
            <p:spPr>
              <a:xfrm>
                <a:off x="228465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965;p62"/>
              <p:cNvSpPr/>
              <p:nvPr/>
            </p:nvSpPr>
            <p:spPr>
              <a:xfrm>
                <a:off x="228465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966;p62"/>
              <p:cNvSpPr/>
              <p:nvPr/>
            </p:nvSpPr>
            <p:spPr>
              <a:xfrm>
                <a:off x="228465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967;p62"/>
              <p:cNvSpPr/>
              <p:nvPr/>
            </p:nvSpPr>
            <p:spPr>
              <a:xfrm>
                <a:off x="228465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0" name="Google Shape;9946;p59"/>
          <p:cNvGrpSpPr/>
          <p:nvPr/>
        </p:nvGrpSpPr>
        <p:grpSpPr>
          <a:xfrm rot="5400000">
            <a:off x="7113121" y="1670806"/>
            <a:ext cx="1597061" cy="663440"/>
            <a:chOff x="6796238" y="3158297"/>
            <a:chExt cx="1630319" cy="677257"/>
          </a:xfrm>
        </p:grpSpPr>
        <p:cxnSp>
          <p:nvCxnSpPr>
            <p:cNvPr id="121" name="Google Shape;9947;p59"/>
            <p:cNvCxnSpPr/>
            <p:nvPr/>
          </p:nvCxnSpPr>
          <p:spPr>
            <a:xfrm>
              <a:off x="7012244" y="3664854"/>
              <a:ext cx="0" cy="170700"/>
            </a:xfrm>
            <a:prstGeom prst="straightConnector1">
              <a:avLst/>
            </a:prstGeom>
            <a:noFill/>
            <a:ln w="9525" cap="flat" cmpd="sng">
              <a:solidFill>
                <a:srgbClr val="A5B7C6"/>
              </a:solidFill>
              <a:prstDash val="solid"/>
              <a:round/>
              <a:headEnd type="none" w="med" len="med"/>
              <a:tailEnd type="diamond" w="med" len="med"/>
            </a:ln>
          </p:spPr>
        </p:cxnSp>
        <p:cxnSp>
          <p:nvCxnSpPr>
            <p:cNvPr id="122" name="Google Shape;9948;p59"/>
            <p:cNvCxnSpPr/>
            <p:nvPr/>
          </p:nvCxnSpPr>
          <p:spPr>
            <a:xfrm>
              <a:off x="7810957" y="3664854"/>
              <a:ext cx="0" cy="170700"/>
            </a:xfrm>
            <a:prstGeom prst="straightConnector1">
              <a:avLst/>
            </a:prstGeom>
            <a:noFill/>
            <a:ln w="9525" cap="flat" cmpd="sng">
              <a:solidFill>
                <a:srgbClr val="A5B7C6"/>
              </a:solidFill>
              <a:prstDash val="solid"/>
              <a:round/>
              <a:headEnd type="none" w="med" len="med"/>
              <a:tailEnd type="diamond" w="med" len="med"/>
            </a:ln>
          </p:spPr>
        </p:cxnSp>
        <p:cxnSp>
          <p:nvCxnSpPr>
            <p:cNvPr id="123" name="Google Shape;9949;p59"/>
            <p:cNvCxnSpPr/>
            <p:nvPr/>
          </p:nvCxnSpPr>
          <p:spPr>
            <a:xfrm rot="10800000">
              <a:off x="8196652" y="3170826"/>
              <a:ext cx="0" cy="169800"/>
            </a:xfrm>
            <a:prstGeom prst="straightConnector1">
              <a:avLst/>
            </a:prstGeom>
            <a:noFill/>
            <a:ln w="9525" cap="flat" cmpd="sng">
              <a:solidFill>
                <a:srgbClr val="A5B7C6"/>
              </a:solidFill>
              <a:prstDash val="solid"/>
              <a:round/>
              <a:headEnd type="none" w="med" len="med"/>
              <a:tailEnd type="diamond" w="med" len="med"/>
            </a:ln>
          </p:spPr>
        </p:cxnSp>
        <p:cxnSp>
          <p:nvCxnSpPr>
            <p:cNvPr id="124" name="Google Shape;9950;p59"/>
            <p:cNvCxnSpPr/>
            <p:nvPr/>
          </p:nvCxnSpPr>
          <p:spPr>
            <a:xfrm rot="10800000">
              <a:off x="7411601" y="3158297"/>
              <a:ext cx="0" cy="170700"/>
            </a:xfrm>
            <a:prstGeom prst="straightConnector1">
              <a:avLst/>
            </a:prstGeom>
            <a:noFill/>
            <a:ln w="9525" cap="flat" cmpd="sng">
              <a:solidFill>
                <a:srgbClr val="A5B7C6"/>
              </a:solidFill>
              <a:prstDash val="solid"/>
              <a:round/>
              <a:headEnd type="none" w="med" len="med"/>
              <a:tailEnd type="diamond" w="med" len="med"/>
            </a:ln>
          </p:spPr>
        </p:cxnSp>
        <p:grpSp>
          <p:nvGrpSpPr>
            <p:cNvPr id="125" name="Google Shape;9951;p59"/>
            <p:cNvGrpSpPr/>
            <p:nvPr/>
          </p:nvGrpSpPr>
          <p:grpSpPr>
            <a:xfrm>
              <a:off x="6796238" y="3311904"/>
              <a:ext cx="1630319" cy="377697"/>
              <a:chOff x="6796238" y="3311904"/>
              <a:chExt cx="1630319" cy="377697"/>
            </a:xfrm>
          </p:grpSpPr>
          <p:sp>
            <p:nvSpPr>
              <p:cNvPr id="126" name="Google Shape;9952;p59"/>
              <p:cNvSpPr/>
              <p:nvPr/>
            </p:nvSpPr>
            <p:spPr>
              <a:xfrm>
                <a:off x="6796238" y="3311904"/>
                <a:ext cx="798025" cy="377697"/>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9953;p59"/>
              <p:cNvSpPr/>
              <p:nvPr/>
            </p:nvSpPr>
            <p:spPr>
              <a:xfrm>
                <a:off x="7628207" y="3311904"/>
                <a:ext cx="798350" cy="377697"/>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9954;p59"/>
              <p:cNvSpPr/>
              <p:nvPr/>
            </p:nvSpPr>
            <p:spPr>
              <a:xfrm>
                <a:off x="7229098" y="3311904"/>
                <a:ext cx="762823" cy="377697"/>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9" name="Google Shape;3104;p57"/>
          <p:cNvGrpSpPr/>
          <p:nvPr/>
        </p:nvGrpSpPr>
        <p:grpSpPr>
          <a:xfrm>
            <a:off x="3094121" y="4524716"/>
            <a:ext cx="1959041" cy="208784"/>
            <a:chOff x="6336019" y="3733725"/>
            <a:chExt cx="2566206" cy="351310"/>
          </a:xfrm>
        </p:grpSpPr>
        <p:sp>
          <p:nvSpPr>
            <p:cNvPr id="130" name="Google Shape;3105;p57"/>
            <p:cNvSpPr/>
            <p:nvPr/>
          </p:nvSpPr>
          <p:spPr>
            <a:xfrm>
              <a:off x="6336019" y="3733735"/>
              <a:ext cx="1881300" cy="351300"/>
            </a:xfrm>
            <a:prstGeom prst="homePlate">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3106;p57"/>
            <p:cNvSpPr/>
            <p:nvPr/>
          </p:nvSpPr>
          <p:spPr>
            <a:xfrm>
              <a:off x="8098525" y="3733725"/>
              <a:ext cx="346500" cy="351300"/>
            </a:xfrm>
            <a:prstGeom prst="chevron">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3107;p57"/>
            <p:cNvSpPr/>
            <p:nvPr/>
          </p:nvSpPr>
          <p:spPr>
            <a:xfrm>
              <a:off x="8327125" y="3733725"/>
              <a:ext cx="346500" cy="351300"/>
            </a:xfrm>
            <a:prstGeom prst="chevron">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3108;p57"/>
            <p:cNvSpPr/>
            <p:nvPr/>
          </p:nvSpPr>
          <p:spPr>
            <a:xfrm>
              <a:off x="8555725" y="3733725"/>
              <a:ext cx="346500" cy="351300"/>
            </a:xfrm>
            <a:prstGeom prst="chevron">
              <a:avLst>
                <a:gd name="adj" fmla="val 50000"/>
              </a:avLst>
            </a:pr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omputer Science Proposal by Slidesgo">
  <a:themeElements>
    <a:clrScheme name="Simple Light">
      <a:dk1>
        <a:srgbClr val="FFFFFF"/>
      </a:dk1>
      <a:lt1>
        <a:srgbClr val="0F3570"/>
      </a:lt1>
      <a:dk2>
        <a:srgbClr val="00F4AD"/>
      </a:dk2>
      <a:lt2>
        <a:srgbClr val="0F3570"/>
      </a:lt2>
      <a:accent1>
        <a:srgbClr val="285293"/>
      </a:accent1>
      <a:accent2>
        <a:srgbClr val="9FC5E8"/>
      </a:accent2>
      <a:accent3>
        <a:srgbClr val="434343"/>
      </a:accent3>
      <a:accent4>
        <a:srgbClr val="00F4AD"/>
      </a:accent4>
      <a:accent5>
        <a:srgbClr val="285293"/>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649</Words>
  <Application>Microsoft Office PowerPoint</Application>
  <PresentationFormat>On-screen Show (16:9)</PresentationFormat>
  <Paragraphs>125</Paragraphs>
  <Slides>23</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Open Sans</vt:lpstr>
      <vt:lpstr>Inter</vt:lpstr>
      <vt:lpstr>Arial</vt:lpstr>
      <vt:lpstr>Bebas Neue</vt:lpstr>
      <vt:lpstr>Roboto</vt:lpstr>
      <vt:lpstr>MuseoSans</vt:lpstr>
      <vt:lpstr>Wingdings</vt:lpstr>
      <vt:lpstr>Computer Science Proposal by Slidesgo</vt:lpstr>
      <vt:lpstr>Cyber Security</vt:lpstr>
      <vt:lpstr>CONTENTS</vt:lpstr>
      <vt:lpstr>CONTENTS</vt:lpstr>
      <vt:lpstr>PowerPoint Presentation</vt:lpstr>
      <vt:lpstr>PowerPoint Presentation</vt:lpstr>
      <vt:lpstr>PowerPoint Presentation</vt:lpstr>
      <vt:lpstr>What is cybersecurity</vt:lpstr>
      <vt:lpstr>Types of cyber attacks</vt:lpstr>
      <vt:lpstr>Malware attacks</vt:lpstr>
      <vt:lpstr>Types of malware</vt:lpstr>
      <vt:lpstr>Phishing  attacks</vt:lpstr>
      <vt:lpstr>Man In the middle ATTACK</vt:lpstr>
      <vt:lpstr>Password attack</vt:lpstr>
      <vt:lpstr>Advanced Persistent Threat (APT)</vt:lpstr>
      <vt:lpstr>Distributed denial of service (DDoS)</vt:lpstr>
      <vt:lpstr>SQL Injections</vt:lpstr>
      <vt:lpstr>&gt;11,58,208</vt:lpstr>
      <vt:lpstr>Cyber Attacks in India</vt:lpstr>
      <vt:lpstr>Impact of cyber attack</vt:lpstr>
      <vt:lpstr>Cyber Security Practices</vt:lpstr>
      <vt:lpstr>Career in cybersecurity</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dc:title>
  <dc:creator>Prateek Chaurasia</dc:creator>
  <cp:lastModifiedBy>Prateek Chaurasia</cp:lastModifiedBy>
  <cp:revision>34</cp:revision>
  <dcterms:modified xsi:type="dcterms:W3CDTF">2021-10-26T03:39:49Z</dcterms:modified>
</cp:coreProperties>
</file>